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  <Override PartName="/ppt/slides/slide301.xml" ContentType="application/vnd.openxmlformats-officedocument.presentationml.slide+xml"/>
  <Override PartName="/ppt/notesSlides/notesSlide301.xml" ContentType="application/vnd.openxmlformats-officedocument.presentationml.notesSlide+xml"/>
  <Override PartName="/ppt/slides/slide302.xml" ContentType="application/vnd.openxmlformats-officedocument.presentationml.slide+xml"/>
  <Override PartName="/ppt/notesSlides/notesSlide302.xml" ContentType="application/vnd.openxmlformats-officedocument.presentationml.notesSlide+xml"/>
  <Override PartName="/ppt/slides/slide303.xml" ContentType="application/vnd.openxmlformats-officedocument.presentationml.slide+xml"/>
  <Override PartName="/ppt/notesSlides/notesSlide303.xml" ContentType="application/vnd.openxmlformats-officedocument.presentationml.notesSlide+xml"/>
  <Override PartName="/ppt/slides/slide304.xml" ContentType="application/vnd.openxmlformats-officedocument.presentationml.slide+xml"/>
  <Override PartName="/ppt/notesSlides/notesSlide304.xml" ContentType="application/vnd.openxmlformats-officedocument.presentationml.notesSlide+xml"/>
  <Override PartName="/ppt/slides/slide305.xml" ContentType="application/vnd.openxmlformats-officedocument.presentationml.slide+xml"/>
  <Override PartName="/ppt/notesSlides/notesSlide305.xml" ContentType="application/vnd.openxmlformats-officedocument.presentationml.notesSlide+xml"/>
  <Override PartName="/ppt/slides/slide306.xml" ContentType="application/vnd.openxmlformats-officedocument.presentationml.slide+xml"/>
  <Override PartName="/ppt/notesSlides/notesSlide306.xml" ContentType="application/vnd.openxmlformats-officedocument.presentationml.notesSlide+xml"/>
  <Override PartName="/ppt/slides/slide307.xml" ContentType="application/vnd.openxmlformats-officedocument.presentationml.slide+xml"/>
  <Override PartName="/ppt/notesSlides/notesSlide307.xml" ContentType="application/vnd.openxmlformats-officedocument.presentationml.notesSlide+xml"/>
  <Override PartName="/ppt/slides/slide308.xml" ContentType="application/vnd.openxmlformats-officedocument.presentationml.slide+xml"/>
  <Override PartName="/ppt/notesSlides/notesSlide308.xml" ContentType="application/vnd.openxmlformats-officedocument.presentationml.notesSlide+xml"/>
  <Override PartName="/ppt/slides/slide310.xml" ContentType="application/vnd.openxmlformats-officedocument.presentationml.slide+xml"/>
  <Override PartName="/ppt/notesSlides/notesSlide310.xml" ContentType="application/vnd.openxmlformats-officedocument.presentationml.notesSlide+xml"/>
  <Override PartName="/ppt/slides/slide311.xml" ContentType="application/vnd.openxmlformats-officedocument.presentationml.slide+xml"/>
  <Override PartName="/ppt/notesSlides/notesSlide311.xml" ContentType="application/vnd.openxmlformats-officedocument.presentationml.notesSlide+xml"/>
  <Override PartName="/ppt/slides/slide312.xml" ContentType="application/vnd.openxmlformats-officedocument.presentationml.slide+xml"/>
  <Override PartName="/ppt/notesSlides/notesSlide312.xml" ContentType="application/vnd.openxmlformats-officedocument.presentationml.notesSlide+xml"/>
  <Override PartName="/ppt/slides/slide313.xml" ContentType="application/vnd.openxmlformats-officedocument.presentationml.slide+xml"/>
  <Override PartName="/ppt/notesSlides/notesSlide313.xml" ContentType="application/vnd.openxmlformats-officedocument.presentationml.notesSlide+xml"/>
  <Override PartName="/ppt/slides/slide314.xml" ContentType="application/vnd.openxmlformats-officedocument.presentationml.slide+xml"/>
  <Override PartName="/ppt/notesSlides/notesSlide314.xml" ContentType="application/vnd.openxmlformats-officedocument.presentationml.notesSlide+xml"/>
  <Override PartName="/ppt/slides/slide315.xml" ContentType="application/vnd.openxmlformats-officedocument.presentationml.slide+xml"/>
  <Override PartName="/ppt/notesSlides/notesSlide315.xml" ContentType="application/vnd.openxmlformats-officedocument.presentationml.notesSlide+xml"/>
  <Override PartName="/ppt/slides/slide316.xml" ContentType="application/vnd.openxmlformats-officedocument.presentationml.slide+xml"/>
  <Override PartName="/ppt/notesSlides/notesSlide316.xml" ContentType="application/vnd.openxmlformats-officedocument.presentationml.notesSlide+xml"/>
  <Override PartName="/ppt/slides/slide317.xml" ContentType="application/vnd.openxmlformats-officedocument.presentationml.slide+xml"/>
  <Override PartName="/ppt/notesSlides/notesSlide317.xml" ContentType="application/vnd.openxmlformats-officedocument.presentationml.notesSlide+xml"/>
  <Override PartName="/ppt/slides/slide318.xml" ContentType="application/vnd.openxmlformats-officedocument.presentationml.slide+xml"/>
  <Override PartName="/ppt/notesSlides/notesSlide318.xml" ContentType="application/vnd.openxmlformats-officedocument.presentationml.notesSlide+xml"/>
  <Override PartName="/ppt/slides/slide319.xml" ContentType="application/vnd.openxmlformats-officedocument.presentationml.slide+xml"/>
  <Override PartName="/ppt/notesSlides/notesSlide319.xml" ContentType="application/vnd.openxmlformats-officedocument.presentationml.notesSlide+xml"/>
  <Override PartName="/ppt/slides/slide320.xml" ContentType="application/vnd.openxmlformats-officedocument.presentationml.slide+xml"/>
  <Override PartName="/ppt/notesSlides/notesSlide320.xml" ContentType="application/vnd.openxmlformats-officedocument.presentationml.notesSlide+xml"/>
  <Override PartName="/ppt/slides/slide321.xml" ContentType="application/vnd.openxmlformats-officedocument.presentationml.slide+xml"/>
  <Override PartName="/ppt/notesSlides/notesSlide321.xml" ContentType="application/vnd.openxmlformats-officedocument.presentationml.notesSlide+xml"/>
  <Override PartName="/ppt/slides/slide322.xml" ContentType="application/vnd.openxmlformats-officedocument.presentationml.slide+xml"/>
  <Override PartName="/ppt/notesSlides/notesSlide322.xml" ContentType="application/vnd.openxmlformats-officedocument.presentationml.notesSlide+xml"/>
  <Override PartName="/ppt/slides/slide323.xml" ContentType="application/vnd.openxmlformats-officedocument.presentationml.slide+xml"/>
  <Override PartName="/ppt/notesSlides/notesSlide323.xml" ContentType="application/vnd.openxmlformats-officedocument.presentationml.notesSlide+xml"/>
  <Override PartName="/ppt/slides/slide324.xml" ContentType="application/vnd.openxmlformats-officedocument.presentationml.slide+xml"/>
  <Override PartName="/ppt/notesSlides/notesSlide324.xml" ContentType="application/vnd.openxmlformats-officedocument.presentationml.notesSlide+xml"/>
  <Override PartName="/ppt/slides/slide325.xml" ContentType="application/vnd.openxmlformats-officedocument.presentationml.slide+xml"/>
  <Override PartName="/ppt/notesSlides/notesSlide325.xml" ContentType="application/vnd.openxmlformats-officedocument.presentationml.notesSlide+xml"/>
  <Override PartName="/ppt/slides/slide326.xml" ContentType="application/vnd.openxmlformats-officedocument.presentationml.slide+xml"/>
  <Override PartName="/ppt/notesSlides/notesSlide326.xml" ContentType="application/vnd.openxmlformats-officedocument.presentationml.notesSlide+xml"/>
  <Override PartName="/ppt/slides/slide327.xml" ContentType="application/vnd.openxmlformats-officedocument.presentationml.slide+xml"/>
  <Override PartName="/ppt/notesSlides/notesSlide327.xml" ContentType="application/vnd.openxmlformats-officedocument.presentationml.notesSlide+xml"/>
  <Override PartName="/ppt/slides/slide328.xml" ContentType="application/vnd.openxmlformats-officedocument.presentationml.slide+xml"/>
  <Override PartName="/ppt/notesSlides/notesSlide328.xml" ContentType="application/vnd.openxmlformats-officedocument.presentationml.notesSlide+xml"/>
  <Override PartName="/ppt/slides/slide329.xml" ContentType="application/vnd.openxmlformats-officedocument.presentationml.slide+xml"/>
  <Override PartName="/ppt/notesSlides/notesSlide329.xml" ContentType="application/vnd.openxmlformats-officedocument.presentationml.notesSlide+xml"/>
  <Override PartName="/ppt/slides/slide330.xml" ContentType="application/vnd.openxmlformats-officedocument.presentationml.slide+xml"/>
  <Override PartName="/ppt/notesSlides/notesSlide330.xml" ContentType="application/vnd.openxmlformats-officedocument.presentationml.notesSlide+xml"/>
  <Override PartName="/ppt/slides/slide331.xml" ContentType="application/vnd.openxmlformats-officedocument.presentationml.slide+xml"/>
  <Override PartName="/ppt/notesSlides/notesSlide331.xml" ContentType="application/vnd.openxmlformats-officedocument.presentationml.notesSlide+xml"/>
  <Override PartName="/ppt/slides/slide332.xml" ContentType="application/vnd.openxmlformats-officedocument.presentationml.slide+xml"/>
  <Override PartName="/ppt/notesSlides/notesSlide332.xml" ContentType="application/vnd.openxmlformats-officedocument.presentationml.notesSlide+xml"/>
  <Override PartName="/ppt/slides/slide333.xml" ContentType="application/vnd.openxmlformats-officedocument.presentationml.slide+xml"/>
  <Override PartName="/ppt/notesSlides/notesSlide333.xml" ContentType="application/vnd.openxmlformats-officedocument.presentationml.notesSlide+xml"/>
  <Override PartName="/ppt/slides/slide334.xml" ContentType="application/vnd.openxmlformats-officedocument.presentationml.slide+xml"/>
  <Override PartName="/ppt/notesSlides/notesSlide334.xml" ContentType="application/vnd.openxmlformats-officedocument.presentationml.notesSlide+xml"/>
  <Override PartName="/ppt/slides/slide561.xml" ContentType="application/vnd.openxmlformats-officedocument.presentationml.slide+xml"/>
  <Override PartName="/ppt/notesSlides/notesSlide561.xml" ContentType="application/vnd.openxmlformats-officedocument.presentationml.notesSlide+xml"/>
  <Override PartName="/ppt/slides/slide562.xml" ContentType="application/vnd.openxmlformats-officedocument.presentationml.slide+xml"/>
  <Override PartName="/ppt/notesSlides/notesSlide562.xml" ContentType="application/vnd.openxmlformats-officedocument.presentationml.notesSlide+xml"/>
  <Override PartName="/ppt/slides/slide563.xml" ContentType="application/vnd.openxmlformats-officedocument.presentationml.slide+xml"/>
  <Override PartName="/ppt/notesSlides/notesSlide563.xml" ContentType="application/vnd.openxmlformats-officedocument.presentationml.notesSlide+xml"/>
  <Override PartName="/ppt/slides/slide565.xml" ContentType="application/vnd.openxmlformats-officedocument.presentationml.slide+xml"/>
  <Override PartName="/ppt/notesSlides/notesSlide565.xml" ContentType="application/vnd.openxmlformats-officedocument.presentationml.notesSlide+xml"/>
  <Override PartName="/ppt/slides/slide566.xml" ContentType="application/vnd.openxmlformats-officedocument.presentationml.slide+xml"/>
  <Override PartName="/ppt/notesSlides/notesSlide566.xml" ContentType="application/vnd.openxmlformats-officedocument.presentationml.notesSlide+xml"/>
  <Override PartName="/ppt/slides/slide567.xml" ContentType="application/vnd.openxmlformats-officedocument.presentationml.slide+xml"/>
  <Override PartName="/ppt/notesSlides/notesSlide567.xml" ContentType="application/vnd.openxmlformats-officedocument.presentationml.notesSlide+xml"/>
  <Override PartName="/ppt/slides/slide568.xml" ContentType="application/vnd.openxmlformats-officedocument.presentationml.slide+xml"/>
  <Override PartName="/ppt/notesSlides/notesSlide568.xml" ContentType="application/vnd.openxmlformats-officedocument.presentationml.notesSlide+xml"/>
  <Override PartName="/ppt/slides/slide569.xml" ContentType="application/vnd.openxmlformats-officedocument.presentationml.slide+xml"/>
  <Override PartName="/ppt/notesSlides/notesSlide569.xml" ContentType="application/vnd.openxmlformats-officedocument.presentationml.notesSlide+xml"/>
  <Override PartName="/ppt/slides/slide570.xml" ContentType="application/vnd.openxmlformats-officedocument.presentationml.slide+xml"/>
  <Override PartName="/ppt/notesSlides/notesSlide570.xml" ContentType="application/vnd.openxmlformats-officedocument.presentationml.notesSlide+xml"/>
  <Override PartName="/ppt/slides/slide571.xml" ContentType="application/vnd.openxmlformats-officedocument.presentationml.slide+xml"/>
  <Override PartName="/ppt/notesSlides/notesSlide571.xml" ContentType="application/vnd.openxmlformats-officedocument.presentationml.notesSlide+xml"/>
  <Override PartName="/ppt/slides/slide572.xml" ContentType="application/vnd.openxmlformats-officedocument.presentationml.slide+xml"/>
  <Override PartName="/ppt/notesSlides/notesSlide572.xml" ContentType="application/vnd.openxmlformats-officedocument.presentationml.notesSlide+xml"/>
  <Override PartName="/ppt/slides/slide573.xml" ContentType="application/vnd.openxmlformats-officedocument.presentationml.slide+xml"/>
  <Override PartName="/ppt/notesSlides/notesSlide573.xml" ContentType="application/vnd.openxmlformats-officedocument.presentationml.notesSlide+xml"/>
  <Override PartName="/ppt/slides/slide574.xml" ContentType="application/vnd.openxmlformats-officedocument.presentationml.slide+xml"/>
  <Override PartName="/ppt/notesSlides/notesSlide574.xml" ContentType="application/vnd.openxmlformats-officedocument.presentationml.notesSlide+xml"/>
  <Override PartName="/ppt/slides/slide575.xml" ContentType="application/vnd.openxmlformats-officedocument.presentationml.slide+xml"/>
  <Override PartName="/ppt/notesSlides/notesSlide575.xml" ContentType="application/vnd.openxmlformats-officedocument.presentationml.notesSlide+xml"/>
  <Override PartName="/ppt/slides/slide576.xml" ContentType="application/vnd.openxmlformats-officedocument.presentationml.slide+xml"/>
  <Override PartName="/ppt/notesSlides/notesSlide576.xml" ContentType="application/vnd.openxmlformats-officedocument.presentationml.notesSlide+xml"/>
  <Override PartName="/ppt/slides/slide577.xml" ContentType="application/vnd.openxmlformats-officedocument.presentationml.slide+xml"/>
  <Override PartName="/ppt/notesSlides/notesSlide577.xml" ContentType="application/vnd.openxmlformats-officedocument.presentationml.notesSlide+xml"/>
  <Override PartName="/ppt/slides/slide578.xml" ContentType="application/vnd.openxmlformats-officedocument.presentationml.slide+xml"/>
  <Override PartName="/ppt/notesSlides/notesSlide578.xml" ContentType="application/vnd.openxmlformats-officedocument.presentationml.notesSlide+xml"/>
  <Override PartName="/ppt/slides/slide579.xml" ContentType="application/vnd.openxmlformats-officedocument.presentationml.slide+xml"/>
  <Override PartName="/ppt/notesSlides/notesSlide579.xml" ContentType="application/vnd.openxmlformats-officedocument.presentationml.notesSlide+xml"/>
  <Override PartName="/ppt/slides/slide580.xml" ContentType="application/vnd.openxmlformats-officedocument.presentationml.slide+xml"/>
  <Override PartName="/ppt/notesSlides/notesSlide580.xml" ContentType="application/vnd.openxmlformats-officedocument.presentationml.notesSlide+xml"/>
  <Override PartName="/ppt/slides/slide581.xml" ContentType="application/vnd.openxmlformats-officedocument.presentationml.slide+xml"/>
  <Override PartName="/ppt/notesSlides/notesSlide581.xml" ContentType="application/vnd.openxmlformats-officedocument.presentationml.notesSlide+xml"/>
  <Override PartName="/ppt/slides/slide582.xml" ContentType="application/vnd.openxmlformats-officedocument.presentationml.slide+xml"/>
  <Override PartName="/ppt/notesSlides/notesSlide582.xml" ContentType="application/vnd.openxmlformats-officedocument.presentationml.notesSlide+xml"/>
  <Override PartName="/ppt/slides/slide583.xml" ContentType="application/vnd.openxmlformats-officedocument.presentationml.slide+xml"/>
  <Override PartName="/ppt/notesSlides/notesSlide583.xml" ContentType="application/vnd.openxmlformats-officedocument.presentationml.notesSlide+xml"/>
  <Override PartName="/ppt/slides/slide584.xml" ContentType="application/vnd.openxmlformats-officedocument.presentationml.slide+xml"/>
  <Override PartName="/ppt/notesSlides/notesSlide584.xml" ContentType="application/vnd.openxmlformats-officedocument.presentationml.notesSlide+xml"/>
  <Override PartName="/ppt/slides/slide585.xml" ContentType="application/vnd.openxmlformats-officedocument.presentationml.slide+xml"/>
  <Override PartName="/ppt/notesSlides/notesSlide585.xml" ContentType="application/vnd.openxmlformats-officedocument.presentationml.notesSlide+xml"/>
  <Override PartName="/ppt/slides/slide586.xml" ContentType="application/vnd.openxmlformats-officedocument.presentationml.slide+xml"/>
  <Override PartName="/ppt/notesSlides/notesSlide586.xml" ContentType="application/vnd.openxmlformats-officedocument.presentationml.notesSlide+xml"/>
  <Override PartName="/ppt/slides/slide587.xml" ContentType="application/vnd.openxmlformats-officedocument.presentationml.slide+xml"/>
  <Override PartName="/ppt/notesSlides/notesSlide587.xml" ContentType="application/vnd.openxmlformats-officedocument.presentationml.notesSlide+xml"/>
  <Override PartName="/ppt/slides/slide588.xml" ContentType="application/vnd.openxmlformats-officedocument.presentationml.slide+xml"/>
  <Override PartName="/ppt/notesSlides/notesSlide588.xml" ContentType="application/vnd.openxmlformats-officedocument.presentationml.notesSlide+xml"/>
  <Override PartName="/ppt/slides/slide589.xml" ContentType="application/vnd.openxmlformats-officedocument.presentationml.slide+xml"/>
  <Override PartName="/ppt/notesSlides/notesSlide589.xml" ContentType="application/vnd.openxmlformats-officedocument.presentationml.notesSlide+xml"/>
  <Override PartName="/ppt/slides/slide590.xml" ContentType="application/vnd.openxmlformats-officedocument.presentationml.slide+xml"/>
  <Override PartName="/ppt/notesSlides/notesSlide590.xml" ContentType="application/vnd.openxmlformats-officedocument.presentationml.notesSlide+xml"/>
  <Override PartName="/ppt/slides/slide591.xml" ContentType="application/vnd.openxmlformats-officedocument.presentationml.slide+xml"/>
  <Override PartName="/ppt/notesSlides/notesSlide591.xml" ContentType="application/vnd.openxmlformats-officedocument.presentationml.notesSlide+xml"/>
  <Override PartName="/ppt/slides/slide592.xml" ContentType="application/vnd.openxmlformats-officedocument.presentationml.slide+xml"/>
  <Override PartName="/ppt/notesSlides/notesSlide592.xml" ContentType="application/vnd.openxmlformats-officedocument.presentationml.notesSlide+xml"/>
  <Override PartName="/ppt/slides/slide593.xml" ContentType="application/vnd.openxmlformats-officedocument.presentationml.slide+xml"/>
  <Override PartName="/ppt/notesSlides/notesSlide593.xml" ContentType="application/vnd.openxmlformats-officedocument.presentationml.notesSlide+xml"/>
  <Override PartName="/ppt/slides/slide594.xml" ContentType="application/vnd.openxmlformats-officedocument.presentationml.slide+xml"/>
  <Override PartName="/ppt/notesSlides/notesSlide594.xml" ContentType="application/vnd.openxmlformats-officedocument.presentationml.notesSlide+xml"/>
  <Override PartName="/ppt/slides/slide595.xml" ContentType="application/vnd.openxmlformats-officedocument.presentationml.slide+xml"/>
  <Override PartName="/ppt/notesSlides/notesSlide595.xml" ContentType="application/vnd.openxmlformats-officedocument.presentationml.notesSlide+xml"/>
  <Override PartName="/ppt/slides/slide596.xml" ContentType="application/vnd.openxmlformats-officedocument.presentationml.slide+xml"/>
  <Override PartName="/ppt/notesSlides/notesSlide596.xml" ContentType="application/vnd.openxmlformats-officedocument.presentationml.notesSlide+xml"/>
  <Override PartName="/ppt/slides/slide597.xml" ContentType="application/vnd.openxmlformats-officedocument.presentationml.slide+xml"/>
  <Override PartName="/ppt/notesSlides/notesSlide597.xml" ContentType="application/vnd.openxmlformats-officedocument.presentationml.notesSlide+xml"/>
  <Override PartName="/ppt/slides/slide598.xml" ContentType="application/vnd.openxmlformats-officedocument.presentationml.slide+xml"/>
  <Override PartName="/ppt/notesSlides/notesSlide598.xml" ContentType="application/vnd.openxmlformats-officedocument.presentationml.notesSlide+xml"/>
  <Override PartName="/ppt/slides/slide599.xml" ContentType="application/vnd.openxmlformats-officedocument.presentationml.slide+xml"/>
  <Override PartName="/ppt/notesSlides/notesSlide599.xml" ContentType="application/vnd.openxmlformats-officedocument.presentationml.notesSlide+xml"/>
  <Override PartName="/ppt/slides/slide600.xml" ContentType="application/vnd.openxmlformats-officedocument.presentationml.slide+xml"/>
  <Override PartName="/ppt/notesSlides/notesSlide600.xml" ContentType="application/vnd.openxmlformats-officedocument.presentationml.notesSlide+xml"/>
  <Override PartName="/ppt/slides/slide601.xml" ContentType="application/vnd.openxmlformats-officedocument.presentationml.slide+xml"/>
  <Override PartName="/ppt/notesSlides/notesSlide601.xml" ContentType="application/vnd.openxmlformats-officedocument.presentationml.notesSlide+xml"/>
  <Override PartName="/ppt/slides/slide602.xml" ContentType="application/vnd.openxmlformats-officedocument.presentationml.slide+xml"/>
  <Override PartName="/ppt/notesSlides/notesSlide602.xml" ContentType="application/vnd.openxmlformats-officedocument.presentationml.notesSlide+xml"/>
  <Override PartName="/ppt/slides/slide603.xml" ContentType="application/vnd.openxmlformats-officedocument.presentationml.slide+xml"/>
  <Override PartName="/ppt/notesSlides/notesSlide603.xml" ContentType="application/vnd.openxmlformats-officedocument.presentationml.notesSlide+xml"/>
  <Override PartName="/ppt/slides/slide604.xml" ContentType="application/vnd.openxmlformats-officedocument.presentationml.slide+xml"/>
  <Override PartName="/ppt/notesSlides/notesSlide604.xml" ContentType="application/vnd.openxmlformats-officedocument.presentationml.notesSlide+xml"/>
  <Override PartName="/ppt/slides/slide605.xml" ContentType="application/vnd.openxmlformats-officedocument.presentationml.slide+xml"/>
  <Override PartName="/ppt/notesSlides/notesSlide605.xml" ContentType="application/vnd.openxmlformats-officedocument.presentationml.notesSlide+xml"/>
  <Override PartName="/ppt/slides/slide606.xml" ContentType="application/vnd.openxmlformats-officedocument.presentationml.slide+xml"/>
  <Override PartName="/ppt/notesSlides/notesSlide606.xml" ContentType="application/vnd.openxmlformats-officedocument.presentationml.notesSlide+xml"/>
  <Override PartName="/ppt/slides/slide607.xml" ContentType="application/vnd.openxmlformats-officedocument.presentationml.slide+xml"/>
  <Override PartName="/ppt/notesSlides/notesSlide607.xml" ContentType="application/vnd.openxmlformats-officedocument.presentationml.notesSlide+xml"/>
  <Override PartName="/ppt/slides/slide608.xml" ContentType="application/vnd.openxmlformats-officedocument.presentationml.slide+xml"/>
  <Override PartName="/ppt/notesSlides/notesSlide608.xml" ContentType="application/vnd.openxmlformats-officedocument.presentationml.notesSlide+xml"/>
  <Override PartName="/ppt/slides/slide609.xml" ContentType="application/vnd.openxmlformats-officedocument.presentationml.slide+xml"/>
  <Override PartName="/ppt/notesSlides/notesSlide609.xml" ContentType="application/vnd.openxmlformats-officedocument.presentationml.notesSlide+xml"/>
  <Override PartName="/ppt/slides/slide610.xml" ContentType="application/vnd.openxmlformats-officedocument.presentationml.slide+xml"/>
  <Override PartName="/ppt/notesSlides/notesSlide610.xml" ContentType="application/vnd.openxmlformats-officedocument.presentationml.notesSlide+xml"/>
  <Override PartName="/ppt/slides/slide611.xml" ContentType="application/vnd.openxmlformats-officedocument.presentationml.slide+xml"/>
  <Override PartName="/ppt/notesSlides/notesSlide611.xml" ContentType="application/vnd.openxmlformats-officedocument.presentationml.notesSlide+xml"/>
  <Override PartName="/ppt/slides/slide612.xml" ContentType="application/vnd.openxmlformats-officedocument.presentationml.slide+xml"/>
  <Override PartName="/ppt/notesSlides/notesSlide612.xml" ContentType="application/vnd.openxmlformats-officedocument.presentationml.notesSlide+xml"/>
  <Override PartName="/ppt/slides/slide613.xml" ContentType="application/vnd.openxmlformats-officedocument.presentationml.slide+xml"/>
  <Override PartName="/ppt/notesSlides/notesSlide613.xml" ContentType="application/vnd.openxmlformats-officedocument.presentationml.notesSlide+xml"/>
  <Override PartName="/ppt/slides/slide614.xml" ContentType="application/vnd.openxmlformats-officedocument.presentationml.slide+xml"/>
  <Override PartName="/ppt/notesSlides/notesSlide614.xml" ContentType="application/vnd.openxmlformats-officedocument.presentationml.notesSlide+xml"/>
  <Override PartName="/ppt/slides/slide615.xml" ContentType="application/vnd.openxmlformats-officedocument.presentationml.slide+xml"/>
  <Override PartName="/ppt/notesSlides/notesSlide615.xml" ContentType="application/vnd.openxmlformats-officedocument.presentationml.notesSlide+xml"/>
  <Override PartName="/ppt/slides/slide616.xml" ContentType="application/vnd.openxmlformats-officedocument.presentationml.slide+xml"/>
  <Override PartName="/ppt/notesSlides/notesSlide616.xml" ContentType="application/vnd.openxmlformats-officedocument.presentationml.notesSlide+xml"/>
  <Override PartName="/ppt/slides/slide617.xml" ContentType="application/vnd.openxmlformats-officedocument.presentationml.slide+xml"/>
  <Override PartName="/ppt/notesSlides/notesSlide617.xml" ContentType="application/vnd.openxmlformats-officedocument.presentationml.notesSlide+xml"/>
  <Override PartName="/ppt/slides/slide618.xml" ContentType="application/vnd.openxmlformats-officedocument.presentationml.slide+xml"/>
  <Override PartName="/ppt/notesSlides/notesSlide618.xml" ContentType="application/vnd.openxmlformats-officedocument.presentationml.notesSlide+xml"/>
  <Override PartName="/ppt/slides/slide619.xml" ContentType="application/vnd.openxmlformats-officedocument.presentationml.slide+xml"/>
  <Override PartName="/ppt/notesSlides/notesSlide619.xml" ContentType="application/vnd.openxmlformats-officedocument.presentationml.notesSlide+xml"/>
  <Override PartName="/ppt/slides/slide621.xml" ContentType="application/vnd.openxmlformats-officedocument.presentationml.slide+xml"/>
  <Override PartName="/ppt/notesSlides/notesSlide621.xml" ContentType="application/vnd.openxmlformats-officedocument.presentationml.notesSlide+xml"/>
  <Override PartName="/ppt/slides/slide622.xml" ContentType="application/vnd.openxmlformats-officedocument.presentationml.slide+xml"/>
  <Override PartName="/ppt/notesSlides/notesSlide622.xml" ContentType="application/vnd.openxmlformats-officedocument.presentationml.notesSlide+xml"/>
  <Override PartName="/ppt/slides/slide623.xml" ContentType="application/vnd.openxmlformats-officedocument.presentationml.slide+xml"/>
  <Override PartName="/ppt/notesSlides/notesSlide623.xml" ContentType="application/vnd.openxmlformats-officedocument.presentationml.notesSlide+xml"/>
  <Override PartName="/ppt/slides/slide624.xml" ContentType="application/vnd.openxmlformats-officedocument.presentationml.slide+xml"/>
  <Override PartName="/ppt/notesSlides/notesSlide624.xml" ContentType="application/vnd.openxmlformats-officedocument.presentationml.notesSlide+xml"/>
  <Override PartName="/ppt/slides/slide625.xml" ContentType="application/vnd.openxmlformats-officedocument.presentationml.slide+xml"/>
  <Override PartName="/ppt/notesSlides/notesSlide625.xml" ContentType="application/vnd.openxmlformats-officedocument.presentationml.notesSlide+xml"/>
  <Override PartName="/ppt/slides/slide626.xml" ContentType="application/vnd.openxmlformats-officedocument.presentationml.slide+xml"/>
  <Override PartName="/ppt/notesSlides/notesSlide626.xml" ContentType="application/vnd.openxmlformats-officedocument.presentationml.notesSlide+xml"/>
  <Override PartName="/ppt/slides/slide627.xml" ContentType="application/vnd.openxmlformats-officedocument.presentationml.slide+xml"/>
  <Override PartName="/ppt/notesSlides/notesSlide627.xml" ContentType="application/vnd.openxmlformats-officedocument.presentationml.notesSlide+xml"/>
  <Override PartName="/ppt/slides/slide628.xml" ContentType="application/vnd.openxmlformats-officedocument.presentationml.slide+xml"/>
  <Override PartName="/ppt/notesSlides/notesSlide628.xml" ContentType="application/vnd.openxmlformats-officedocument.presentationml.notesSlide+xml"/>
  <Override PartName="/ppt/slides/slide629.xml" ContentType="application/vnd.openxmlformats-officedocument.presentationml.slide+xml"/>
  <Override PartName="/ppt/notesSlides/notesSlide629.xml" ContentType="application/vnd.openxmlformats-officedocument.presentationml.notesSlide+xml"/>
  <Override PartName="/ppt/slides/slide630.xml" ContentType="application/vnd.openxmlformats-officedocument.presentationml.slide+xml"/>
  <Override PartName="/ppt/notesSlides/notesSlide630.xml" ContentType="application/vnd.openxmlformats-officedocument.presentationml.notesSlide+xml"/>
  <Override PartName="/ppt/slides/slide631.xml" ContentType="application/vnd.openxmlformats-officedocument.presentationml.slide+xml"/>
  <Override PartName="/ppt/notesSlides/notesSlide631.xml" ContentType="application/vnd.openxmlformats-officedocument.presentationml.notesSlide+xml"/>
  <Override PartName="/ppt/slides/slide632.xml" ContentType="application/vnd.openxmlformats-officedocument.presentationml.slide+xml"/>
  <Override PartName="/ppt/notesSlides/notesSlide632.xml" ContentType="application/vnd.openxmlformats-officedocument.presentationml.notesSlide+xml"/>
  <Override PartName="/ppt/slides/slide633.xml" ContentType="application/vnd.openxmlformats-officedocument.presentationml.slide+xml"/>
  <Override PartName="/ppt/notesSlides/notesSlide633.xml" ContentType="application/vnd.openxmlformats-officedocument.presentationml.notesSlide+xml"/>
  <Override PartName="/ppt/slides/slide634.xml" ContentType="application/vnd.openxmlformats-officedocument.presentationml.slide+xml"/>
  <Override PartName="/ppt/notesSlides/notesSlide634.xml" ContentType="application/vnd.openxmlformats-officedocument.presentationml.notesSlide+xml"/>
  <Override PartName="/ppt/slides/slide635.xml" ContentType="application/vnd.openxmlformats-officedocument.presentationml.slide+xml"/>
  <Override PartName="/ppt/notesSlides/notesSlide635.xml" ContentType="application/vnd.openxmlformats-officedocument.presentationml.notesSlide+xml"/>
  <Override PartName="/ppt/slides/slide636.xml" ContentType="application/vnd.openxmlformats-officedocument.presentationml.slide+xml"/>
  <Override PartName="/ppt/notesSlides/notesSlide636.xml" ContentType="application/vnd.openxmlformats-officedocument.presentationml.notesSlide+xml"/>
  <Override PartName="/ppt/slides/slide637.xml" ContentType="application/vnd.openxmlformats-officedocument.presentationml.slide+xml"/>
  <Override PartName="/ppt/notesSlides/notesSlide637.xml" ContentType="application/vnd.openxmlformats-officedocument.presentationml.notesSlide+xml"/>
  <Override PartName="/ppt/slides/slide638.xml" ContentType="application/vnd.openxmlformats-officedocument.presentationml.slide+xml"/>
  <Override PartName="/ppt/notesSlides/notesSlide638.xml" ContentType="application/vnd.openxmlformats-officedocument.presentationml.notesSlide+xml"/>
  <Override PartName="/ppt/slides/slide639.xml" ContentType="application/vnd.openxmlformats-officedocument.presentationml.slide+xml"/>
  <Override PartName="/ppt/notesSlides/notesSlide639.xml" ContentType="application/vnd.openxmlformats-officedocument.presentationml.notesSlide+xml"/>
  <Override PartName="/ppt/slides/slide640.xml" ContentType="application/vnd.openxmlformats-officedocument.presentationml.slide+xml"/>
  <Override PartName="/ppt/notesSlides/notesSlide640.xml" ContentType="application/vnd.openxmlformats-officedocument.presentationml.notesSlide+xml"/>
  <Override PartName="/ppt/slides/slide641.xml" ContentType="application/vnd.openxmlformats-officedocument.presentationml.slide+xml"/>
  <Override PartName="/ppt/notesSlides/notesSlide641.xml" ContentType="application/vnd.openxmlformats-officedocument.presentationml.notesSlide+xml"/>
  <Override PartName="/ppt/slides/slide642.xml" ContentType="application/vnd.openxmlformats-officedocument.presentationml.slide+xml"/>
  <Override PartName="/ppt/notesSlides/notesSlide642.xml" ContentType="application/vnd.openxmlformats-officedocument.presentationml.notesSlide+xml"/>
  <Override PartName="/ppt/slides/slide643.xml" ContentType="application/vnd.openxmlformats-officedocument.presentationml.slide+xml"/>
  <Override PartName="/ppt/notesSlides/notesSlide643.xml" ContentType="application/vnd.openxmlformats-officedocument.presentationml.notesSlide+xml"/>
  <Override PartName="/ppt/slides/slide644.xml" ContentType="application/vnd.openxmlformats-officedocument.presentationml.slide+xml"/>
  <Override PartName="/ppt/notesSlides/notesSlide644.xml" ContentType="application/vnd.openxmlformats-officedocument.presentationml.notesSlide+xml"/>
  <Override PartName="/ppt/slides/slide645.xml" ContentType="application/vnd.openxmlformats-officedocument.presentationml.slide+xml"/>
  <Override PartName="/ppt/notesSlides/notesSlide645.xml" ContentType="application/vnd.openxmlformats-officedocument.presentationml.notesSlide+xml"/>
  <Override PartName="/ppt/slides/slide646.xml" ContentType="application/vnd.openxmlformats-officedocument.presentationml.slide+xml"/>
  <Override PartName="/ppt/notesSlides/notesSlide646.xml" ContentType="application/vnd.openxmlformats-officedocument.presentationml.notesSlide+xml"/>
  <Override PartName="/ppt/slides/slide647.xml" ContentType="application/vnd.openxmlformats-officedocument.presentationml.slide+xml"/>
  <Override PartName="/ppt/notesSlides/notesSlide647.xml" ContentType="application/vnd.openxmlformats-officedocument.presentationml.notesSlide+xml"/>
  <Override PartName="/ppt/slides/slide648.xml" ContentType="application/vnd.openxmlformats-officedocument.presentationml.slide+xml"/>
  <Override PartName="/ppt/notesSlides/notesSlide648.xml" ContentType="application/vnd.openxmlformats-officedocument.presentationml.notesSlide+xml"/>
  <Override PartName="/ppt/slides/slide649.xml" ContentType="application/vnd.openxmlformats-officedocument.presentationml.slide+xml"/>
  <Override PartName="/ppt/notesSlides/notesSlide649.xml" ContentType="application/vnd.openxmlformats-officedocument.presentationml.notesSlide+xml"/>
  <Override PartName="/ppt/slides/slide650.xml" ContentType="application/vnd.openxmlformats-officedocument.presentationml.slide+xml"/>
  <Override PartName="/ppt/notesSlides/notesSlide650.xml" ContentType="application/vnd.openxmlformats-officedocument.presentationml.notesSlide+xml"/>
  <Override PartName="/ppt/slides/slide651.xml" ContentType="application/vnd.openxmlformats-officedocument.presentationml.slide+xml"/>
  <Override PartName="/ppt/notesSlides/notesSlide651.xml" ContentType="application/vnd.openxmlformats-officedocument.presentationml.notesSlide+xml"/>
  <Override PartName="/ppt/slides/slide652.xml" ContentType="application/vnd.openxmlformats-officedocument.presentationml.slide+xml"/>
  <Override PartName="/ppt/notesSlides/notesSlide652.xml" ContentType="application/vnd.openxmlformats-officedocument.presentationml.notesSlide+xml"/>
  <Override PartName="/ppt/slides/slide653.xml" ContentType="application/vnd.openxmlformats-officedocument.presentationml.slide+xml"/>
  <Override PartName="/ppt/notesSlides/notesSlide653.xml" ContentType="application/vnd.openxmlformats-officedocument.presentationml.notesSlide+xml"/>
  <Override PartName="/ppt/slides/slide654.xml" ContentType="application/vnd.openxmlformats-officedocument.presentationml.slide+xml"/>
  <Override PartName="/ppt/notesSlides/notesSlide654.xml" ContentType="application/vnd.openxmlformats-officedocument.presentationml.notesSlide+xml"/>
  <Override PartName="/ppt/slides/slide655.xml" ContentType="application/vnd.openxmlformats-officedocument.presentationml.slide+xml"/>
  <Override PartName="/ppt/notesSlides/notesSlide655.xml" ContentType="application/vnd.openxmlformats-officedocument.presentationml.notesSlide+xml"/>
  <Override PartName="/ppt/slides/slide656.xml" ContentType="application/vnd.openxmlformats-officedocument.presentationml.slide+xml"/>
  <Override PartName="/ppt/notesSlides/notesSlide656.xml" ContentType="application/vnd.openxmlformats-officedocument.presentationml.notesSlide+xml"/>
  <Override PartName="/ppt/slides/slide657.xml" ContentType="application/vnd.openxmlformats-officedocument.presentationml.slide+xml"/>
  <Override PartName="/ppt/notesSlides/notesSlide657.xml" ContentType="application/vnd.openxmlformats-officedocument.presentationml.notesSlide+xml"/>
  <Override PartName="/ppt/slides/slide658.xml" ContentType="application/vnd.openxmlformats-officedocument.presentationml.slide+xml"/>
  <Override PartName="/ppt/notesSlides/notesSlide658.xml" ContentType="application/vnd.openxmlformats-officedocument.presentationml.notesSlide+xml"/>
  <Override PartName="/ppt/slides/slide659.xml" ContentType="application/vnd.openxmlformats-officedocument.presentationml.slide+xml"/>
  <Override PartName="/ppt/notesSlides/notesSlide659.xml" ContentType="application/vnd.openxmlformats-officedocument.presentationml.notesSlide+xml"/>
  <Override PartName="/ppt/slides/slide660.xml" ContentType="application/vnd.openxmlformats-officedocument.presentationml.slide+xml"/>
  <Override PartName="/ppt/notesSlides/notesSlide660.xml" ContentType="application/vnd.openxmlformats-officedocument.presentationml.notesSlide+xml"/>
  <Override PartName="/ppt/slides/slide661.xml" ContentType="application/vnd.openxmlformats-officedocument.presentationml.slide+xml"/>
  <Override PartName="/ppt/notesSlides/notesSlide661.xml" ContentType="application/vnd.openxmlformats-officedocument.presentationml.notesSlide+xml"/>
  <Override PartName="/ppt/slides/slide662.xml" ContentType="application/vnd.openxmlformats-officedocument.presentationml.slide+xml"/>
  <Override PartName="/ppt/notesSlides/notesSlide662.xml" ContentType="application/vnd.openxmlformats-officedocument.presentationml.notesSlide+xml"/>
  <Override PartName="/ppt/slides/slide663.xml" ContentType="application/vnd.openxmlformats-officedocument.presentationml.slide+xml"/>
  <Override PartName="/ppt/notesSlides/notesSlide663.xml" ContentType="application/vnd.openxmlformats-officedocument.presentationml.notesSlide+xml"/>
  <Override PartName="/ppt/slides/slide664.xml" ContentType="application/vnd.openxmlformats-officedocument.presentationml.slide+xml"/>
  <Override PartName="/ppt/notesSlides/notesSlide664.xml" ContentType="application/vnd.openxmlformats-officedocument.presentationml.notesSlide+xml"/>
  <Override PartName="/ppt/slides/slide665.xml" ContentType="application/vnd.openxmlformats-officedocument.presentationml.slide+xml"/>
  <Override PartName="/ppt/notesSlides/notesSlide665.xml" ContentType="application/vnd.openxmlformats-officedocument.presentationml.notesSlide+xml"/>
  <Override PartName="/ppt/slides/slide666.xml" ContentType="application/vnd.openxmlformats-officedocument.presentationml.slide+xml"/>
  <Override PartName="/ppt/notesSlides/notesSlide666.xml" ContentType="application/vnd.openxmlformats-officedocument.presentationml.notesSlide+xml"/>
  <Override PartName="/ppt/slides/slide667.xml" ContentType="application/vnd.openxmlformats-officedocument.presentationml.slide+xml"/>
  <Override PartName="/ppt/notesSlides/notesSlide667.xml" ContentType="application/vnd.openxmlformats-officedocument.presentationml.notesSlide+xml"/>
  <Override PartName="/ppt/slides/slide668.xml" ContentType="application/vnd.openxmlformats-officedocument.presentationml.slide+xml"/>
  <Override PartName="/ppt/notesSlides/notesSlide668.xml" ContentType="application/vnd.openxmlformats-officedocument.presentationml.notesSlide+xml"/>
  <Override PartName="/ppt/slides/slide669.xml" ContentType="application/vnd.openxmlformats-officedocument.presentationml.slide+xml"/>
  <Override PartName="/ppt/notesSlides/notesSlide669.xml" ContentType="application/vnd.openxmlformats-officedocument.presentationml.notesSlide+xml"/>
  <Override PartName="/ppt/slides/slide670.xml" ContentType="application/vnd.openxmlformats-officedocument.presentationml.slide+xml"/>
  <Override PartName="/ppt/notesSlides/notesSlide670.xml" ContentType="application/vnd.openxmlformats-officedocument.presentationml.notesSlide+xml"/>
  <Override PartName="/ppt/slides/slide671.xml" ContentType="application/vnd.openxmlformats-officedocument.presentationml.slide+xml"/>
  <Override PartName="/ppt/notesSlides/notesSlide671.xml" ContentType="application/vnd.openxmlformats-officedocument.presentationml.notesSlide+xml"/>
  <Override PartName="/ppt/slides/slide672.xml" ContentType="application/vnd.openxmlformats-officedocument.presentationml.slide+xml"/>
  <Override PartName="/ppt/notesSlides/notesSlide672.xml" ContentType="application/vnd.openxmlformats-officedocument.presentationml.notesSlide+xml"/>
  <Override PartName="/ppt/slides/slide673.xml" ContentType="application/vnd.openxmlformats-officedocument.presentationml.slide+xml"/>
  <Override PartName="/ppt/notesSlides/notesSlide673.xml" ContentType="application/vnd.openxmlformats-officedocument.presentationml.notesSlide+xml"/>
  <Override PartName="/ppt/slides/slide674.xml" ContentType="application/vnd.openxmlformats-officedocument.presentationml.slide+xml"/>
  <Override PartName="/ppt/notesSlides/notesSlide674.xml" ContentType="application/vnd.openxmlformats-officedocument.presentationml.notesSlide+xml"/>
  <Override PartName="/ppt/slides/slide675.xml" ContentType="application/vnd.openxmlformats-officedocument.presentationml.slide+xml"/>
  <Override PartName="/ppt/notesSlides/notesSlide675.xml" ContentType="application/vnd.openxmlformats-officedocument.presentationml.notesSlide+xml"/>
  <Override PartName="/ppt/slides/slide676.xml" ContentType="application/vnd.openxmlformats-officedocument.presentationml.slide+xml"/>
  <Override PartName="/ppt/notesSlides/notesSlide676.xml" ContentType="application/vnd.openxmlformats-officedocument.presentationml.notesSlide+xml"/>
  <Override PartName="/ppt/slides/slide678.xml" ContentType="application/vnd.openxmlformats-officedocument.presentationml.slide+xml"/>
  <Override PartName="/ppt/notesSlides/notesSlide678.xml" ContentType="application/vnd.openxmlformats-officedocument.presentationml.notesSlide+xml"/>
  <Override PartName="/ppt/slides/slide679.xml" ContentType="application/vnd.openxmlformats-officedocument.presentationml.slide+xml"/>
  <Override PartName="/ppt/notesSlides/notesSlide679.xml" ContentType="application/vnd.openxmlformats-officedocument.presentationml.notesSlide+xml"/>
  <Override PartName="/ppt/slides/slide680.xml" ContentType="application/vnd.openxmlformats-officedocument.presentationml.slide+xml"/>
  <Override PartName="/ppt/notesSlides/notesSlide680.xml" ContentType="application/vnd.openxmlformats-officedocument.presentationml.notesSlide+xml"/>
  <Override PartName="/ppt/slides/slide681.xml" ContentType="application/vnd.openxmlformats-officedocument.presentationml.slide+xml"/>
  <Override PartName="/ppt/notesSlides/notesSlide681.xml" ContentType="application/vnd.openxmlformats-officedocument.presentationml.notesSlide+xml"/>
  <Override PartName="/ppt/slides/slide682.xml" ContentType="application/vnd.openxmlformats-officedocument.presentationml.slide+xml"/>
  <Override PartName="/ppt/notesSlides/notesSlide682.xml" ContentType="application/vnd.openxmlformats-officedocument.presentationml.notesSlide+xml"/>
  <Override PartName="/ppt/slides/slide683.xml" ContentType="application/vnd.openxmlformats-officedocument.presentationml.slide+xml"/>
  <Override PartName="/ppt/notesSlides/notesSlide683.xml" ContentType="application/vnd.openxmlformats-officedocument.presentationml.notesSlide+xml"/>
  <Override PartName="/ppt/slides/slide684.xml" ContentType="application/vnd.openxmlformats-officedocument.presentationml.slide+xml"/>
  <Override PartName="/ppt/notesSlides/notesSlide684.xml" ContentType="application/vnd.openxmlformats-officedocument.presentationml.notesSlide+xml"/>
  <Override PartName="/ppt/slides/slide685.xml" ContentType="application/vnd.openxmlformats-officedocument.presentationml.slide+xml"/>
  <Override PartName="/ppt/notesSlides/notesSlide685.xml" ContentType="application/vnd.openxmlformats-officedocument.presentationml.notesSlide+xml"/>
  <Override PartName="/ppt/slides/slide686.xml" ContentType="application/vnd.openxmlformats-officedocument.presentationml.slide+xml"/>
  <Override PartName="/ppt/notesSlides/notesSlide686.xml" ContentType="application/vnd.openxmlformats-officedocument.presentationml.notesSlide+xml"/>
  <Override PartName="/ppt/slides/slide687.xml" ContentType="application/vnd.openxmlformats-officedocument.presentationml.slide+xml"/>
  <Override PartName="/ppt/notesSlides/notesSlide687.xml" ContentType="application/vnd.openxmlformats-officedocument.presentationml.notesSlide+xml"/>
  <Override PartName="/ppt/slides/slide688.xml" ContentType="application/vnd.openxmlformats-officedocument.presentationml.slide+xml"/>
  <Override PartName="/ppt/notesSlides/notesSlide688.xml" ContentType="application/vnd.openxmlformats-officedocument.presentationml.notesSlide+xml"/>
  <Override PartName="/ppt/slides/slide689.xml" ContentType="application/vnd.openxmlformats-officedocument.presentationml.slide+xml"/>
  <Override PartName="/ppt/notesSlides/notesSlide689.xml" ContentType="application/vnd.openxmlformats-officedocument.presentationml.notesSlide+xml"/>
  <Override PartName="/ppt/slides/slide690.xml" ContentType="application/vnd.openxmlformats-officedocument.presentationml.slide+xml"/>
  <Override PartName="/ppt/notesSlides/notesSlide690.xml" ContentType="application/vnd.openxmlformats-officedocument.presentationml.notesSlide+xml"/>
  <Override PartName="/ppt/slides/slide691.xml" ContentType="application/vnd.openxmlformats-officedocument.presentationml.slide+xml"/>
  <Override PartName="/ppt/notesSlides/notesSlide691.xml" ContentType="application/vnd.openxmlformats-officedocument.presentationml.notesSlide+xml"/>
  <Override PartName="/ppt/slides/slide774.xml" ContentType="application/vnd.openxmlformats-officedocument.presentationml.slide+xml"/>
  <Override PartName="/ppt/notesSlides/notesSlide774.xml" ContentType="application/vnd.openxmlformats-officedocument.presentationml.notesSlide+xml"/>
  <Override PartName="/ppt/slides/slide775.xml" ContentType="application/vnd.openxmlformats-officedocument.presentationml.slide+xml"/>
  <Override PartName="/ppt/notesSlides/notesSlide775.xml" ContentType="application/vnd.openxmlformats-officedocument.presentationml.notesSlide+xml"/>
  <Override PartName="/ppt/slides/slide776.xml" ContentType="application/vnd.openxmlformats-officedocument.presentationml.slide+xml"/>
  <Override PartName="/ppt/notesSlides/notesSlide776.xml" ContentType="application/vnd.openxmlformats-officedocument.presentationml.notesSlide+xml"/>
  <Override PartName="/ppt/slides/slide778.xml" ContentType="application/vnd.openxmlformats-officedocument.presentationml.slide+xml"/>
  <Override PartName="/ppt/notesSlides/notesSlide778.xml" ContentType="application/vnd.openxmlformats-officedocument.presentationml.notesSlide+xml"/>
  <Override PartName="/ppt/slides/slide779.xml" ContentType="application/vnd.openxmlformats-officedocument.presentationml.slide+xml"/>
  <Override PartName="/ppt/notesSlides/notesSlide779.xml" ContentType="application/vnd.openxmlformats-officedocument.presentationml.notesSlide+xml"/>
  <Override PartName="/ppt/slides/slide780.xml" ContentType="application/vnd.openxmlformats-officedocument.presentationml.slide+xml"/>
  <Override PartName="/ppt/notesSlides/notesSlide780.xml" ContentType="application/vnd.openxmlformats-officedocument.presentationml.notesSlide+xml"/>
  <Override PartName="/ppt/slides/slide781.xml" ContentType="application/vnd.openxmlformats-officedocument.presentationml.slide+xml"/>
  <Override PartName="/ppt/notesSlides/notesSlide781.xml" ContentType="application/vnd.openxmlformats-officedocument.presentationml.notesSlide+xml"/>
  <Override PartName="/ppt/slides/slide782.xml" ContentType="application/vnd.openxmlformats-officedocument.presentationml.slide+xml"/>
  <Override PartName="/ppt/notesSlides/notesSlide782.xml" ContentType="application/vnd.openxmlformats-officedocument.presentationml.notesSlide+xml"/>
  <Override PartName="/ppt/slides/slide783.xml" ContentType="application/vnd.openxmlformats-officedocument.presentationml.slide+xml"/>
  <Override PartName="/ppt/notesSlides/notesSlide783.xml" ContentType="application/vnd.openxmlformats-officedocument.presentationml.notesSlide+xml"/>
  <Override PartName="/ppt/slides/slide784.xml" ContentType="application/vnd.openxmlformats-officedocument.presentationml.slide+xml"/>
  <Override PartName="/ppt/notesSlides/notesSlide784.xml" ContentType="application/vnd.openxmlformats-officedocument.presentationml.notesSlide+xml"/>
  <Override PartName="/ppt/slides/slide785.xml" ContentType="application/vnd.openxmlformats-officedocument.presentationml.slide+xml"/>
  <Override PartName="/ppt/notesSlides/notesSlide785.xml" ContentType="application/vnd.openxmlformats-officedocument.presentationml.notesSlide+xml"/>
  <Override PartName="/ppt/slides/slide786.xml" ContentType="application/vnd.openxmlformats-officedocument.presentationml.slide+xml"/>
  <Override PartName="/ppt/notesSlides/notesSlide786.xml" ContentType="application/vnd.openxmlformats-officedocument.presentationml.notesSlide+xml"/>
  <Override PartName="/ppt/slides/slide787.xml" ContentType="application/vnd.openxmlformats-officedocument.presentationml.slide+xml"/>
  <Override PartName="/ppt/notesSlides/notesSlide787.xml" ContentType="application/vnd.openxmlformats-officedocument.presentationml.notesSlide+xml"/>
  <Override PartName="/ppt/slides/slide788.xml" ContentType="application/vnd.openxmlformats-officedocument.presentationml.slide+xml"/>
  <Override PartName="/ppt/notesSlides/notesSlide788.xml" ContentType="application/vnd.openxmlformats-officedocument.presentationml.notesSlide+xml"/>
  <Override PartName="/ppt/slides/slide789.xml" ContentType="application/vnd.openxmlformats-officedocument.presentationml.slide+xml"/>
  <Override PartName="/ppt/notesSlides/notesSlide789.xml" ContentType="application/vnd.openxmlformats-officedocument.presentationml.notesSlide+xml"/>
  <Override PartName="/ppt/slides/slide790.xml" ContentType="application/vnd.openxmlformats-officedocument.presentationml.slide+xml"/>
  <Override PartName="/ppt/notesSlides/notesSlide790.xml" ContentType="application/vnd.openxmlformats-officedocument.presentationml.notesSlide+xml"/>
  <Override PartName="/ppt/slides/slide791.xml" ContentType="application/vnd.openxmlformats-officedocument.presentationml.slide+xml"/>
  <Override PartName="/ppt/notesSlides/notesSlide791.xml" ContentType="application/vnd.openxmlformats-officedocument.presentationml.notesSlide+xml"/>
  <Override PartName="/ppt/slides/slide792.xml" ContentType="application/vnd.openxmlformats-officedocument.presentationml.slide+xml"/>
  <Override PartName="/ppt/notesSlides/notesSlide792.xml" ContentType="application/vnd.openxmlformats-officedocument.presentationml.notesSlide+xml"/>
  <Override PartName="/ppt/slides/slide793.xml" ContentType="application/vnd.openxmlformats-officedocument.presentationml.slide+xml"/>
  <Override PartName="/ppt/notesSlides/notesSlide793.xml" ContentType="application/vnd.openxmlformats-officedocument.presentationml.notesSlide+xml"/>
  <Override PartName="/ppt/slides/slide794.xml" ContentType="application/vnd.openxmlformats-officedocument.presentationml.slide+xml"/>
  <Override PartName="/ppt/notesSlides/notesSlide794.xml" ContentType="application/vnd.openxmlformats-officedocument.presentationml.notesSlide+xml"/>
  <Override PartName="/ppt/slides/slide795.xml" ContentType="application/vnd.openxmlformats-officedocument.presentationml.slide+xml"/>
  <Override PartName="/ppt/notesSlides/notesSlide795.xml" ContentType="application/vnd.openxmlformats-officedocument.presentationml.notesSlide+xml"/>
  <Override PartName="/ppt/slides/slide796.xml" ContentType="application/vnd.openxmlformats-officedocument.presentationml.slide+xml"/>
  <Override PartName="/ppt/notesSlides/notesSlide796.xml" ContentType="application/vnd.openxmlformats-officedocument.presentationml.notesSlide+xml"/>
  <Override PartName="/ppt/slides/slide797.xml" ContentType="application/vnd.openxmlformats-officedocument.presentationml.slide+xml"/>
  <Override PartName="/ppt/notesSlides/notesSlide797.xml" ContentType="application/vnd.openxmlformats-officedocument.presentationml.notesSlide+xml"/>
  <Override PartName="/ppt/slides/slide798.xml" ContentType="application/vnd.openxmlformats-officedocument.presentationml.slide+xml"/>
  <Override PartName="/ppt/notesSlides/notesSlide798.xml" ContentType="application/vnd.openxmlformats-officedocument.presentationml.notesSlide+xml"/>
  <Override PartName="/ppt/slides/slide799.xml" ContentType="application/vnd.openxmlformats-officedocument.presentationml.slide+xml"/>
  <Override PartName="/ppt/notesSlides/notesSlide799.xml" ContentType="application/vnd.openxmlformats-officedocument.presentationml.notesSlide+xml"/>
  <Override PartName="/ppt/slides/slide800.xml" ContentType="application/vnd.openxmlformats-officedocument.presentationml.slide+xml"/>
  <Override PartName="/ppt/notesSlides/notesSlide800.xml" ContentType="application/vnd.openxmlformats-officedocument.presentationml.notesSlide+xml"/>
  <Override PartName="/ppt/slides/slide801.xml" ContentType="application/vnd.openxmlformats-officedocument.presentationml.slide+xml"/>
  <Override PartName="/ppt/notesSlides/notesSlide801.xml" ContentType="application/vnd.openxmlformats-officedocument.presentationml.notesSlide+xml"/>
  <Override PartName="/ppt/slides/slide803.xml" ContentType="application/vnd.openxmlformats-officedocument.presentationml.slide+xml"/>
  <Override PartName="/ppt/notesSlides/notesSlide803.xml" ContentType="application/vnd.openxmlformats-officedocument.presentationml.notesSlide+xml"/>
  <Override PartName="/ppt/slides/slide804.xml" ContentType="application/vnd.openxmlformats-officedocument.presentationml.slide+xml"/>
  <Override PartName="/ppt/notesSlides/notesSlide804.xml" ContentType="application/vnd.openxmlformats-officedocument.presentationml.notesSlide+xml"/>
  <Override PartName="/ppt/slides/slide805.xml" ContentType="application/vnd.openxmlformats-officedocument.presentationml.slide+xml"/>
  <Override PartName="/ppt/notesSlides/notesSlide805.xml" ContentType="application/vnd.openxmlformats-officedocument.presentationml.notesSlide+xml"/>
  <Override PartName="/ppt/slides/slide806.xml" ContentType="application/vnd.openxmlformats-officedocument.presentationml.slide+xml"/>
  <Override PartName="/ppt/notesSlides/notesSlide806.xml" ContentType="application/vnd.openxmlformats-officedocument.presentationml.notesSlide+xml"/>
  <Override PartName="/ppt/slides/slide807.xml" ContentType="application/vnd.openxmlformats-officedocument.presentationml.slide+xml"/>
  <Override PartName="/ppt/notesSlides/notesSlide807.xml" ContentType="application/vnd.openxmlformats-officedocument.presentationml.notesSlide+xml"/>
  <Override PartName="/ppt/slides/slide808.xml" ContentType="application/vnd.openxmlformats-officedocument.presentationml.slide+xml"/>
  <Override PartName="/ppt/notesSlides/notesSlide808.xml" ContentType="application/vnd.openxmlformats-officedocument.presentationml.notesSlide+xml"/>
  <Override PartName="/ppt/slides/slide809.xml" ContentType="application/vnd.openxmlformats-officedocument.presentationml.slide+xml"/>
  <Override PartName="/ppt/notesSlides/notesSlide809.xml" ContentType="application/vnd.openxmlformats-officedocument.presentationml.notesSlide+xml"/>
  <Override PartName="/ppt/slides/slide810.xml" ContentType="application/vnd.openxmlformats-officedocument.presentationml.slide+xml"/>
  <Override PartName="/ppt/notesSlides/notesSlide810.xml" ContentType="application/vnd.openxmlformats-officedocument.presentationml.notesSlide+xml"/>
  <Override PartName="/ppt/slides/slide811.xml" ContentType="application/vnd.openxmlformats-officedocument.presentationml.slide+xml"/>
  <Override PartName="/ppt/notesSlides/notesSlide811.xml" ContentType="application/vnd.openxmlformats-officedocument.presentationml.notesSlide+xml"/>
  <Override PartName="/ppt/slides/slide812.xml" ContentType="application/vnd.openxmlformats-officedocument.presentationml.slide+xml"/>
  <Override PartName="/ppt/notesSlides/notesSlide812.xml" ContentType="application/vnd.openxmlformats-officedocument.presentationml.notesSlide+xml"/>
  <Override PartName="/ppt/slides/slide813.xml" ContentType="application/vnd.openxmlformats-officedocument.presentationml.slide+xml"/>
  <Override PartName="/ppt/notesSlides/notesSlide813.xml" ContentType="application/vnd.openxmlformats-officedocument.presentationml.notesSlide+xml"/>
  <Override PartName="/ppt/slides/slide814.xml" ContentType="application/vnd.openxmlformats-officedocument.presentationml.slide+xml"/>
  <Override PartName="/ppt/notesSlides/notesSlide814.xml" ContentType="application/vnd.openxmlformats-officedocument.presentationml.notesSlide+xml"/>
  <Override PartName="/ppt/slides/slide815.xml" ContentType="application/vnd.openxmlformats-officedocument.presentationml.slide+xml"/>
  <Override PartName="/ppt/notesSlides/notesSlide815.xml" ContentType="application/vnd.openxmlformats-officedocument.presentationml.notesSlide+xml"/>
  <Override PartName="/ppt/slides/slide816.xml" ContentType="application/vnd.openxmlformats-officedocument.presentationml.slide+xml"/>
  <Override PartName="/ppt/notesSlides/notesSlide816.xml" ContentType="application/vnd.openxmlformats-officedocument.presentationml.notesSlide+xml"/>
  <Override PartName="/ppt/slides/slide817.xml" ContentType="application/vnd.openxmlformats-officedocument.presentationml.slide+xml"/>
  <Override PartName="/ppt/notesSlides/notesSlide817.xml" ContentType="application/vnd.openxmlformats-officedocument.presentationml.notesSlide+xml"/>
  <Override PartName="/ppt/slides/slide818.xml" ContentType="application/vnd.openxmlformats-officedocument.presentationml.slide+xml"/>
  <Override PartName="/ppt/notesSlides/notesSlide818.xml" ContentType="application/vnd.openxmlformats-officedocument.presentationml.notesSlide+xml"/>
  <Override PartName="/ppt/slides/slide819.xml" ContentType="application/vnd.openxmlformats-officedocument.presentationml.slide+xml"/>
  <Override PartName="/ppt/notesSlides/notesSlide819.xml" ContentType="application/vnd.openxmlformats-officedocument.presentationml.notesSlide+xml"/>
  <Override PartName="/ppt/slides/slide820.xml" ContentType="application/vnd.openxmlformats-officedocument.presentationml.slide+xml"/>
  <Override PartName="/ppt/notesSlides/notesSlide820.xml" ContentType="application/vnd.openxmlformats-officedocument.presentationml.notesSlide+xml"/>
  <Override PartName="/ppt/slides/slide821.xml" ContentType="application/vnd.openxmlformats-officedocument.presentationml.slide+xml"/>
  <Override PartName="/ppt/notesSlides/notesSlide821.xml" ContentType="application/vnd.openxmlformats-officedocument.presentationml.notesSlide+xml"/>
  <Override PartName="/ppt/slides/slide822.xml" ContentType="application/vnd.openxmlformats-officedocument.presentationml.slide+xml"/>
  <Override PartName="/ppt/notesSlides/notesSlide822.xml" ContentType="application/vnd.openxmlformats-officedocument.presentationml.notesSlide+xml"/>
  <Override PartName="/ppt/slides/slide823.xml" ContentType="application/vnd.openxmlformats-officedocument.presentationml.slide+xml"/>
  <Override PartName="/ppt/notesSlides/notesSlide823.xml" ContentType="application/vnd.openxmlformats-officedocument.presentationml.notesSlide+xml"/>
  <Override PartName="/ppt/slides/slide824.xml" ContentType="application/vnd.openxmlformats-officedocument.presentationml.slide+xml"/>
  <Override PartName="/ppt/notesSlides/notesSlide824.xml" ContentType="application/vnd.openxmlformats-officedocument.presentationml.notesSlide+xml"/>
  <Override PartName="/ppt/slides/slide825.xml" ContentType="application/vnd.openxmlformats-officedocument.presentationml.slide+xml"/>
  <Override PartName="/ppt/notesSlides/notesSlide825.xml" ContentType="application/vnd.openxmlformats-officedocument.presentationml.notesSlide+xml"/>
  <Override PartName="/ppt/slides/slide826.xml" ContentType="application/vnd.openxmlformats-officedocument.presentationml.slide+xml"/>
  <Override PartName="/ppt/notesSlides/notesSlide826.xml" ContentType="application/vnd.openxmlformats-officedocument.presentationml.notesSlide+xml"/>
  <Override PartName="/ppt/slides/slide827.xml" ContentType="application/vnd.openxmlformats-officedocument.presentationml.slide+xml"/>
  <Override PartName="/ppt/notesSlides/notesSlide827.xml" ContentType="application/vnd.openxmlformats-officedocument.presentationml.notesSlide+xml"/>
  <Override PartName="/ppt/slides/slide828.xml" ContentType="application/vnd.openxmlformats-officedocument.presentationml.slide+xml"/>
  <Override PartName="/ppt/notesSlides/notesSlide828.xml" ContentType="application/vnd.openxmlformats-officedocument.presentationml.notesSlide+xml"/>
  <Override PartName="/ppt/slides/slide829.xml" ContentType="application/vnd.openxmlformats-officedocument.presentationml.slide+xml"/>
  <Override PartName="/ppt/notesSlides/notesSlide829.xml" ContentType="application/vnd.openxmlformats-officedocument.presentationml.notesSlide+xml"/>
  <Override PartName="/ppt/slides/slide830.xml" ContentType="application/vnd.openxmlformats-officedocument.presentationml.slide+xml"/>
  <Override PartName="/ppt/notesSlides/notesSlide830.xml" ContentType="application/vnd.openxmlformats-officedocument.presentationml.notesSlide+xml"/>
  <Override PartName="/ppt/slides/slide831.xml" ContentType="application/vnd.openxmlformats-officedocument.presentationml.slide+xml"/>
  <Override PartName="/ppt/notesSlides/notesSlide831.xml" ContentType="application/vnd.openxmlformats-officedocument.presentationml.notesSlide+xml"/>
  <Override PartName="/ppt/slides/slide832.xml" ContentType="application/vnd.openxmlformats-officedocument.presentationml.slide+xml"/>
  <Override PartName="/ppt/notesSlides/notesSlide832.xml" ContentType="application/vnd.openxmlformats-officedocument.presentationml.notesSlide+xml"/>
  <Override PartName="/ppt/slides/slide833.xml" ContentType="application/vnd.openxmlformats-officedocument.presentationml.slide+xml"/>
  <Override PartName="/ppt/notesSlides/notesSlide833.xml" ContentType="application/vnd.openxmlformats-officedocument.presentationml.notesSlide+xml"/>
  <Override PartName="/ppt/slides/slide834.xml" ContentType="application/vnd.openxmlformats-officedocument.presentationml.slide+xml"/>
  <Override PartName="/ppt/notesSlides/notesSlide834.xml" ContentType="application/vnd.openxmlformats-officedocument.presentationml.notesSlide+xml"/>
  <Override PartName="/ppt/slides/slide835.xml" ContentType="application/vnd.openxmlformats-officedocument.presentationml.slide+xml"/>
  <Override PartName="/ppt/notesSlides/notesSlide835.xml" ContentType="application/vnd.openxmlformats-officedocument.presentationml.notesSlide+xml"/>
  <Override PartName="/ppt/slides/slide836.xml" ContentType="application/vnd.openxmlformats-officedocument.presentationml.slide+xml"/>
  <Override PartName="/ppt/notesSlides/notesSlide836.xml" ContentType="application/vnd.openxmlformats-officedocument.presentationml.notesSlide+xml"/>
  <Override PartName="/ppt/slides/slide837.xml" ContentType="application/vnd.openxmlformats-officedocument.presentationml.slide+xml"/>
  <Override PartName="/ppt/notesSlides/notesSlide837.xml" ContentType="application/vnd.openxmlformats-officedocument.presentationml.notesSlide+xml"/>
  <Override PartName="/ppt/slides/slide838.xml" ContentType="application/vnd.openxmlformats-officedocument.presentationml.slide+xml"/>
  <Override PartName="/ppt/notesSlides/notesSlide838.xml" ContentType="application/vnd.openxmlformats-officedocument.presentationml.notesSlide+xml"/>
  <Override PartName="/ppt/slides/slide839.xml" ContentType="application/vnd.openxmlformats-officedocument.presentationml.slide+xml"/>
  <Override PartName="/ppt/notesSlides/notesSlide839.xml" ContentType="application/vnd.openxmlformats-officedocument.presentationml.notesSlide+xml"/>
  <Override PartName="/ppt/slides/slide840.xml" ContentType="application/vnd.openxmlformats-officedocument.presentationml.slide+xml"/>
  <Override PartName="/ppt/notesSlides/notesSlide840.xml" ContentType="application/vnd.openxmlformats-officedocument.presentationml.notesSlide+xml"/>
  <Override PartName="/ppt/slides/slide841.xml" ContentType="application/vnd.openxmlformats-officedocument.presentationml.slide+xml"/>
  <Override PartName="/ppt/notesSlides/notesSlide841.xml" ContentType="application/vnd.openxmlformats-officedocument.presentationml.notesSlide+xml"/>
  <Override PartName="/ppt/slides/slide842.xml" ContentType="application/vnd.openxmlformats-officedocument.presentationml.slide+xml"/>
  <Override PartName="/ppt/notesSlides/notesSlide842.xml" ContentType="application/vnd.openxmlformats-officedocument.presentationml.notesSlide+xml"/>
  <Override PartName="/ppt/slides/slide843.xml" ContentType="application/vnd.openxmlformats-officedocument.presentationml.slide+xml"/>
  <Override PartName="/ppt/notesSlides/notesSlide843.xml" ContentType="application/vnd.openxmlformats-officedocument.presentationml.notesSlide+xml"/>
  <Override PartName="/ppt/slides/slide844.xml" ContentType="application/vnd.openxmlformats-officedocument.presentationml.slide+xml"/>
  <Override PartName="/ppt/notesSlides/notesSlide844.xml" ContentType="application/vnd.openxmlformats-officedocument.presentationml.notesSlide+xml"/>
  <Override PartName="/ppt/slides/slide845.xml" ContentType="application/vnd.openxmlformats-officedocument.presentationml.slide+xml"/>
  <Override PartName="/ppt/notesSlides/notesSlide845.xml" ContentType="application/vnd.openxmlformats-officedocument.presentationml.notesSlide+xml"/>
  <Override PartName="/ppt/slides/slide846.xml" ContentType="application/vnd.openxmlformats-officedocument.presentationml.slide+xml"/>
  <Override PartName="/ppt/notesSlides/notesSlide846.xml" ContentType="application/vnd.openxmlformats-officedocument.presentationml.notesSlide+xml"/>
  <Override PartName="/ppt/slides/slide847.xml" ContentType="application/vnd.openxmlformats-officedocument.presentationml.slide+xml"/>
  <Override PartName="/ppt/notesSlides/notesSlide847.xml" ContentType="application/vnd.openxmlformats-officedocument.presentationml.notesSlide+xml"/>
  <Override PartName="/ppt/slides/slide848.xml" ContentType="application/vnd.openxmlformats-officedocument.presentationml.slide+xml"/>
  <Override PartName="/ppt/notesSlides/notesSlide848.xml" ContentType="application/vnd.openxmlformats-officedocument.presentationml.notesSlide+xml"/>
  <Override PartName="/ppt/slides/slide849.xml" ContentType="application/vnd.openxmlformats-officedocument.presentationml.slide+xml"/>
  <Override PartName="/ppt/notesSlides/notesSlide849.xml" ContentType="application/vnd.openxmlformats-officedocument.presentationml.notesSlide+xml"/>
  <Override PartName="/ppt/slides/slide850.xml" ContentType="application/vnd.openxmlformats-officedocument.presentationml.slide+xml"/>
  <Override PartName="/ppt/notesSlides/notesSlide850.xml" ContentType="application/vnd.openxmlformats-officedocument.presentationml.notesSlide+xml"/>
  <Override PartName="/ppt/slides/slide851.xml" ContentType="application/vnd.openxmlformats-officedocument.presentationml.slide+xml"/>
  <Override PartName="/ppt/notesSlides/notesSlide851.xml" ContentType="application/vnd.openxmlformats-officedocument.presentationml.notesSlide+xml"/>
  <Override PartName="/ppt/slides/slide852.xml" ContentType="application/vnd.openxmlformats-officedocument.presentationml.slide+xml"/>
  <Override PartName="/ppt/notesSlides/notesSlide852.xml" ContentType="application/vnd.openxmlformats-officedocument.presentationml.notesSlide+xml"/>
  <Override PartName="/ppt/slides/slide853.xml" ContentType="application/vnd.openxmlformats-officedocument.presentationml.slide+xml"/>
  <Override PartName="/ppt/notesSlides/notesSlide853.xml" ContentType="application/vnd.openxmlformats-officedocument.presentationml.notesSlide+xml"/>
  <Override PartName="/ppt/slides/slide854.xml" ContentType="application/vnd.openxmlformats-officedocument.presentationml.slide+xml"/>
  <Override PartName="/ppt/notesSlides/notesSlide854.xml" ContentType="application/vnd.openxmlformats-officedocument.presentationml.notesSlide+xml"/>
  <Override PartName="/ppt/slides/slide855.xml" ContentType="application/vnd.openxmlformats-officedocument.presentationml.slide+xml"/>
  <Override PartName="/ppt/notesSlides/notesSlide855.xml" ContentType="application/vnd.openxmlformats-officedocument.presentationml.notesSlide+xml"/>
  <Override PartName="/ppt/slides/slide856.xml" ContentType="application/vnd.openxmlformats-officedocument.presentationml.slide+xml"/>
  <Override PartName="/ppt/notesSlides/notesSlide856.xml" ContentType="application/vnd.openxmlformats-officedocument.presentationml.notesSlide+xml"/>
  <Override PartName="/ppt/slides/slide857.xml" ContentType="application/vnd.openxmlformats-officedocument.presentationml.slide+xml"/>
  <Override PartName="/ppt/notesSlides/notesSlide857.xml" ContentType="application/vnd.openxmlformats-officedocument.presentationml.notesSlide+xml"/>
  <Override PartName="/ppt/slides/slide858.xml" ContentType="application/vnd.openxmlformats-officedocument.presentationml.slide+xml"/>
  <Override PartName="/ppt/notesSlides/notesSlide858.xml" ContentType="application/vnd.openxmlformats-officedocument.presentationml.notesSlide+xml"/>
  <Override PartName="/ppt/slides/slide859.xml" ContentType="application/vnd.openxmlformats-officedocument.presentationml.slide+xml"/>
  <Override PartName="/ppt/notesSlides/notesSlide859.xml" ContentType="application/vnd.openxmlformats-officedocument.presentationml.notesSlide+xml"/>
  <Override PartName="/ppt/slides/slide860.xml" ContentType="application/vnd.openxmlformats-officedocument.presentationml.slide+xml"/>
  <Override PartName="/ppt/notesSlides/notesSlide860.xml" ContentType="application/vnd.openxmlformats-officedocument.presentationml.notesSlide+xml"/>
  <Override PartName="/ppt/slides/slide861.xml" ContentType="application/vnd.openxmlformats-officedocument.presentationml.slide+xml"/>
  <Override PartName="/ppt/notesSlides/notesSlide861.xml" ContentType="application/vnd.openxmlformats-officedocument.presentationml.notesSlide+xml"/>
  <Override PartName="/ppt/slides/slide862.xml" ContentType="application/vnd.openxmlformats-officedocument.presentationml.slide+xml"/>
  <Override PartName="/ppt/notesSlides/notesSlide862.xml" ContentType="application/vnd.openxmlformats-officedocument.presentationml.notesSlide+xml"/>
  <Override PartName="/ppt/slides/slide863.xml" ContentType="application/vnd.openxmlformats-officedocument.presentationml.slide+xml"/>
  <Override PartName="/ppt/notesSlides/notesSlide863.xml" ContentType="application/vnd.openxmlformats-officedocument.presentationml.notesSlide+xml"/>
  <Override PartName="/ppt/slides/slide864.xml" ContentType="application/vnd.openxmlformats-officedocument.presentationml.slide+xml"/>
  <Override PartName="/ppt/notesSlides/notesSlide864.xml" ContentType="application/vnd.openxmlformats-officedocument.presentationml.notesSlide+xml"/>
  <Override PartName="/ppt/slides/slide865.xml" ContentType="application/vnd.openxmlformats-officedocument.presentationml.slide+xml"/>
  <Override PartName="/ppt/notesSlides/notesSlide865.xml" ContentType="application/vnd.openxmlformats-officedocument.presentationml.notesSlide+xml"/>
  <Override PartName="/ppt/slides/slide866.xml" ContentType="application/vnd.openxmlformats-officedocument.presentationml.slide+xml"/>
  <Override PartName="/ppt/notesSlides/notesSlide866.xml" ContentType="application/vnd.openxmlformats-officedocument.presentationml.notesSlide+xml"/>
  <Override PartName="/ppt/slides/slide868.xml" ContentType="application/vnd.openxmlformats-officedocument.presentationml.slide+xml"/>
  <Override PartName="/ppt/notesSlides/notesSlide868.xml" ContentType="application/vnd.openxmlformats-officedocument.presentationml.notesSlide+xml"/>
  <Override PartName="/ppt/slides/slide869.xml" ContentType="application/vnd.openxmlformats-officedocument.presentationml.slide+xml"/>
  <Override PartName="/ppt/notesSlides/notesSlide869.xml" ContentType="application/vnd.openxmlformats-officedocument.presentationml.notesSlide+xml"/>
  <Override PartName="/ppt/slides/slide870.xml" ContentType="application/vnd.openxmlformats-officedocument.presentationml.slide+xml"/>
  <Override PartName="/ppt/notesSlides/notesSlide870.xml" ContentType="application/vnd.openxmlformats-officedocument.presentationml.notesSlide+xml"/>
  <Override PartName="/ppt/slides/slide871.xml" ContentType="application/vnd.openxmlformats-officedocument.presentationml.slide+xml"/>
  <Override PartName="/ppt/notesSlides/notesSlide871.xml" ContentType="application/vnd.openxmlformats-officedocument.presentationml.notesSlide+xml"/>
  <Override PartName="/ppt/slides/slide872.xml" ContentType="application/vnd.openxmlformats-officedocument.presentationml.slide+xml"/>
  <Override PartName="/ppt/notesSlides/notesSlide872.xml" ContentType="application/vnd.openxmlformats-officedocument.presentationml.notesSlide+xml"/>
  <Override PartName="/ppt/slides/slide873.xml" ContentType="application/vnd.openxmlformats-officedocument.presentationml.slide+xml"/>
  <Override PartName="/ppt/notesSlides/notesSlide873.xml" ContentType="application/vnd.openxmlformats-officedocument.presentationml.notesSlide+xml"/>
  <Override PartName="/ppt/slides/slide874.xml" ContentType="application/vnd.openxmlformats-officedocument.presentationml.slide+xml"/>
  <Override PartName="/ppt/notesSlides/notesSlide874.xml" ContentType="application/vnd.openxmlformats-officedocument.presentationml.notesSlide+xml"/>
  <Override PartName="/ppt/slides/slide875.xml" ContentType="application/vnd.openxmlformats-officedocument.presentationml.slide+xml"/>
  <Override PartName="/ppt/notesSlides/notesSlide875.xml" ContentType="application/vnd.openxmlformats-officedocument.presentationml.notesSlide+xml"/>
  <Override PartName="/ppt/slides/slide876.xml" ContentType="application/vnd.openxmlformats-officedocument.presentationml.slide+xml"/>
  <Override PartName="/ppt/notesSlides/notesSlide876.xml" ContentType="application/vnd.openxmlformats-officedocument.presentationml.notesSlide+xml"/>
  <Override PartName="/ppt/slides/slide877.xml" ContentType="application/vnd.openxmlformats-officedocument.presentationml.slide+xml"/>
  <Override PartName="/ppt/notesSlides/notesSlide877.xml" ContentType="application/vnd.openxmlformats-officedocument.presentationml.notesSlide+xml"/>
  <Override PartName="/ppt/slides/slide878.xml" ContentType="application/vnd.openxmlformats-officedocument.presentationml.slide+xml"/>
  <Override PartName="/ppt/notesSlides/notesSlide878.xml" ContentType="application/vnd.openxmlformats-officedocument.presentationml.notesSlide+xml"/>
  <Override PartName="/ppt/slides/slide879.xml" ContentType="application/vnd.openxmlformats-officedocument.presentationml.slide+xml"/>
  <Override PartName="/ppt/notesSlides/notesSlide879.xml" ContentType="application/vnd.openxmlformats-officedocument.presentationml.notesSlide+xml"/>
  <Override PartName="/ppt/slides/slide880.xml" ContentType="application/vnd.openxmlformats-officedocument.presentationml.slide+xml"/>
  <Override PartName="/ppt/notesSlides/notesSlide880.xml" ContentType="application/vnd.openxmlformats-officedocument.presentationml.notesSlide+xml"/>
  <Override PartName="/ppt/slides/slide881.xml" ContentType="application/vnd.openxmlformats-officedocument.presentationml.slide+xml"/>
  <Override PartName="/ppt/notesSlides/notesSlide881.xml" ContentType="application/vnd.openxmlformats-officedocument.presentationml.notesSlide+xml"/>
  <Override PartName="/ppt/slides/slide882.xml" ContentType="application/vnd.openxmlformats-officedocument.presentationml.slide+xml"/>
  <Override PartName="/ppt/notesSlides/notesSlide882.xml" ContentType="application/vnd.openxmlformats-officedocument.presentationml.notesSlide+xml"/>
  <Override PartName="/ppt/slides/slide883.xml" ContentType="application/vnd.openxmlformats-officedocument.presentationml.slide+xml"/>
  <Override PartName="/ppt/notesSlides/notesSlide883.xml" ContentType="application/vnd.openxmlformats-officedocument.presentationml.notesSlide+xml"/>
  <Override PartName="/ppt/slides/slide884.xml" ContentType="application/vnd.openxmlformats-officedocument.presentationml.slide+xml"/>
  <Override PartName="/ppt/notesSlides/notesSlide884.xml" ContentType="application/vnd.openxmlformats-officedocument.presentationml.notesSlide+xml"/>
  <Override PartName="/ppt/slides/slide885.xml" ContentType="application/vnd.openxmlformats-officedocument.presentationml.slide+xml"/>
  <Override PartName="/ppt/notesSlides/notesSlide885.xml" ContentType="application/vnd.openxmlformats-officedocument.presentationml.notesSlide+xml"/>
  <Override PartName="/ppt/slides/slide886.xml" ContentType="application/vnd.openxmlformats-officedocument.presentationml.slide+xml"/>
  <Override PartName="/ppt/notesSlides/notesSlide886.xml" ContentType="application/vnd.openxmlformats-officedocument.presentationml.notesSlide+xml"/>
  <Override PartName="/ppt/slides/slide887.xml" ContentType="application/vnd.openxmlformats-officedocument.presentationml.slide+xml"/>
  <Override PartName="/ppt/notesSlides/notesSlide887.xml" ContentType="application/vnd.openxmlformats-officedocument.presentationml.notesSlide+xml"/>
  <Override PartName="/ppt/slides/slide888.xml" ContentType="application/vnd.openxmlformats-officedocument.presentationml.slide+xml"/>
  <Override PartName="/ppt/notesSlides/notesSlide888.xml" ContentType="application/vnd.openxmlformats-officedocument.presentationml.notesSlide+xml"/>
  <Override PartName="/ppt/slides/slide889.xml" ContentType="application/vnd.openxmlformats-officedocument.presentationml.slide+xml"/>
  <Override PartName="/ppt/notesSlides/notesSlide889.xml" ContentType="application/vnd.openxmlformats-officedocument.presentationml.notesSlide+xml"/>
  <Override PartName="/ppt/slides/slide890.xml" ContentType="application/vnd.openxmlformats-officedocument.presentationml.slide+xml"/>
  <Override PartName="/ppt/notesSlides/notesSlide890.xml" ContentType="application/vnd.openxmlformats-officedocument.presentationml.notesSlide+xml"/>
  <Override PartName="/ppt/slides/slide891.xml" ContentType="application/vnd.openxmlformats-officedocument.presentationml.slide+xml"/>
  <Override PartName="/ppt/notesSlides/notesSlide891.xml" ContentType="application/vnd.openxmlformats-officedocument.presentationml.notesSlide+xml"/>
  <Override PartName="/ppt/slides/slide892.xml" ContentType="application/vnd.openxmlformats-officedocument.presentationml.slide+xml"/>
  <Override PartName="/ppt/notesSlides/notesSlide89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208e0f7241f1" /><Relationship Type="http://schemas.openxmlformats.org/officeDocument/2006/relationships/extended-properties" Target="/docProps/app.xml" Id="R083ae527f0f54fd8" /><Relationship Type="http://schemas.openxmlformats.org/officeDocument/2006/relationships/officeDocument" Target="/ppt/presentation.xml" Id="R934bc43a7b4d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a2d6f383e44e3"/>
  </p:sldMasterIdLst>
  <p:notesMasterIdLst>
    <p:notesMasterId xmlns:r="http://schemas.openxmlformats.org/officeDocument/2006/relationships" r:id="R5e37de057b654d87"/>
  </p:notesMasterIdLst>
  <p:sldIdLst>
    <p:sldId xmlns:r="http://schemas.openxmlformats.org/officeDocument/2006/relationships" id="258" r:id="R40094fe98a0f473a"/>
    <p:sldId xmlns:r="http://schemas.openxmlformats.org/officeDocument/2006/relationships" id="259" r:id="R7128ade9cd3a4486"/>
    <p:sldId xmlns:r="http://schemas.openxmlformats.org/officeDocument/2006/relationships" id="260" r:id="R3fa5cb9f5fae407c"/>
    <p:sldId xmlns:r="http://schemas.openxmlformats.org/officeDocument/2006/relationships" id="262" r:id="Rce9e16de6af94f70"/>
    <p:sldId xmlns:r="http://schemas.openxmlformats.org/officeDocument/2006/relationships" id="263" r:id="Rf0cdad58be9f4354"/>
    <p:sldId xmlns:r="http://schemas.openxmlformats.org/officeDocument/2006/relationships" id="264" r:id="R63c82b6643604c9d"/>
    <p:sldId xmlns:r="http://schemas.openxmlformats.org/officeDocument/2006/relationships" id="265" r:id="R9af1300de4af44e5"/>
    <p:sldId xmlns:r="http://schemas.openxmlformats.org/officeDocument/2006/relationships" id="266" r:id="Rfa09ffc7098e4a83"/>
    <p:sldId xmlns:r="http://schemas.openxmlformats.org/officeDocument/2006/relationships" id="267" r:id="R016f291ad9984300"/>
    <p:sldId xmlns:r="http://schemas.openxmlformats.org/officeDocument/2006/relationships" id="268" r:id="R8258f4b89e9e475a"/>
    <p:sldId xmlns:r="http://schemas.openxmlformats.org/officeDocument/2006/relationships" id="269" r:id="Rb4da36bdea35441c"/>
    <p:sldId xmlns:r="http://schemas.openxmlformats.org/officeDocument/2006/relationships" id="270" r:id="R0a56cf83ce354a84"/>
    <p:sldId xmlns:r="http://schemas.openxmlformats.org/officeDocument/2006/relationships" id="271" r:id="R5393fc0078b846df"/>
    <p:sldId xmlns:r="http://schemas.openxmlformats.org/officeDocument/2006/relationships" id="272" r:id="R84ddd92621164bc7"/>
    <p:sldId xmlns:r="http://schemas.openxmlformats.org/officeDocument/2006/relationships" id="273" r:id="Rb0ff659f95b14fd5"/>
    <p:sldId xmlns:r="http://schemas.openxmlformats.org/officeDocument/2006/relationships" id="274" r:id="R3038f77d8c454836"/>
    <p:sldId xmlns:r="http://schemas.openxmlformats.org/officeDocument/2006/relationships" id="275" r:id="R609f5b69062b4773"/>
    <p:sldId xmlns:r="http://schemas.openxmlformats.org/officeDocument/2006/relationships" id="276" r:id="R96dc9e8175ef41ec"/>
    <p:sldId xmlns:r="http://schemas.openxmlformats.org/officeDocument/2006/relationships" id="277" r:id="R6da20d919d8d4885"/>
    <p:sldId xmlns:r="http://schemas.openxmlformats.org/officeDocument/2006/relationships" id="278" r:id="R4e1fa1ef88f848c5"/>
    <p:sldId xmlns:r="http://schemas.openxmlformats.org/officeDocument/2006/relationships" id="279" r:id="R140444638af54929"/>
    <p:sldId xmlns:r="http://schemas.openxmlformats.org/officeDocument/2006/relationships" id="280" r:id="Raf8da585c53c4e2b"/>
    <p:sldId xmlns:r="http://schemas.openxmlformats.org/officeDocument/2006/relationships" id="281" r:id="R8443cc35386843c6"/>
    <p:sldId xmlns:r="http://schemas.openxmlformats.org/officeDocument/2006/relationships" id="282" r:id="R849ccf365b00449a"/>
    <p:sldId xmlns:r="http://schemas.openxmlformats.org/officeDocument/2006/relationships" id="283" r:id="R9f03e18c99014361"/>
    <p:sldId xmlns:r="http://schemas.openxmlformats.org/officeDocument/2006/relationships" id="284" r:id="R7b9aeeca69f44bae"/>
    <p:sldId xmlns:r="http://schemas.openxmlformats.org/officeDocument/2006/relationships" id="285" r:id="R6d0ec5b088c84267"/>
    <p:sldId xmlns:r="http://schemas.openxmlformats.org/officeDocument/2006/relationships" id="286" r:id="R1f03abbd7af948bd"/>
    <p:sldId xmlns:r="http://schemas.openxmlformats.org/officeDocument/2006/relationships" id="287" r:id="R83dc571cf4b94ad1"/>
    <p:sldId xmlns:r="http://schemas.openxmlformats.org/officeDocument/2006/relationships" id="288" r:id="R11f842e37cef44ea"/>
    <p:sldId xmlns:r="http://schemas.openxmlformats.org/officeDocument/2006/relationships" id="289" r:id="R49c65711d9ef4aa0"/>
    <p:sldId xmlns:r="http://schemas.openxmlformats.org/officeDocument/2006/relationships" id="290" r:id="Rf7e310eadc5c4216"/>
    <p:sldId xmlns:r="http://schemas.openxmlformats.org/officeDocument/2006/relationships" id="291" r:id="R85424894c2fa44b4"/>
    <p:sldId xmlns:r="http://schemas.openxmlformats.org/officeDocument/2006/relationships" id="292" r:id="Re5df5ad81ae14455"/>
    <p:sldId xmlns:r="http://schemas.openxmlformats.org/officeDocument/2006/relationships" id="293" r:id="Rb646d23f294c47cb"/>
    <p:sldId xmlns:r="http://schemas.openxmlformats.org/officeDocument/2006/relationships" id="294" r:id="Rdc7d0bf8474d4637"/>
    <p:sldId xmlns:r="http://schemas.openxmlformats.org/officeDocument/2006/relationships" id="295" r:id="Rf2f38397e64a4ac3"/>
    <p:sldId xmlns:r="http://schemas.openxmlformats.org/officeDocument/2006/relationships" id="296" r:id="R5b219163703b4fe4"/>
    <p:sldId xmlns:r="http://schemas.openxmlformats.org/officeDocument/2006/relationships" id="297" r:id="R747d051d08b2463b"/>
    <p:sldId xmlns:r="http://schemas.openxmlformats.org/officeDocument/2006/relationships" id="298" r:id="R92866f608b5f4a88"/>
    <p:sldId xmlns:r="http://schemas.openxmlformats.org/officeDocument/2006/relationships" id="299" r:id="R9283d282dbd8429e"/>
    <p:sldId xmlns:r="http://schemas.openxmlformats.org/officeDocument/2006/relationships" id="300" r:id="Rc340facfa09e4446"/>
    <p:sldId xmlns:r="http://schemas.openxmlformats.org/officeDocument/2006/relationships" id="301" r:id="R89467d9bcd4b47c5"/>
    <p:sldId xmlns:r="http://schemas.openxmlformats.org/officeDocument/2006/relationships" id="302" r:id="Rf9e26bb719a84441"/>
    <p:sldId xmlns:r="http://schemas.openxmlformats.org/officeDocument/2006/relationships" id="303" r:id="R99a1849a93fd4147"/>
    <p:sldId xmlns:r="http://schemas.openxmlformats.org/officeDocument/2006/relationships" id="304" r:id="R026ebf26ccc44cb1"/>
    <p:sldId xmlns:r="http://schemas.openxmlformats.org/officeDocument/2006/relationships" id="305" r:id="R1cbc38e23c7f40cb"/>
    <p:sldId xmlns:r="http://schemas.openxmlformats.org/officeDocument/2006/relationships" id="306" r:id="R6a2b00cd2e6f4dbd"/>
    <p:sldId xmlns:r="http://schemas.openxmlformats.org/officeDocument/2006/relationships" id="307" r:id="R052fdf93b62f4597"/>
    <p:sldId xmlns:r="http://schemas.openxmlformats.org/officeDocument/2006/relationships" id="308" r:id="R0204361deb19413d"/>
    <p:sldId xmlns:r="http://schemas.openxmlformats.org/officeDocument/2006/relationships" id="309" r:id="R271718991e4e4455"/>
    <p:sldId xmlns:r="http://schemas.openxmlformats.org/officeDocument/2006/relationships" id="310" r:id="R48b6c8ca79614a56"/>
    <p:sldId xmlns:r="http://schemas.openxmlformats.org/officeDocument/2006/relationships" id="311" r:id="R3ff351c4cb534f01"/>
    <p:sldId xmlns:r="http://schemas.openxmlformats.org/officeDocument/2006/relationships" id="312" r:id="Re63a223be5884424"/>
    <p:sldId xmlns:r="http://schemas.openxmlformats.org/officeDocument/2006/relationships" id="313" r:id="Reba96e9a88be455d"/>
    <p:sldId xmlns:r="http://schemas.openxmlformats.org/officeDocument/2006/relationships" id="314" r:id="Rf377a4cf1cb54b3f"/>
    <p:sldId xmlns:r="http://schemas.openxmlformats.org/officeDocument/2006/relationships" id="315" r:id="Rf37886f102294395"/>
    <p:sldId xmlns:r="http://schemas.openxmlformats.org/officeDocument/2006/relationships" id="316" r:id="Refe12b98bc344e82"/>
    <p:sldId xmlns:r="http://schemas.openxmlformats.org/officeDocument/2006/relationships" id="318" r:id="R83765a6b94364c73"/>
    <p:sldId xmlns:r="http://schemas.openxmlformats.org/officeDocument/2006/relationships" id="319" r:id="Red1b936c7f404f93"/>
    <p:sldId xmlns:r="http://schemas.openxmlformats.org/officeDocument/2006/relationships" id="320" r:id="Rd848cd98d8214460"/>
    <p:sldId xmlns:r="http://schemas.openxmlformats.org/officeDocument/2006/relationships" id="321" r:id="R16897865d026430c"/>
    <p:sldId xmlns:r="http://schemas.openxmlformats.org/officeDocument/2006/relationships" id="322" r:id="R1cb5ff3b1c154ceb"/>
    <p:sldId xmlns:r="http://schemas.openxmlformats.org/officeDocument/2006/relationships" id="323" r:id="R5122bea93fc4414a"/>
    <p:sldId xmlns:r="http://schemas.openxmlformats.org/officeDocument/2006/relationships" id="324" r:id="R0da372f113904fa8"/>
    <p:sldId xmlns:r="http://schemas.openxmlformats.org/officeDocument/2006/relationships" id="325" r:id="Rda00ba0dceed420d"/>
    <p:sldId xmlns:r="http://schemas.openxmlformats.org/officeDocument/2006/relationships" id="326" r:id="Rc94c9beb05a94f48"/>
    <p:sldId xmlns:r="http://schemas.openxmlformats.org/officeDocument/2006/relationships" id="327" r:id="Rfa2c262570c94914"/>
    <p:sldId xmlns:r="http://schemas.openxmlformats.org/officeDocument/2006/relationships" id="328" r:id="Rae833b7f92bf4d25"/>
    <p:sldId xmlns:r="http://schemas.openxmlformats.org/officeDocument/2006/relationships" id="329" r:id="Re6b65d81949a4615"/>
    <p:sldId xmlns:r="http://schemas.openxmlformats.org/officeDocument/2006/relationships" id="330" r:id="R6572106f69894766"/>
    <p:sldId xmlns:r="http://schemas.openxmlformats.org/officeDocument/2006/relationships" id="331" r:id="R442a27206b684557"/>
    <p:sldId xmlns:r="http://schemas.openxmlformats.org/officeDocument/2006/relationships" id="332" r:id="Rdd88bdd4945c449c"/>
    <p:sldId xmlns:r="http://schemas.openxmlformats.org/officeDocument/2006/relationships" id="333" r:id="R8611a3be64104697"/>
    <p:sldId xmlns:r="http://schemas.openxmlformats.org/officeDocument/2006/relationships" id="334" r:id="Re2bc34eca57549b9"/>
    <p:sldId xmlns:r="http://schemas.openxmlformats.org/officeDocument/2006/relationships" id="335" r:id="Rc730d4e6522441a0"/>
    <p:sldId xmlns:r="http://schemas.openxmlformats.org/officeDocument/2006/relationships" id="336" r:id="Rf363b9788bca4bb7"/>
    <p:sldId xmlns:r="http://schemas.openxmlformats.org/officeDocument/2006/relationships" id="337" r:id="R99d0541f0b0f4b46"/>
    <p:sldId xmlns:r="http://schemas.openxmlformats.org/officeDocument/2006/relationships" id="338" r:id="Rcdd45b9b57844da3"/>
    <p:sldId xmlns:r="http://schemas.openxmlformats.org/officeDocument/2006/relationships" id="339" r:id="R842ffcc221a94ce3"/>
    <p:sldId xmlns:r="http://schemas.openxmlformats.org/officeDocument/2006/relationships" id="340" r:id="R359c247681d246a7"/>
    <p:sldId xmlns:r="http://schemas.openxmlformats.org/officeDocument/2006/relationships" id="341" r:id="R67fd3eb8cfce472d"/>
    <p:sldId xmlns:r="http://schemas.openxmlformats.org/officeDocument/2006/relationships" id="342" r:id="R20d7d31ca39d41b2"/>
    <p:sldId xmlns:r="http://schemas.openxmlformats.org/officeDocument/2006/relationships" id="343" r:id="Re013485f5ba04754"/>
    <p:sldId xmlns:r="http://schemas.openxmlformats.org/officeDocument/2006/relationships" id="344" r:id="Re4ed9eabe41e4925"/>
    <p:sldId xmlns:r="http://schemas.openxmlformats.org/officeDocument/2006/relationships" id="345" r:id="R8a1a22c0055e4fb6"/>
    <p:sldId xmlns:r="http://schemas.openxmlformats.org/officeDocument/2006/relationships" id="346" r:id="R32fe5d9f9c5243d5"/>
    <p:sldId xmlns:r="http://schemas.openxmlformats.org/officeDocument/2006/relationships" id="347" r:id="R65f5bb664bdf41e6"/>
    <p:sldId xmlns:r="http://schemas.openxmlformats.org/officeDocument/2006/relationships" id="348" r:id="R394fd557df9a417e"/>
    <p:sldId xmlns:r="http://schemas.openxmlformats.org/officeDocument/2006/relationships" id="349" r:id="Re13af011b9404d23"/>
    <p:sldId xmlns:r="http://schemas.openxmlformats.org/officeDocument/2006/relationships" id="350" r:id="Rf6806c6cb850498d"/>
    <p:sldId xmlns:r="http://schemas.openxmlformats.org/officeDocument/2006/relationships" id="351" r:id="R7796bd93e02341c5"/>
    <p:sldId xmlns:r="http://schemas.openxmlformats.org/officeDocument/2006/relationships" id="352" r:id="Rb970b5bb72fe4fee"/>
    <p:sldId xmlns:r="http://schemas.openxmlformats.org/officeDocument/2006/relationships" id="353" r:id="R2a7bb38ca42b41a8"/>
    <p:sldId xmlns:r="http://schemas.openxmlformats.org/officeDocument/2006/relationships" id="354" r:id="Ree61c481b77a4c7a"/>
    <p:sldId xmlns:r="http://schemas.openxmlformats.org/officeDocument/2006/relationships" id="355" r:id="Rd02aa0b84dc140f0"/>
    <p:sldId xmlns:r="http://schemas.openxmlformats.org/officeDocument/2006/relationships" id="356" r:id="Rce9a590360cf484c"/>
    <p:sldId xmlns:r="http://schemas.openxmlformats.org/officeDocument/2006/relationships" id="357" r:id="R6f28dae22c1042e2"/>
    <p:sldId xmlns:r="http://schemas.openxmlformats.org/officeDocument/2006/relationships" id="358" r:id="R55864a6afa7d458e"/>
    <p:sldId xmlns:r="http://schemas.openxmlformats.org/officeDocument/2006/relationships" id="359" r:id="Raf221285c48d417f"/>
    <p:sldId xmlns:r="http://schemas.openxmlformats.org/officeDocument/2006/relationships" id="360" r:id="R19c690b938c4460b"/>
    <p:sldId xmlns:r="http://schemas.openxmlformats.org/officeDocument/2006/relationships" id="361" r:id="R05153adb8fb44fbf"/>
    <p:sldId xmlns:r="http://schemas.openxmlformats.org/officeDocument/2006/relationships" id="362" r:id="R04f4efdbf0ad4fba"/>
    <p:sldId xmlns:r="http://schemas.openxmlformats.org/officeDocument/2006/relationships" id="363" r:id="Rf01cbde78e614f9e"/>
    <p:sldId xmlns:r="http://schemas.openxmlformats.org/officeDocument/2006/relationships" id="364" r:id="Ree942a7e61a7419e"/>
    <p:sldId xmlns:r="http://schemas.openxmlformats.org/officeDocument/2006/relationships" id="365" r:id="R2bf1b7ad1ebe4f08"/>
    <p:sldId xmlns:r="http://schemas.openxmlformats.org/officeDocument/2006/relationships" id="366" r:id="R9507627b0fea4543"/>
    <p:sldId xmlns:r="http://schemas.openxmlformats.org/officeDocument/2006/relationships" id="367" r:id="R4abace65dee94b6f"/>
    <p:sldId xmlns:r="http://schemas.openxmlformats.org/officeDocument/2006/relationships" id="368" r:id="Ra94a723866204af3"/>
    <p:sldId xmlns:r="http://schemas.openxmlformats.org/officeDocument/2006/relationships" id="369" r:id="Rfd619e8542ad4a1c"/>
    <p:sldId xmlns:r="http://schemas.openxmlformats.org/officeDocument/2006/relationships" id="370" r:id="R00a95921822b4d96"/>
    <p:sldId xmlns:r="http://schemas.openxmlformats.org/officeDocument/2006/relationships" id="371" r:id="R971be3370ffd4f80"/>
    <p:sldId xmlns:r="http://schemas.openxmlformats.org/officeDocument/2006/relationships" id="372" r:id="R8792f9de34de49b8"/>
    <p:sldId xmlns:r="http://schemas.openxmlformats.org/officeDocument/2006/relationships" id="373" r:id="Rf70ff64922a84794"/>
    <p:sldId xmlns:r="http://schemas.openxmlformats.org/officeDocument/2006/relationships" id="375" r:id="Ref5d4a58551b4156"/>
    <p:sldId xmlns:r="http://schemas.openxmlformats.org/officeDocument/2006/relationships" id="376" r:id="R87381faa395a40f1"/>
    <p:sldId xmlns:r="http://schemas.openxmlformats.org/officeDocument/2006/relationships" id="377" r:id="R53622f8ddbd74119"/>
    <p:sldId xmlns:r="http://schemas.openxmlformats.org/officeDocument/2006/relationships" id="378" r:id="Rb5ec4ffcc5064830"/>
    <p:sldId xmlns:r="http://schemas.openxmlformats.org/officeDocument/2006/relationships" id="379" r:id="R4c256263b6c24f69"/>
    <p:sldId xmlns:r="http://schemas.openxmlformats.org/officeDocument/2006/relationships" id="380" r:id="Rc3991d67b0c74ad7"/>
    <p:sldId xmlns:r="http://schemas.openxmlformats.org/officeDocument/2006/relationships" id="381" r:id="Rc26ad8f1fb714969"/>
    <p:sldId xmlns:r="http://schemas.openxmlformats.org/officeDocument/2006/relationships" id="382" r:id="Re491d28fef434a82"/>
    <p:sldId xmlns:r="http://schemas.openxmlformats.org/officeDocument/2006/relationships" id="383" r:id="Rc5282c279fd44132"/>
    <p:sldId xmlns:r="http://schemas.openxmlformats.org/officeDocument/2006/relationships" id="384" r:id="Raf02087019af4e60"/>
    <p:sldId xmlns:r="http://schemas.openxmlformats.org/officeDocument/2006/relationships" id="385" r:id="Rdfed820d7c5043c7"/>
    <p:sldId xmlns:r="http://schemas.openxmlformats.org/officeDocument/2006/relationships" id="386" r:id="R8b21c983322f4d0a"/>
    <p:sldId xmlns:r="http://schemas.openxmlformats.org/officeDocument/2006/relationships" id="387" r:id="Rf469b89b0e0b4968"/>
    <p:sldId xmlns:r="http://schemas.openxmlformats.org/officeDocument/2006/relationships" id="388" r:id="R6162c7831867488a"/>
    <p:sldId xmlns:r="http://schemas.openxmlformats.org/officeDocument/2006/relationships" id="471" r:id="Rb4aac9ad477c463d"/>
    <p:sldId xmlns:r="http://schemas.openxmlformats.org/officeDocument/2006/relationships" id="472" r:id="R7b8922a2728d4c19"/>
    <p:sldId xmlns:r="http://schemas.openxmlformats.org/officeDocument/2006/relationships" id="473" r:id="R05a604c003c4409e"/>
    <p:sldId xmlns:r="http://schemas.openxmlformats.org/officeDocument/2006/relationships" id="475" r:id="R983afab66a3c4cbd"/>
    <p:sldId xmlns:r="http://schemas.openxmlformats.org/officeDocument/2006/relationships" id="476" r:id="R0e5e153be8344cb5"/>
    <p:sldId xmlns:r="http://schemas.openxmlformats.org/officeDocument/2006/relationships" id="477" r:id="Rde0b47deb44c4d1e"/>
    <p:sldId xmlns:r="http://schemas.openxmlformats.org/officeDocument/2006/relationships" id="478" r:id="R2570ded316c94f0b"/>
    <p:sldId xmlns:r="http://schemas.openxmlformats.org/officeDocument/2006/relationships" id="479" r:id="R0ff3db40a8be4cc8"/>
    <p:sldId xmlns:r="http://schemas.openxmlformats.org/officeDocument/2006/relationships" id="480" r:id="R754430891db44809"/>
    <p:sldId xmlns:r="http://schemas.openxmlformats.org/officeDocument/2006/relationships" id="481" r:id="Rba8f455b62234054"/>
    <p:sldId xmlns:r="http://schemas.openxmlformats.org/officeDocument/2006/relationships" id="482" r:id="R1adfd22ec18f419c"/>
    <p:sldId xmlns:r="http://schemas.openxmlformats.org/officeDocument/2006/relationships" id="483" r:id="Rd81d1dbe44db488a"/>
    <p:sldId xmlns:r="http://schemas.openxmlformats.org/officeDocument/2006/relationships" id="484" r:id="R1fdad9f71c8a4adf"/>
    <p:sldId xmlns:r="http://schemas.openxmlformats.org/officeDocument/2006/relationships" id="485" r:id="R507a21e512134979"/>
    <p:sldId xmlns:r="http://schemas.openxmlformats.org/officeDocument/2006/relationships" id="486" r:id="R58dd0493934f4ba9"/>
    <p:sldId xmlns:r="http://schemas.openxmlformats.org/officeDocument/2006/relationships" id="487" r:id="R6bcd03244e0d4040"/>
    <p:sldId xmlns:r="http://schemas.openxmlformats.org/officeDocument/2006/relationships" id="488" r:id="R120afaf4658d4d23"/>
    <p:sldId xmlns:r="http://schemas.openxmlformats.org/officeDocument/2006/relationships" id="489" r:id="R6641f114806a4a2e"/>
    <p:sldId xmlns:r="http://schemas.openxmlformats.org/officeDocument/2006/relationships" id="490" r:id="R6fa8a1530b0f4062"/>
    <p:sldId xmlns:r="http://schemas.openxmlformats.org/officeDocument/2006/relationships" id="491" r:id="R32b3556272464236"/>
    <p:sldId xmlns:r="http://schemas.openxmlformats.org/officeDocument/2006/relationships" id="492" r:id="Rd2c7a2faf767469f"/>
    <p:sldId xmlns:r="http://schemas.openxmlformats.org/officeDocument/2006/relationships" id="493" r:id="Refce47b81f7f4407"/>
    <p:sldId xmlns:r="http://schemas.openxmlformats.org/officeDocument/2006/relationships" id="494" r:id="R4696c41e816a437c"/>
    <p:sldId xmlns:r="http://schemas.openxmlformats.org/officeDocument/2006/relationships" id="495" r:id="Rf5d11c3a496e44a8"/>
    <p:sldId xmlns:r="http://schemas.openxmlformats.org/officeDocument/2006/relationships" id="496" r:id="Rf63c127eeea54783"/>
    <p:sldId xmlns:r="http://schemas.openxmlformats.org/officeDocument/2006/relationships" id="497" r:id="R7a992c06b4c84cb8"/>
    <p:sldId xmlns:r="http://schemas.openxmlformats.org/officeDocument/2006/relationships" id="498" r:id="R3b348d9e1bcb452d"/>
    <p:sldId xmlns:r="http://schemas.openxmlformats.org/officeDocument/2006/relationships" id="500" r:id="R7b4579708f3d45a5"/>
    <p:sldId xmlns:r="http://schemas.openxmlformats.org/officeDocument/2006/relationships" id="501" r:id="R19c1539b98a744c1"/>
    <p:sldId xmlns:r="http://schemas.openxmlformats.org/officeDocument/2006/relationships" id="502" r:id="R46f2422d67e24633"/>
    <p:sldId xmlns:r="http://schemas.openxmlformats.org/officeDocument/2006/relationships" id="503" r:id="R9a29dfb2c0cd4339"/>
    <p:sldId xmlns:r="http://schemas.openxmlformats.org/officeDocument/2006/relationships" id="504" r:id="R6847962007824d39"/>
    <p:sldId xmlns:r="http://schemas.openxmlformats.org/officeDocument/2006/relationships" id="505" r:id="R7dbb88c6aa4b441e"/>
    <p:sldId xmlns:r="http://schemas.openxmlformats.org/officeDocument/2006/relationships" id="506" r:id="R92aa4d8da0094cad"/>
    <p:sldId xmlns:r="http://schemas.openxmlformats.org/officeDocument/2006/relationships" id="507" r:id="R288668d69e344cb0"/>
    <p:sldId xmlns:r="http://schemas.openxmlformats.org/officeDocument/2006/relationships" id="508" r:id="Rc69333b1ef6f4942"/>
    <p:sldId xmlns:r="http://schemas.openxmlformats.org/officeDocument/2006/relationships" id="509" r:id="R4b6bac96238443d1"/>
    <p:sldId xmlns:r="http://schemas.openxmlformats.org/officeDocument/2006/relationships" id="510" r:id="Rae6bda88ace7446d"/>
    <p:sldId xmlns:r="http://schemas.openxmlformats.org/officeDocument/2006/relationships" id="511" r:id="R03eeac2e0af74dd2"/>
    <p:sldId xmlns:r="http://schemas.openxmlformats.org/officeDocument/2006/relationships" id="512" r:id="R938b5c18a47b4bff"/>
    <p:sldId xmlns:r="http://schemas.openxmlformats.org/officeDocument/2006/relationships" id="513" r:id="R2d19ddf2cbe2469a"/>
    <p:sldId xmlns:r="http://schemas.openxmlformats.org/officeDocument/2006/relationships" id="514" r:id="R889893efcf974df6"/>
    <p:sldId xmlns:r="http://schemas.openxmlformats.org/officeDocument/2006/relationships" id="515" r:id="R0c2076d3187d436c"/>
    <p:sldId xmlns:r="http://schemas.openxmlformats.org/officeDocument/2006/relationships" id="516" r:id="Re8c25e15706e4d2e"/>
    <p:sldId xmlns:r="http://schemas.openxmlformats.org/officeDocument/2006/relationships" id="517" r:id="R26848c506cee4d94"/>
    <p:sldId xmlns:r="http://schemas.openxmlformats.org/officeDocument/2006/relationships" id="518" r:id="R8a56b1ec7d864b88"/>
    <p:sldId xmlns:r="http://schemas.openxmlformats.org/officeDocument/2006/relationships" id="519" r:id="R0117c88212324e92"/>
    <p:sldId xmlns:r="http://schemas.openxmlformats.org/officeDocument/2006/relationships" id="520" r:id="Rd9c139f66fe84eb2"/>
    <p:sldId xmlns:r="http://schemas.openxmlformats.org/officeDocument/2006/relationships" id="521" r:id="R3fbf193124c74099"/>
    <p:sldId xmlns:r="http://schemas.openxmlformats.org/officeDocument/2006/relationships" id="522" r:id="R922e084261db4248"/>
    <p:sldId xmlns:r="http://schemas.openxmlformats.org/officeDocument/2006/relationships" id="523" r:id="R361d23c424254b45"/>
    <p:sldId xmlns:r="http://schemas.openxmlformats.org/officeDocument/2006/relationships" id="524" r:id="R7f82aa6f1bf94fba"/>
    <p:sldId xmlns:r="http://schemas.openxmlformats.org/officeDocument/2006/relationships" id="525" r:id="Rd7ea774d483146ac"/>
    <p:sldId xmlns:r="http://schemas.openxmlformats.org/officeDocument/2006/relationships" id="526" r:id="R68ca01a9534646ee"/>
    <p:sldId xmlns:r="http://schemas.openxmlformats.org/officeDocument/2006/relationships" id="527" r:id="Rc8b3613554824467"/>
    <p:sldId xmlns:r="http://schemas.openxmlformats.org/officeDocument/2006/relationships" id="528" r:id="R7fcf20015b7c4e8d"/>
    <p:sldId xmlns:r="http://schemas.openxmlformats.org/officeDocument/2006/relationships" id="529" r:id="Ra14c1c546491449c"/>
    <p:sldId xmlns:r="http://schemas.openxmlformats.org/officeDocument/2006/relationships" id="530" r:id="Rcc5afa6f55354190"/>
    <p:sldId xmlns:r="http://schemas.openxmlformats.org/officeDocument/2006/relationships" id="531" r:id="R4eb2164863f944b3"/>
    <p:sldId xmlns:r="http://schemas.openxmlformats.org/officeDocument/2006/relationships" id="532" r:id="R2cc626268328483d"/>
    <p:sldId xmlns:r="http://schemas.openxmlformats.org/officeDocument/2006/relationships" id="533" r:id="R424d45d1472a4a4b"/>
    <p:sldId xmlns:r="http://schemas.openxmlformats.org/officeDocument/2006/relationships" id="534" r:id="Ra0be793f87c84fae"/>
    <p:sldId xmlns:r="http://schemas.openxmlformats.org/officeDocument/2006/relationships" id="535" r:id="R68ea39ba46254ef5"/>
    <p:sldId xmlns:r="http://schemas.openxmlformats.org/officeDocument/2006/relationships" id="536" r:id="Ra915bd9637314c95"/>
    <p:sldId xmlns:r="http://schemas.openxmlformats.org/officeDocument/2006/relationships" id="537" r:id="R3fd10352e82545e3"/>
    <p:sldId xmlns:r="http://schemas.openxmlformats.org/officeDocument/2006/relationships" id="538" r:id="Re25e57286f60441e"/>
    <p:sldId xmlns:r="http://schemas.openxmlformats.org/officeDocument/2006/relationships" id="539" r:id="R0977387e8c674cb3"/>
    <p:sldId xmlns:r="http://schemas.openxmlformats.org/officeDocument/2006/relationships" id="540" r:id="Rd5d132c89d2f4188"/>
    <p:sldId xmlns:r="http://schemas.openxmlformats.org/officeDocument/2006/relationships" id="541" r:id="Rf0fbf2044dd94a69"/>
    <p:sldId xmlns:r="http://schemas.openxmlformats.org/officeDocument/2006/relationships" id="542" r:id="Ra2d45dd88bef4e70"/>
    <p:sldId xmlns:r="http://schemas.openxmlformats.org/officeDocument/2006/relationships" id="543" r:id="Rb93389d6c2e84071"/>
    <p:sldId xmlns:r="http://schemas.openxmlformats.org/officeDocument/2006/relationships" id="544" r:id="Rf49918cba2d7485a"/>
    <p:sldId xmlns:r="http://schemas.openxmlformats.org/officeDocument/2006/relationships" id="545" r:id="R692fcdebd2f14435"/>
    <p:sldId xmlns:r="http://schemas.openxmlformats.org/officeDocument/2006/relationships" id="546" r:id="Rbae30551f8914ff0"/>
    <p:sldId xmlns:r="http://schemas.openxmlformats.org/officeDocument/2006/relationships" id="547" r:id="Rbb9e975c8c32417a"/>
    <p:sldId xmlns:r="http://schemas.openxmlformats.org/officeDocument/2006/relationships" id="548" r:id="R01ca4f0952ee4ff3"/>
    <p:sldId xmlns:r="http://schemas.openxmlformats.org/officeDocument/2006/relationships" id="549" r:id="R66d246f06eeb4f1a"/>
    <p:sldId xmlns:r="http://schemas.openxmlformats.org/officeDocument/2006/relationships" id="550" r:id="R844ee082cdd340ed"/>
    <p:sldId xmlns:r="http://schemas.openxmlformats.org/officeDocument/2006/relationships" id="551" r:id="Rd98dec23d0ba4ba5"/>
    <p:sldId xmlns:r="http://schemas.openxmlformats.org/officeDocument/2006/relationships" id="552" r:id="R8d7e995c1fa84770"/>
    <p:sldId xmlns:r="http://schemas.openxmlformats.org/officeDocument/2006/relationships" id="553" r:id="R471a8e57e52148f2"/>
    <p:sldId xmlns:r="http://schemas.openxmlformats.org/officeDocument/2006/relationships" id="554" r:id="R9961c43a86de4f6a"/>
    <p:sldId xmlns:r="http://schemas.openxmlformats.org/officeDocument/2006/relationships" id="555" r:id="Rbc30205bad284b8e"/>
    <p:sldId xmlns:r="http://schemas.openxmlformats.org/officeDocument/2006/relationships" id="556" r:id="R7a5c0648ab6347c1"/>
    <p:sldId xmlns:r="http://schemas.openxmlformats.org/officeDocument/2006/relationships" id="557" r:id="Rd982a58b9918453f"/>
    <p:sldId xmlns:r="http://schemas.openxmlformats.org/officeDocument/2006/relationships" id="558" r:id="Re2b6f41f99fb430f"/>
    <p:sldId xmlns:r="http://schemas.openxmlformats.org/officeDocument/2006/relationships" id="559" r:id="Rf26e6fe236884246"/>
    <p:sldId xmlns:r="http://schemas.openxmlformats.org/officeDocument/2006/relationships" id="560" r:id="R4d367accf24645d8"/>
    <p:sldId xmlns:r="http://schemas.openxmlformats.org/officeDocument/2006/relationships" id="561" r:id="R4d8b94807a7d4115"/>
    <p:sldId xmlns:r="http://schemas.openxmlformats.org/officeDocument/2006/relationships" id="562" r:id="Rfa4f6a726e684d25"/>
    <p:sldId xmlns:r="http://schemas.openxmlformats.org/officeDocument/2006/relationships" id="563" r:id="Re76ac2a392e84630"/>
    <p:sldId xmlns:r="http://schemas.openxmlformats.org/officeDocument/2006/relationships" id="565" r:id="R96c56e7d7d934f25"/>
    <p:sldId xmlns:r="http://schemas.openxmlformats.org/officeDocument/2006/relationships" id="566" r:id="R477c22a97345487e"/>
    <p:sldId xmlns:r="http://schemas.openxmlformats.org/officeDocument/2006/relationships" id="567" r:id="Rad9ac0d741a646b6"/>
    <p:sldId xmlns:r="http://schemas.openxmlformats.org/officeDocument/2006/relationships" id="568" r:id="Rb4c6837ce36a4239"/>
    <p:sldId xmlns:r="http://schemas.openxmlformats.org/officeDocument/2006/relationships" id="569" r:id="R1777b21f3d024fd0"/>
    <p:sldId xmlns:r="http://schemas.openxmlformats.org/officeDocument/2006/relationships" id="570" r:id="Re4c97019564143cf"/>
    <p:sldId xmlns:r="http://schemas.openxmlformats.org/officeDocument/2006/relationships" id="571" r:id="R13cb2d8dd73240be"/>
    <p:sldId xmlns:r="http://schemas.openxmlformats.org/officeDocument/2006/relationships" id="572" r:id="R274c9e49c08d490c"/>
    <p:sldId xmlns:r="http://schemas.openxmlformats.org/officeDocument/2006/relationships" id="573" r:id="Ra24dc4f6380d483c"/>
    <p:sldId xmlns:r="http://schemas.openxmlformats.org/officeDocument/2006/relationships" id="574" r:id="R31eb8f8b3c2143bf"/>
    <p:sldId xmlns:r="http://schemas.openxmlformats.org/officeDocument/2006/relationships" id="575" r:id="Rc4352d143f724a10"/>
    <p:sldId xmlns:r="http://schemas.openxmlformats.org/officeDocument/2006/relationships" id="576" r:id="R1e9bee20cbbe46bc"/>
    <p:sldId xmlns:r="http://schemas.openxmlformats.org/officeDocument/2006/relationships" id="577" r:id="Rd858e72ee302457d"/>
    <p:sldId xmlns:r="http://schemas.openxmlformats.org/officeDocument/2006/relationships" id="578" r:id="R932b1e8b4ee2447e"/>
    <p:sldId xmlns:r="http://schemas.openxmlformats.org/officeDocument/2006/relationships" id="579" r:id="Rfb74e8a708d6499a"/>
    <p:sldId xmlns:r="http://schemas.openxmlformats.org/officeDocument/2006/relationships" id="580" r:id="R7752f5467164467d"/>
    <p:sldId xmlns:r="http://schemas.openxmlformats.org/officeDocument/2006/relationships" id="581" r:id="Rf9e87b5972644453"/>
    <p:sldId xmlns:r="http://schemas.openxmlformats.org/officeDocument/2006/relationships" id="582" r:id="R4d6ab55dac0147c6"/>
    <p:sldId xmlns:r="http://schemas.openxmlformats.org/officeDocument/2006/relationships" id="583" r:id="R18a3336ba7894288"/>
    <p:sldId xmlns:r="http://schemas.openxmlformats.org/officeDocument/2006/relationships" id="584" r:id="R6d3272d60c004152"/>
    <p:sldId xmlns:r="http://schemas.openxmlformats.org/officeDocument/2006/relationships" id="585" r:id="Ra2e0e02c3d934d39"/>
    <p:sldId xmlns:r="http://schemas.openxmlformats.org/officeDocument/2006/relationships" id="586" r:id="Rf8203622b56d4e19"/>
    <p:sldId xmlns:r="http://schemas.openxmlformats.org/officeDocument/2006/relationships" id="587" r:id="R4991ae10dbfa43fc"/>
    <p:sldId xmlns:r="http://schemas.openxmlformats.org/officeDocument/2006/relationships" id="588" r:id="R801a991249714db3"/>
    <p:sldId xmlns:r="http://schemas.openxmlformats.org/officeDocument/2006/relationships" id="589" r:id="Rc6746c4d177b491a"/>
    <p:sldId xmlns:r="http://schemas.openxmlformats.org/officeDocument/2006/relationships" id="816" r:id="R6800b74a6d244d69"/>
    <p:sldId xmlns:r="http://schemas.openxmlformats.org/officeDocument/2006/relationships" id="817" r:id="R46e9e6e87b6942d2"/>
    <p:sldId xmlns:r="http://schemas.openxmlformats.org/officeDocument/2006/relationships" id="818" r:id="R9c90d927a6734c6f"/>
    <p:sldId xmlns:r="http://schemas.openxmlformats.org/officeDocument/2006/relationships" id="820" r:id="R9421c2143ee44e51"/>
    <p:sldId xmlns:r="http://schemas.openxmlformats.org/officeDocument/2006/relationships" id="821" r:id="Rb183b1a05d184ebe"/>
    <p:sldId xmlns:r="http://schemas.openxmlformats.org/officeDocument/2006/relationships" id="822" r:id="Rf89aff16a1fb4526"/>
    <p:sldId xmlns:r="http://schemas.openxmlformats.org/officeDocument/2006/relationships" id="823" r:id="R41a09e81e9af4c4b"/>
    <p:sldId xmlns:r="http://schemas.openxmlformats.org/officeDocument/2006/relationships" id="824" r:id="R9512271234844f62"/>
    <p:sldId xmlns:r="http://schemas.openxmlformats.org/officeDocument/2006/relationships" id="825" r:id="R344314e20b534361"/>
    <p:sldId xmlns:r="http://schemas.openxmlformats.org/officeDocument/2006/relationships" id="826" r:id="Ra5e6f2bd3cf54837"/>
    <p:sldId xmlns:r="http://schemas.openxmlformats.org/officeDocument/2006/relationships" id="827" r:id="R050c6d4c1c7f4c44"/>
    <p:sldId xmlns:r="http://schemas.openxmlformats.org/officeDocument/2006/relationships" id="828" r:id="R306a003fa4934541"/>
    <p:sldId xmlns:r="http://schemas.openxmlformats.org/officeDocument/2006/relationships" id="829" r:id="R533e0fa55964419d"/>
    <p:sldId xmlns:r="http://schemas.openxmlformats.org/officeDocument/2006/relationships" id="830" r:id="Re6c26009b74e48d3"/>
    <p:sldId xmlns:r="http://schemas.openxmlformats.org/officeDocument/2006/relationships" id="831" r:id="R3124beebae99426f"/>
    <p:sldId xmlns:r="http://schemas.openxmlformats.org/officeDocument/2006/relationships" id="832" r:id="Rb0e54b79a0ac46d2"/>
    <p:sldId xmlns:r="http://schemas.openxmlformats.org/officeDocument/2006/relationships" id="833" r:id="R1b33703f03194897"/>
    <p:sldId xmlns:r="http://schemas.openxmlformats.org/officeDocument/2006/relationships" id="834" r:id="R6632856ccfa74cb3"/>
    <p:sldId xmlns:r="http://schemas.openxmlformats.org/officeDocument/2006/relationships" id="835" r:id="R8b26133756364672"/>
    <p:sldId xmlns:r="http://schemas.openxmlformats.org/officeDocument/2006/relationships" id="836" r:id="R645ce468ab184bef"/>
    <p:sldId xmlns:r="http://schemas.openxmlformats.org/officeDocument/2006/relationships" id="837" r:id="R141c315a4fab497e"/>
    <p:sldId xmlns:r="http://schemas.openxmlformats.org/officeDocument/2006/relationships" id="838" r:id="R2ac0a1b088c2406b"/>
    <p:sldId xmlns:r="http://schemas.openxmlformats.org/officeDocument/2006/relationships" id="839" r:id="Rb81db77509094277"/>
    <p:sldId xmlns:r="http://schemas.openxmlformats.org/officeDocument/2006/relationships" id="840" r:id="R30566c42899e459a"/>
    <p:sldId xmlns:r="http://schemas.openxmlformats.org/officeDocument/2006/relationships" id="841" r:id="Re4aff5cced2c4765"/>
    <p:sldId xmlns:r="http://schemas.openxmlformats.org/officeDocument/2006/relationships" id="842" r:id="Rf7f9e6ef231a4a1b"/>
    <p:sldId xmlns:r="http://schemas.openxmlformats.org/officeDocument/2006/relationships" id="843" r:id="Re16a9aad89b24bbd"/>
    <p:sldId xmlns:r="http://schemas.openxmlformats.org/officeDocument/2006/relationships" id="844" r:id="R4f11cfe2d91b4f64"/>
    <p:sldId xmlns:r="http://schemas.openxmlformats.org/officeDocument/2006/relationships" id="845" r:id="Raaa90e9eb9a646a5"/>
    <p:sldId xmlns:r="http://schemas.openxmlformats.org/officeDocument/2006/relationships" id="846" r:id="R27d153d4c50c4781"/>
    <p:sldId xmlns:r="http://schemas.openxmlformats.org/officeDocument/2006/relationships" id="847" r:id="Re1e0ef3ec6f647cd"/>
    <p:sldId xmlns:r="http://schemas.openxmlformats.org/officeDocument/2006/relationships" id="848" r:id="R30f91bd06c8e494f"/>
    <p:sldId xmlns:r="http://schemas.openxmlformats.org/officeDocument/2006/relationships" id="849" r:id="R65a4fcb1b36848f4"/>
    <p:sldId xmlns:r="http://schemas.openxmlformats.org/officeDocument/2006/relationships" id="850" r:id="R5bb2078ff6134d01"/>
    <p:sldId xmlns:r="http://schemas.openxmlformats.org/officeDocument/2006/relationships" id="851" r:id="R1f0afb12b7ef4c01"/>
    <p:sldId xmlns:r="http://schemas.openxmlformats.org/officeDocument/2006/relationships" id="852" r:id="R316666ad9ad34aa8"/>
    <p:sldId xmlns:r="http://schemas.openxmlformats.org/officeDocument/2006/relationships" id="853" r:id="Rd1efb0014bb04db2"/>
    <p:sldId xmlns:r="http://schemas.openxmlformats.org/officeDocument/2006/relationships" id="854" r:id="Re6d2ddc775aa4b0f"/>
    <p:sldId xmlns:r="http://schemas.openxmlformats.org/officeDocument/2006/relationships" id="855" r:id="R872fcc9fc6d74e15"/>
    <p:sldId xmlns:r="http://schemas.openxmlformats.org/officeDocument/2006/relationships" id="856" r:id="Re24416511f494de2"/>
    <p:sldId xmlns:r="http://schemas.openxmlformats.org/officeDocument/2006/relationships" id="857" r:id="Ra171128e4c634616"/>
    <p:sldId xmlns:r="http://schemas.openxmlformats.org/officeDocument/2006/relationships" id="858" r:id="R58517a65dafa4840"/>
    <p:sldId xmlns:r="http://schemas.openxmlformats.org/officeDocument/2006/relationships" id="859" r:id="Rdb1bc954e1ea44e7"/>
    <p:sldId xmlns:r="http://schemas.openxmlformats.org/officeDocument/2006/relationships" id="860" r:id="Reebf28d5923b4f1f"/>
    <p:sldId xmlns:r="http://schemas.openxmlformats.org/officeDocument/2006/relationships" id="861" r:id="R7248bab2f9ab4813"/>
    <p:sldId xmlns:r="http://schemas.openxmlformats.org/officeDocument/2006/relationships" id="862" r:id="Rde97bc1087254109"/>
    <p:sldId xmlns:r="http://schemas.openxmlformats.org/officeDocument/2006/relationships" id="863" r:id="R80e740378b1c4ce8"/>
    <p:sldId xmlns:r="http://schemas.openxmlformats.org/officeDocument/2006/relationships" id="864" r:id="Reb24df71aec74fcb"/>
    <p:sldId xmlns:r="http://schemas.openxmlformats.org/officeDocument/2006/relationships" id="865" r:id="R361936fa36004694"/>
    <p:sldId xmlns:r="http://schemas.openxmlformats.org/officeDocument/2006/relationships" id="866" r:id="Rfe7e592490174bff"/>
    <p:sldId xmlns:r="http://schemas.openxmlformats.org/officeDocument/2006/relationships" id="867" r:id="Rb8ffbc2449804412"/>
    <p:sldId xmlns:r="http://schemas.openxmlformats.org/officeDocument/2006/relationships" id="868" r:id="Rdc98e5b9fea149f2"/>
    <p:sldId xmlns:r="http://schemas.openxmlformats.org/officeDocument/2006/relationships" id="869" r:id="R1c256d1283844a9a"/>
    <p:sldId xmlns:r="http://schemas.openxmlformats.org/officeDocument/2006/relationships" id="870" r:id="Rf6c47fe023fd4a6f"/>
    <p:sldId xmlns:r="http://schemas.openxmlformats.org/officeDocument/2006/relationships" id="871" r:id="R9533618706204d4a"/>
    <p:sldId xmlns:r="http://schemas.openxmlformats.org/officeDocument/2006/relationships" id="872" r:id="R3ad24a4768a84709"/>
    <p:sldId xmlns:r="http://schemas.openxmlformats.org/officeDocument/2006/relationships" id="873" r:id="R72d4af6c3d9c4585"/>
    <p:sldId xmlns:r="http://schemas.openxmlformats.org/officeDocument/2006/relationships" id="874" r:id="Rf3d103bd7f504f5c"/>
    <p:sldId xmlns:r="http://schemas.openxmlformats.org/officeDocument/2006/relationships" id="876" r:id="R03c445d2d1cb4631"/>
    <p:sldId xmlns:r="http://schemas.openxmlformats.org/officeDocument/2006/relationships" id="877" r:id="R4b5a40a9066c493d"/>
    <p:sldId xmlns:r="http://schemas.openxmlformats.org/officeDocument/2006/relationships" id="878" r:id="R5e755d93d2e04c9f"/>
    <p:sldId xmlns:r="http://schemas.openxmlformats.org/officeDocument/2006/relationships" id="879" r:id="R3fb2d179ad3a45fb"/>
    <p:sldId xmlns:r="http://schemas.openxmlformats.org/officeDocument/2006/relationships" id="880" r:id="Rdf003b488f33431a"/>
    <p:sldId xmlns:r="http://schemas.openxmlformats.org/officeDocument/2006/relationships" id="881" r:id="R78cc1c8161ab48bc"/>
    <p:sldId xmlns:r="http://schemas.openxmlformats.org/officeDocument/2006/relationships" id="882" r:id="Rfb46c77fc18a416d"/>
    <p:sldId xmlns:r="http://schemas.openxmlformats.org/officeDocument/2006/relationships" id="883" r:id="R5cb475d6b4a74900"/>
    <p:sldId xmlns:r="http://schemas.openxmlformats.org/officeDocument/2006/relationships" id="884" r:id="Rd6e5a9ea95394c8e"/>
    <p:sldId xmlns:r="http://schemas.openxmlformats.org/officeDocument/2006/relationships" id="885" r:id="R8fea1bccb8024b8a"/>
    <p:sldId xmlns:r="http://schemas.openxmlformats.org/officeDocument/2006/relationships" id="886" r:id="R1a3c2d55f3174690"/>
    <p:sldId xmlns:r="http://schemas.openxmlformats.org/officeDocument/2006/relationships" id="887" r:id="Rbc0580684d9b43b7"/>
    <p:sldId xmlns:r="http://schemas.openxmlformats.org/officeDocument/2006/relationships" id="888" r:id="R8319b2ec58f1478b"/>
    <p:sldId xmlns:r="http://schemas.openxmlformats.org/officeDocument/2006/relationships" id="889" r:id="Rdba9d82fbc8d4e08"/>
    <p:sldId xmlns:r="http://schemas.openxmlformats.org/officeDocument/2006/relationships" id="890" r:id="Rd1fd75bc5af44912"/>
    <p:sldId xmlns:r="http://schemas.openxmlformats.org/officeDocument/2006/relationships" id="891" r:id="R654f8c66b1f74250"/>
    <p:sldId xmlns:r="http://schemas.openxmlformats.org/officeDocument/2006/relationships" id="892" r:id="R9b16b9f056164081"/>
    <p:sldId xmlns:r="http://schemas.openxmlformats.org/officeDocument/2006/relationships" id="893" r:id="R681c3fdbf2b54691"/>
    <p:sldId xmlns:r="http://schemas.openxmlformats.org/officeDocument/2006/relationships" id="894" r:id="Rda65cc5df10f4011"/>
    <p:sldId xmlns:r="http://schemas.openxmlformats.org/officeDocument/2006/relationships" id="895" r:id="Re691bc375fed41af"/>
    <p:sldId xmlns:r="http://schemas.openxmlformats.org/officeDocument/2006/relationships" id="896" r:id="Rfbeae78b4f314311"/>
    <p:sldId xmlns:r="http://schemas.openxmlformats.org/officeDocument/2006/relationships" id="897" r:id="Red7750bd79b64b50"/>
    <p:sldId xmlns:r="http://schemas.openxmlformats.org/officeDocument/2006/relationships" id="898" r:id="Rfb8faee2244e44f8"/>
    <p:sldId xmlns:r="http://schemas.openxmlformats.org/officeDocument/2006/relationships" id="899" r:id="R49d2ae9daef14fee"/>
    <p:sldId xmlns:r="http://schemas.openxmlformats.org/officeDocument/2006/relationships" id="900" r:id="Rbec6a62b6be0415a"/>
    <p:sldId xmlns:r="http://schemas.openxmlformats.org/officeDocument/2006/relationships" id="901" r:id="R503a6c8da6404d59"/>
    <p:sldId xmlns:r="http://schemas.openxmlformats.org/officeDocument/2006/relationships" id="902" r:id="R9073f05d50264f08"/>
    <p:sldId xmlns:r="http://schemas.openxmlformats.org/officeDocument/2006/relationships" id="903" r:id="Ref2ccc1a358443b1"/>
    <p:sldId xmlns:r="http://schemas.openxmlformats.org/officeDocument/2006/relationships" id="904" r:id="Re8f41d82654c47b8"/>
    <p:sldId xmlns:r="http://schemas.openxmlformats.org/officeDocument/2006/relationships" id="905" r:id="R5c32fb5591ed447e"/>
    <p:sldId xmlns:r="http://schemas.openxmlformats.org/officeDocument/2006/relationships" id="906" r:id="Rf2f13252091f40fc"/>
    <p:sldId xmlns:r="http://schemas.openxmlformats.org/officeDocument/2006/relationships" id="907" r:id="R983827ca51a64eda"/>
    <p:sldId xmlns:r="http://schemas.openxmlformats.org/officeDocument/2006/relationships" id="908" r:id="R12cbfacda6b041ee"/>
    <p:sldId xmlns:r="http://schemas.openxmlformats.org/officeDocument/2006/relationships" id="909" r:id="R26d1e787f0ee4247"/>
    <p:sldId xmlns:r="http://schemas.openxmlformats.org/officeDocument/2006/relationships" id="910" r:id="R2ae631a480884a89"/>
    <p:sldId xmlns:r="http://schemas.openxmlformats.org/officeDocument/2006/relationships" id="911" r:id="Rc38dbb678d0c44ec"/>
    <p:sldId xmlns:r="http://schemas.openxmlformats.org/officeDocument/2006/relationships" id="912" r:id="Reb37e5d02fd3480b"/>
    <p:sldId xmlns:r="http://schemas.openxmlformats.org/officeDocument/2006/relationships" id="913" r:id="R65dcf5ae48b24922"/>
    <p:sldId xmlns:r="http://schemas.openxmlformats.org/officeDocument/2006/relationships" id="914" r:id="Rc39346e151ed4298"/>
    <p:sldId xmlns:r="http://schemas.openxmlformats.org/officeDocument/2006/relationships" id="915" r:id="Rc7c9dc9f709048d3"/>
    <p:sldId xmlns:r="http://schemas.openxmlformats.org/officeDocument/2006/relationships" id="916" r:id="R0ddfe41a21204ca0"/>
    <p:sldId xmlns:r="http://schemas.openxmlformats.org/officeDocument/2006/relationships" id="917" r:id="R74b9dc191f9e4d05"/>
    <p:sldId xmlns:r="http://schemas.openxmlformats.org/officeDocument/2006/relationships" id="918" r:id="Rb1871f53b8fa4636"/>
    <p:sldId xmlns:r="http://schemas.openxmlformats.org/officeDocument/2006/relationships" id="919" r:id="R63014beffeee46e8"/>
    <p:sldId xmlns:r="http://schemas.openxmlformats.org/officeDocument/2006/relationships" id="920" r:id="R1e41fe0564c94f87"/>
    <p:sldId xmlns:r="http://schemas.openxmlformats.org/officeDocument/2006/relationships" id="921" r:id="Rb40bbf226be0451d"/>
    <p:sldId xmlns:r="http://schemas.openxmlformats.org/officeDocument/2006/relationships" id="922" r:id="R85448bb2e73e434d"/>
    <p:sldId xmlns:r="http://schemas.openxmlformats.org/officeDocument/2006/relationships" id="923" r:id="Rcd1998a7d89546ee"/>
    <p:sldId xmlns:r="http://schemas.openxmlformats.org/officeDocument/2006/relationships" id="924" r:id="R72b06152b63e4585"/>
    <p:sldId xmlns:r="http://schemas.openxmlformats.org/officeDocument/2006/relationships" id="925" r:id="R8dc3eb9075d74990"/>
    <p:sldId xmlns:r="http://schemas.openxmlformats.org/officeDocument/2006/relationships" id="926" r:id="R19ec9b75f1064c3e"/>
    <p:sldId xmlns:r="http://schemas.openxmlformats.org/officeDocument/2006/relationships" id="927" r:id="R7b7c44a18af94c80"/>
    <p:sldId xmlns:r="http://schemas.openxmlformats.org/officeDocument/2006/relationships" id="928" r:id="R5a5cb9c050264900"/>
    <p:sldId xmlns:r="http://schemas.openxmlformats.org/officeDocument/2006/relationships" id="929" r:id="R09fd81e54a784020"/>
    <p:sldId xmlns:r="http://schemas.openxmlformats.org/officeDocument/2006/relationships" id="930" r:id="R2d739c96f89e4d0f"/>
    <p:sldId xmlns:r="http://schemas.openxmlformats.org/officeDocument/2006/relationships" id="931" r:id="R7849349d17dc4e95"/>
    <p:sldId xmlns:r="http://schemas.openxmlformats.org/officeDocument/2006/relationships" id="933" r:id="R66d207940f794b5e"/>
    <p:sldId xmlns:r="http://schemas.openxmlformats.org/officeDocument/2006/relationships" id="934" r:id="Rb2ca8c87b8c34aa1"/>
    <p:sldId xmlns:r="http://schemas.openxmlformats.org/officeDocument/2006/relationships" id="935" r:id="R75c49b4ba9c24dc1"/>
    <p:sldId xmlns:r="http://schemas.openxmlformats.org/officeDocument/2006/relationships" id="936" r:id="R1a00774788fd4938"/>
    <p:sldId xmlns:r="http://schemas.openxmlformats.org/officeDocument/2006/relationships" id="937" r:id="R659bebf66de34e9c"/>
    <p:sldId xmlns:r="http://schemas.openxmlformats.org/officeDocument/2006/relationships" id="938" r:id="R68f82c36c73d41a8"/>
    <p:sldId xmlns:r="http://schemas.openxmlformats.org/officeDocument/2006/relationships" id="939" r:id="R93621cc573f34b58"/>
    <p:sldId xmlns:r="http://schemas.openxmlformats.org/officeDocument/2006/relationships" id="940" r:id="Rcfed3596b8424c0e"/>
    <p:sldId xmlns:r="http://schemas.openxmlformats.org/officeDocument/2006/relationships" id="941" r:id="R5de32501428f4ef2"/>
    <p:sldId xmlns:r="http://schemas.openxmlformats.org/officeDocument/2006/relationships" id="942" r:id="Rf54c357cba4c42ee"/>
    <p:sldId xmlns:r="http://schemas.openxmlformats.org/officeDocument/2006/relationships" id="943" r:id="Rbec02146f9204401"/>
    <p:sldId xmlns:r="http://schemas.openxmlformats.org/officeDocument/2006/relationships" id="944" r:id="Re777adbe06894a62"/>
    <p:sldId xmlns:r="http://schemas.openxmlformats.org/officeDocument/2006/relationships" id="945" r:id="Rd073099c897e4065"/>
    <p:sldId xmlns:r="http://schemas.openxmlformats.org/officeDocument/2006/relationships" id="946" r:id="R6548e10b8a2a4466"/>
    <p:sldId xmlns:r="http://schemas.openxmlformats.org/officeDocument/2006/relationships" id="1029" r:id="Reb8c1b7f3de642ed"/>
    <p:sldId xmlns:r="http://schemas.openxmlformats.org/officeDocument/2006/relationships" id="1030" r:id="R4ca376796fbc4a60"/>
    <p:sldId xmlns:r="http://schemas.openxmlformats.org/officeDocument/2006/relationships" id="1031" r:id="Rda707e00fbc0474d"/>
    <p:sldId xmlns:r="http://schemas.openxmlformats.org/officeDocument/2006/relationships" id="1033" r:id="R42ca46d045b64ef6"/>
    <p:sldId xmlns:r="http://schemas.openxmlformats.org/officeDocument/2006/relationships" id="1034" r:id="R91db4362d8304087"/>
    <p:sldId xmlns:r="http://schemas.openxmlformats.org/officeDocument/2006/relationships" id="1035" r:id="Re52d9a253d574b17"/>
    <p:sldId xmlns:r="http://schemas.openxmlformats.org/officeDocument/2006/relationships" id="1036" r:id="Rb8f29fc33dc5445e"/>
    <p:sldId xmlns:r="http://schemas.openxmlformats.org/officeDocument/2006/relationships" id="1037" r:id="Rc19e34aea0294c6a"/>
    <p:sldId xmlns:r="http://schemas.openxmlformats.org/officeDocument/2006/relationships" id="1038" r:id="R90f9313b40d640e0"/>
    <p:sldId xmlns:r="http://schemas.openxmlformats.org/officeDocument/2006/relationships" id="1039" r:id="R9c85c26f94b5443b"/>
    <p:sldId xmlns:r="http://schemas.openxmlformats.org/officeDocument/2006/relationships" id="1040" r:id="Rcc509a0aa72b4e9b"/>
    <p:sldId xmlns:r="http://schemas.openxmlformats.org/officeDocument/2006/relationships" id="1041" r:id="R2fbc45c94a9b4287"/>
    <p:sldId xmlns:r="http://schemas.openxmlformats.org/officeDocument/2006/relationships" id="1042" r:id="R53032602e2b142cb"/>
    <p:sldId xmlns:r="http://schemas.openxmlformats.org/officeDocument/2006/relationships" id="1043" r:id="R6151127dc2904808"/>
    <p:sldId xmlns:r="http://schemas.openxmlformats.org/officeDocument/2006/relationships" id="1044" r:id="Rc0a11240e1c34354"/>
    <p:sldId xmlns:r="http://schemas.openxmlformats.org/officeDocument/2006/relationships" id="1045" r:id="Rcd80921594964243"/>
    <p:sldId xmlns:r="http://schemas.openxmlformats.org/officeDocument/2006/relationships" id="1046" r:id="R12cb6cfb60234473"/>
    <p:sldId xmlns:r="http://schemas.openxmlformats.org/officeDocument/2006/relationships" id="1047" r:id="R71f194fb89694b97"/>
    <p:sldId xmlns:r="http://schemas.openxmlformats.org/officeDocument/2006/relationships" id="1048" r:id="R1e578008304b478a"/>
    <p:sldId xmlns:r="http://schemas.openxmlformats.org/officeDocument/2006/relationships" id="1049" r:id="R29167ad1afb34c78"/>
    <p:sldId xmlns:r="http://schemas.openxmlformats.org/officeDocument/2006/relationships" id="1050" r:id="R2d406bcb25e6465e"/>
    <p:sldId xmlns:r="http://schemas.openxmlformats.org/officeDocument/2006/relationships" id="1051" r:id="R8aed7ab8d4584ecf"/>
    <p:sldId xmlns:r="http://schemas.openxmlformats.org/officeDocument/2006/relationships" id="1052" r:id="Re68193b7e32a4f51"/>
    <p:sldId xmlns:r="http://schemas.openxmlformats.org/officeDocument/2006/relationships" id="1053" r:id="Ra38c3ca32d244b4d"/>
    <p:sldId xmlns:r="http://schemas.openxmlformats.org/officeDocument/2006/relationships" id="1054" r:id="R6e784ac21ce849e9"/>
    <p:sldId xmlns:r="http://schemas.openxmlformats.org/officeDocument/2006/relationships" id="1055" r:id="R003206c640744ff9"/>
    <p:sldId xmlns:r="http://schemas.openxmlformats.org/officeDocument/2006/relationships" id="1056" r:id="R4039c29169004b71"/>
    <p:sldId xmlns:r="http://schemas.openxmlformats.org/officeDocument/2006/relationships" id="1058" r:id="Rb786375f7f7448ea"/>
    <p:sldId xmlns:r="http://schemas.openxmlformats.org/officeDocument/2006/relationships" id="1059" r:id="Rfb6a42d46d1044aa"/>
    <p:sldId xmlns:r="http://schemas.openxmlformats.org/officeDocument/2006/relationships" id="1060" r:id="Rc2fdacea94f34c51"/>
    <p:sldId xmlns:r="http://schemas.openxmlformats.org/officeDocument/2006/relationships" id="1061" r:id="R71b159878d894f6c"/>
    <p:sldId xmlns:r="http://schemas.openxmlformats.org/officeDocument/2006/relationships" id="1062" r:id="R62dfff2e7e7741cd"/>
    <p:sldId xmlns:r="http://schemas.openxmlformats.org/officeDocument/2006/relationships" id="1063" r:id="Rc67e957a0d824483"/>
    <p:sldId xmlns:r="http://schemas.openxmlformats.org/officeDocument/2006/relationships" id="1064" r:id="Rbf8a5bd3995444e9"/>
    <p:sldId xmlns:r="http://schemas.openxmlformats.org/officeDocument/2006/relationships" id="1065" r:id="R3f106797e51a4370"/>
    <p:sldId xmlns:r="http://schemas.openxmlformats.org/officeDocument/2006/relationships" id="1066" r:id="R14ebfbdbad7f48aa"/>
    <p:sldId xmlns:r="http://schemas.openxmlformats.org/officeDocument/2006/relationships" id="1067" r:id="Rd9e050953cf3402d"/>
    <p:sldId xmlns:r="http://schemas.openxmlformats.org/officeDocument/2006/relationships" id="1068" r:id="R7c44c79f98254f70"/>
    <p:sldId xmlns:r="http://schemas.openxmlformats.org/officeDocument/2006/relationships" id="1069" r:id="R4e03f00b886845bd"/>
    <p:sldId xmlns:r="http://schemas.openxmlformats.org/officeDocument/2006/relationships" id="1070" r:id="R9f84ae1ca6484b86"/>
    <p:sldId xmlns:r="http://schemas.openxmlformats.org/officeDocument/2006/relationships" id="1071" r:id="R8795862321784cd0"/>
    <p:sldId xmlns:r="http://schemas.openxmlformats.org/officeDocument/2006/relationships" id="1072" r:id="R6e4a4dc124234272"/>
    <p:sldId xmlns:r="http://schemas.openxmlformats.org/officeDocument/2006/relationships" id="1073" r:id="R07694465fb26425e"/>
    <p:sldId xmlns:r="http://schemas.openxmlformats.org/officeDocument/2006/relationships" id="1074" r:id="Rfefd77b740634d93"/>
    <p:sldId xmlns:r="http://schemas.openxmlformats.org/officeDocument/2006/relationships" id="1075" r:id="R4c849984e2624ecc"/>
    <p:sldId xmlns:r="http://schemas.openxmlformats.org/officeDocument/2006/relationships" id="1076" r:id="R3292864ba60542e0"/>
    <p:sldId xmlns:r="http://schemas.openxmlformats.org/officeDocument/2006/relationships" id="1077" r:id="Re99d36bc36ea401a"/>
    <p:sldId xmlns:r="http://schemas.openxmlformats.org/officeDocument/2006/relationships" id="1078" r:id="Rb3e360290ac84029"/>
    <p:sldId xmlns:r="http://schemas.openxmlformats.org/officeDocument/2006/relationships" id="1079" r:id="R5293db82eaaa4c6b"/>
    <p:sldId xmlns:r="http://schemas.openxmlformats.org/officeDocument/2006/relationships" id="1080" r:id="Ree8701b4a53d4be9"/>
    <p:sldId xmlns:r="http://schemas.openxmlformats.org/officeDocument/2006/relationships" id="1081" r:id="Rf6e66f5999694458"/>
    <p:sldId xmlns:r="http://schemas.openxmlformats.org/officeDocument/2006/relationships" id="1082" r:id="R916b051a605240d3"/>
    <p:sldId xmlns:r="http://schemas.openxmlformats.org/officeDocument/2006/relationships" id="1083" r:id="R5e49722cf0084aee"/>
    <p:sldId xmlns:r="http://schemas.openxmlformats.org/officeDocument/2006/relationships" id="1084" r:id="Red50293491974c9e"/>
    <p:sldId xmlns:r="http://schemas.openxmlformats.org/officeDocument/2006/relationships" id="1085" r:id="R3a1692c714b94fe7"/>
    <p:sldId xmlns:r="http://schemas.openxmlformats.org/officeDocument/2006/relationships" id="1086" r:id="Rb8a3fb1ba7ff4f16"/>
    <p:sldId xmlns:r="http://schemas.openxmlformats.org/officeDocument/2006/relationships" id="1087" r:id="R9c3b27cbdd064f1d"/>
    <p:sldId xmlns:r="http://schemas.openxmlformats.org/officeDocument/2006/relationships" id="1088" r:id="R649768228cc84381"/>
    <p:sldId xmlns:r="http://schemas.openxmlformats.org/officeDocument/2006/relationships" id="1089" r:id="Ra8ce4a929f714eba"/>
    <p:sldId xmlns:r="http://schemas.openxmlformats.org/officeDocument/2006/relationships" id="1090" r:id="R3e6a82458e8b4db9"/>
    <p:sldId xmlns:r="http://schemas.openxmlformats.org/officeDocument/2006/relationships" id="1091" r:id="R32a900a182904f61"/>
    <p:sldId xmlns:r="http://schemas.openxmlformats.org/officeDocument/2006/relationships" id="1092" r:id="R5d4ed20eb9be4c7f"/>
    <p:sldId xmlns:r="http://schemas.openxmlformats.org/officeDocument/2006/relationships" id="1093" r:id="R89dffefedff74712"/>
    <p:sldId xmlns:r="http://schemas.openxmlformats.org/officeDocument/2006/relationships" id="1094" r:id="R8c79b317d0f94cc7"/>
    <p:sldId xmlns:r="http://schemas.openxmlformats.org/officeDocument/2006/relationships" id="1095" r:id="R0f7eda4e0b22484e"/>
    <p:sldId xmlns:r="http://schemas.openxmlformats.org/officeDocument/2006/relationships" id="1096" r:id="R80328d745507407f"/>
    <p:sldId xmlns:r="http://schemas.openxmlformats.org/officeDocument/2006/relationships" id="1097" r:id="Rd63e0021bc6b4fa9"/>
    <p:sldId xmlns:r="http://schemas.openxmlformats.org/officeDocument/2006/relationships" id="1098" r:id="Ref66a3f93599420f"/>
    <p:sldId xmlns:r="http://schemas.openxmlformats.org/officeDocument/2006/relationships" id="1099" r:id="Rd1c8965499424733"/>
    <p:sldId xmlns:r="http://schemas.openxmlformats.org/officeDocument/2006/relationships" id="1100" r:id="R84fb3bc0dd72476a"/>
    <p:sldId xmlns:r="http://schemas.openxmlformats.org/officeDocument/2006/relationships" id="1101" r:id="Rafafc5e5f5314af8"/>
    <p:sldId xmlns:r="http://schemas.openxmlformats.org/officeDocument/2006/relationships" id="1102" r:id="Re0054b36823f4f70"/>
    <p:sldId xmlns:r="http://schemas.openxmlformats.org/officeDocument/2006/relationships" id="1103" r:id="Rc495bb1fe6fa4644"/>
    <p:sldId xmlns:r="http://schemas.openxmlformats.org/officeDocument/2006/relationships" id="1104" r:id="R8280c0b104054113"/>
    <p:sldId xmlns:r="http://schemas.openxmlformats.org/officeDocument/2006/relationships" id="1105" r:id="R150a6c45b0244450"/>
    <p:sldId xmlns:r="http://schemas.openxmlformats.org/officeDocument/2006/relationships" id="1106" r:id="Rcce0ea62f57642d1"/>
    <p:sldId xmlns:r="http://schemas.openxmlformats.org/officeDocument/2006/relationships" id="1107" r:id="R59296d85c3c347af"/>
    <p:sldId xmlns:r="http://schemas.openxmlformats.org/officeDocument/2006/relationships" id="1108" r:id="Rf9f407893d064e93"/>
    <p:sldId xmlns:r="http://schemas.openxmlformats.org/officeDocument/2006/relationships" id="1109" r:id="R54d53ee6e98c4361"/>
    <p:sldId xmlns:r="http://schemas.openxmlformats.org/officeDocument/2006/relationships" id="1110" r:id="Rb3dbd02cfaed4f80"/>
    <p:sldId xmlns:r="http://schemas.openxmlformats.org/officeDocument/2006/relationships" id="1111" r:id="Rd55f09aa60894981"/>
    <p:sldId xmlns:r="http://schemas.openxmlformats.org/officeDocument/2006/relationships" id="1112" r:id="Rb17d4a48b93d46cd"/>
    <p:sldId xmlns:r="http://schemas.openxmlformats.org/officeDocument/2006/relationships" id="1113" r:id="Rae8705744b1b434a"/>
    <p:sldId xmlns:r="http://schemas.openxmlformats.org/officeDocument/2006/relationships" id="1114" r:id="Rf1bec08cb6d746eb"/>
    <p:sldId xmlns:r="http://schemas.openxmlformats.org/officeDocument/2006/relationships" id="1115" r:id="R20c65e22f84b4ccd"/>
    <p:sldId xmlns:r="http://schemas.openxmlformats.org/officeDocument/2006/relationships" id="1116" r:id="R50973434a0aa43c7"/>
    <p:sldId xmlns:r="http://schemas.openxmlformats.org/officeDocument/2006/relationships" id="1117" r:id="Rf6abd5f40ba64aa8"/>
    <p:sldId xmlns:r="http://schemas.openxmlformats.org/officeDocument/2006/relationships" id="1118" r:id="R662250cb8b3345b4"/>
    <p:sldId xmlns:r="http://schemas.openxmlformats.org/officeDocument/2006/relationships" id="1119" r:id="R4cf791dfb6504e1d"/>
    <p:sldId xmlns:r="http://schemas.openxmlformats.org/officeDocument/2006/relationships" id="1120" r:id="Rf7c4be689cce424e"/>
    <p:sldId xmlns:r="http://schemas.openxmlformats.org/officeDocument/2006/relationships" id="1121" r:id="R17c8c93b8dc34190"/>
    <p:sldId xmlns:r="http://schemas.openxmlformats.org/officeDocument/2006/relationships" id="1123" r:id="R4923830bd166498f"/>
    <p:sldId xmlns:r="http://schemas.openxmlformats.org/officeDocument/2006/relationships" id="1124" r:id="R7ecba9eb6988490b"/>
    <p:sldId xmlns:r="http://schemas.openxmlformats.org/officeDocument/2006/relationships" id="1125" r:id="R12aeca112cf94cce"/>
    <p:sldId xmlns:r="http://schemas.openxmlformats.org/officeDocument/2006/relationships" id="1126" r:id="R60ac075dfd104797"/>
    <p:sldId xmlns:r="http://schemas.openxmlformats.org/officeDocument/2006/relationships" id="1127" r:id="R313c80ca67b6400d"/>
    <p:sldId xmlns:r="http://schemas.openxmlformats.org/officeDocument/2006/relationships" id="1128" r:id="Rd553f7566bc140c9"/>
    <p:sldId xmlns:r="http://schemas.openxmlformats.org/officeDocument/2006/relationships" id="1129" r:id="R7487bd856fd44f93"/>
    <p:sldId xmlns:r="http://schemas.openxmlformats.org/officeDocument/2006/relationships" id="1130" r:id="R84bf555e3bd54321"/>
    <p:sldId xmlns:r="http://schemas.openxmlformats.org/officeDocument/2006/relationships" id="1131" r:id="R94c99df5904b4634"/>
    <p:sldId xmlns:r="http://schemas.openxmlformats.org/officeDocument/2006/relationships" id="1132" r:id="Rb1ed8c11e707469d"/>
    <p:sldId xmlns:r="http://schemas.openxmlformats.org/officeDocument/2006/relationships" id="1133" r:id="R5481b69433914250"/>
    <p:sldId xmlns:r="http://schemas.openxmlformats.org/officeDocument/2006/relationships" id="1134" r:id="R5f42bf6c9f5c4eac"/>
    <p:sldId xmlns:r="http://schemas.openxmlformats.org/officeDocument/2006/relationships" id="1135" r:id="Rf4917867757745f5"/>
    <p:sldId xmlns:r="http://schemas.openxmlformats.org/officeDocument/2006/relationships" id="1136" r:id="R6cbad796b38544f9"/>
    <p:sldId xmlns:r="http://schemas.openxmlformats.org/officeDocument/2006/relationships" id="1137" r:id="Rb55c2cca43184185"/>
    <p:sldId xmlns:r="http://schemas.openxmlformats.org/officeDocument/2006/relationships" id="1138" r:id="R9b628d5ce6e54dcb"/>
    <p:sldId xmlns:r="http://schemas.openxmlformats.org/officeDocument/2006/relationships" id="1139" r:id="R0a29cb934e3d4305"/>
    <p:sldId xmlns:r="http://schemas.openxmlformats.org/officeDocument/2006/relationships" id="1140" r:id="R6a07ceb30aed4826"/>
    <p:sldId xmlns:r="http://schemas.openxmlformats.org/officeDocument/2006/relationships" id="1141" r:id="Rf6e0427a89064beb"/>
    <p:sldId xmlns:r="http://schemas.openxmlformats.org/officeDocument/2006/relationships" id="1142" r:id="Rc6fdd850a82f4540"/>
    <p:sldId xmlns:r="http://schemas.openxmlformats.org/officeDocument/2006/relationships" id="1143" r:id="R950ef9988baa406a"/>
    <p:sldId xmlns:r="http://schemas.openxmlformats.org/officeDocument/2006/relationships" id="1144" r:id="R82fcae7acd904cc5"/>
    <p:sldId xmlns:r="http://schemas.openxmlformats.org/officeDocument/2006/relationships" id="1145" r:id="R293f169cf9bf40ef"/>
    <p:sldId xmlns:r="http://schemas.openxmlformats.org/officeDocument/2006/relationships" id="1146" r:id="R42e9df6178d24b41"/>
    <p:sldId xmlns:r="http://schemas.openxmlformats.org/officeDocument/2006/relationships" id="1147" r:id="R74576e1d519044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fccaab1d44dcb" /><Relationship Type="http://schemas.openxmlformats.org/officeDocument/2006/relationships/slideMaster" Target="/ppt/slideMasters/slideMaster1.xml" Id="R859a2d6f383e44e3" /><Relationship Type="http://schemas.openxmlformats.org/officeDocument/2006/relationships/notesMaster" Target="/ppt/notesMasters/notesMaster1.xml" Id="R5e37de057b654d87" /><Relationship Type="http://schemas.openxmlformats.org/officeDocument/2006/relationships/presProps" Target="/ppt/presProps.xml" Id="R9bbf88e3c2af431c" /><Relationship Type="http://schemas.openxmlformats.org/officeDocument/2006/relationships/tableStyles" Target="/ppt/tableStyles.xml" Id="Rb312e35cdbd74e7c" /><Relationship Type="http://schemas.openxmlformats.org/officeDocument/2006/relationships/slide" Target="/ppt/slides/slide3.xml" Id="R40094fe98a0f473a" /><Relationship Type="http://schemas.openxmlformats.org/officeDocument/2006/relationships/slide" Target="/ppt/slides/slide4.xml" Id="R7128ade9cd3a4486" /><Relationship Type="http://schemas.openxmlformats.org/officeDocument/2006/relationships/slide" Target="/ppt/slides/slide5.xml" Id="R3fa5cb9f5fae407c" /><Relationship Type="http://schemas.openxmlformats.org/officeDocument/2006/relationships/slide" Target="/ppt/slides/slide7.xml" Id="Rce9e16de6af94f70" /><Relationship Type="http://schemas.openxmlformats.org/officeDocument/2006/relationships/slide" Target="/ppt/slides/slide8.xml" Id="Rf0cdad58be9f4354" /><Relationship Type="http://schemas.openxmlformats.org/officeDocument/2006/relationships/slide" Target="/ppt/slides/slide9.xml" Id="R63c82b6643604c9d" /><Relationship Type="http://schemas.openxmlformats.org/officeDocument/2006/relationships/slide" Target="/ppt/slides/slide10.xml" Id="R9af1300de4af44e5" /><Relationship Type="http://schemas.openxmlformats.org/officeDocument/2006/relationships/slide" Target="/ppt/slides/slide11.xml" Id="Rfa09ffc7098e4a83" /><Relationship Type="http://schemas.openxmlformats.org/officeDocument/2006/relationships/slide" Target="/ppt/slides/slide12.xml" Id="R016f291ad9984300" /><Relationship Type="http://schemas.openxmlformats.org/officeDocument/2006/relationships/slide" Target="/ppt/slides/slide13.xml" Id="R8258f4b89e9e475a" /><Relationship Type="http://schemas.openxmlformats.org/officeDocument/2006/relationships/slide" Target="/ppt/slides/slide14.xml" Id="Rb4da36bdea35441c" /><Relationship Type="http://schemas.openxmlformats.org/officeDocument/2006/relationships/slide" Target="/ppt/slides/slide15.xml" Id="R0a56cf83ce354a84" /><Relationship Type="http://schemas.openxmlformats.org/officeDocument/2006/relationships/slide" Target="/ppt/slides/slide16.xml" Id="R5393fc0078b846df" /><Relationship Type="http://schemas.openxmlformats.org/officeDocument/2006/relationships/slide" Target="/ppt/slides/slide17.xml" Id="R84ddd92621164bc7" /><Relationship Type="http://schemas.openxmlformats.org/officeDocument/2006/relationships/slide" Target="/ppt/slides/slide18.xml" Id="Rb0ff659f95b14fd5" /><Relationship Type="http://schemas.openxmlformats.org/officeDocument/2006/relationships/slide" Target="/ppt/slides/slide19.xml" Id="R3038f77d8c454836" /><Relationship Type="http://schemas.openxmlformats.org/officeDocument/2006/relationships/slide" Target="/ppt/slides/slide20.xml" Id="R609f5b69062b4773" /><Relationship Type="http://schemas.openxmlformats.org/officeDocument/2006/relationships/slide" Target="/ppt/slides/slide21.xml" Id="R96dc9e8175ef41ec" /><Relationship Type="http://schemas.openxmlformats.org/officeDocument/2006/relationships/slide" Target="/ppt/slides/slide22.xml" Id="R6da20d919d8d4885" /><Relationship Type="http://schemas.openxmlformats.org/officeDocument/2006/relationships/slide" Target="/ppt/slides/slide23.xml" Id="R4e1fa1ef88f848c5" /><Relationship Type="http://schemas.openxmlformats.org/officeDocument/2006/relationships/slide" Target="/ppt/slides/slide24.xml" Id="R140444638af54929" /><Relationship Type="http://schemas.openxmlformats.org/officeDocument/2006/relationships/slide" Target="/ppt/slides/slide25.xml" Id="Raf8da585c53c4e2b" /><Relationship Type="http://schemas.openxmlformats.org/officeDocument/2006/relationships/slide" Target="/ppt/slides/slide26.xml" Id="R8443cc35386843c6" /><Relationship Type="http://schemas.openxmlformats.org/officeDocument/2006/relationships/slide" Target="/ppt/slides/slide27.xml" Id="R849ccf365b00449a" /><Relationship Type="http://schemas.openxmlformats.org/officeDocument/2006/relationships/slide" Target="/ppt/slides/slide28.xml" Id="R9f03e18c99014361" /><Relationship Type="http://schemas.openxmlformats.org/officeDocument/2006/relationships/slide" Target="/ppt/slides/slide29.xml" Id="R7b9aeeca69f44bae" /><Relationship Type="http://schemas.openxmlformats.org/officeDocument/2006/relationships/slide" Target="/ppt/slides/slide30.xml" Id="R6d0ec5b088c84267" /><Relationship Type="http://schemas.openxmlformats.org/officeDocument/2006/relationships/slide" Target="/ppt/slides/slide31.xml" Id="R1f03abbd7af948bd" /><Relationship Type="http://schemas.openxmlformats.org/officeDocument/2006/relationships/slide" Target="/ppt/slides/slide32.xml" Id="R83dc571cf4b94ad1" /><Relationship Type="http://schemas.openxmlformats.org/officeDocument/2006/relationships/slide" Target="/ppt/slides/slide33.xml" Id="R11f842e37cef44ea" /><Relationship Type="http://schemas.openxmlformats.org/officeDocument/2006/relationships/slide" Target="/ppt/slides/slide34.xml" Id="R49c65711d9ef4aa0" /><Relationship Type="http://schemas.openxmlformats.org/officeDocument/2006/relationships/slide" Target="/ppt/slides/slide35.xml" Id="Rf7e310eadc5c4216" /><Relationship Type="http://schemas.openxmlformats.org/officeDocument/2006/relationships/slide" Target="/ppt/slides/slide36.xml" Id="R85424894c2fa44b4" /><Relationship Type="http://schemas.openxmlformats.org/officeDocument/2006/relationships/slide" Target="/ppt/slides/slide37.xml" Id="Re5df5ad81ae14455" /><Relationship Type="http://schemas.openxmlformats.org/officeDocument/2006/relationships/slide" Target="/ppt/slides/slide38.xml" Id="Rb646d23f294c47cb" /><Relationship Type="http://schemas.openxmlformats.org/officeDocument/2006/relationships/slide" Target="/ppt/slides/slide39.xml" Id="Rdc7d0bf8474d4637" /><Relationship Type="http://schemas.openxmlformats.org/officeDocument/2006/relationships/slide" Target="/ppt/slides/slide40.xml" Id="Rf2f38397e64a4ac3" /><Relationship Type="http://schemas.openxmlformats.org/officeDocument/2006/relationships/slide" Target="/ppt/slides/slide41.xml" Id="R5b219163703b4fe4" /><Relationship Type="http://schemas.openxmlformats.org/officeDocument/2006/relationships/slide" Target="/ppt/slides/slide42.xml" Id="R747d051d08b2463b" /><Relationship Type="http://schemas.openxmlformats.org/officeDocument/2006/relationships/slide" Target="/ppt/slides/slide43.xml" Id="R92866f608b5f4a88" /><Relationship Type="http://schemas.openxmlformats.org/officeDocument/2006/relationships/slide" Target="/ppt/slides/slide44.xml" Id="R9283d282dbd8429e" /><Relationship Type="http://schemas.openxmlformats.org/officeDocument/2006/relationships/slide" Target="/ppt/slides/slide45.xml" Id="Rc340facfa09e4446" /><Relationship Type="http://schemas.openxmlformats.org/officeDocument/2006/relationships/slide" Target="/ppt/slides/slide46.xml" Id="R89467d9bcd4b47c5" /><Relationship Type="http://schemas.openxmlformats.org/officeDocument/2006/relationships/slide" Target="/ppt/slides/slide47.xml" Id="Rf9e26bb719a84441" /><Relationship Type="http://schemas.openxmlformats.org/officeDocument/2006/relationships/slide" Target="/ppt/slides/slide48.xml" Id="R99a1849a93fd4147" /><Relationship Type="http://schemas.openxmlformats.org/officeDocument/2006/relationships/slide" Target="/ppt/slides/slide49.xml" Id="R026ebf26ccc44cb1" /><Relationship Type="http://schemas.openxmlformats.org/officeDocument/2006/relationships/slide" Target="/ppt/slides/slide50.xml" Id="R1cbc38e23c7f40cb" /><Relationship Type="http://schemas.openxmlformats.org/officeDocument/2006/relationships/slide" Target="/ppt/slides/slide51.xml" Id="R6a2b00cd2e6f4dbd" /><Relationship Type="http://schemas.openxmlformats.org/officeDocument/2006/relationships/slide" Target="/ppt/slides/slide52.xml" Id="R052fdf93b62f4597" /><Relationship Type="http://schemas.openxmlformats.org/officeDocument/2006/relationships/slide" Target="/ppt/slides/slide53.xml" Id="R0204361deb19413d" /><Relationship Type="http://schemas.openxmlformats.org/officeDocument/2006/relationships/slide" Target="/ppt/slides/slide54.xml" Id="R271718991e4e4455" /><Relationship Type="http://schemas.openxmlformats.org/officeDocument/2006/relationships/slide" Target="/ppt/slides/slide55.xml" Id="R48b6c8ca79614a56" /><Relationship Type="http://schemas.openxmlformats.org/officeDocument/2006/relationships/slide" Target="/ppt/slides/slide56.xml" Id="R3ff351c4cb534f01" /><Relationship Type="http://schemas.openxmlformats.org/officeDocument/2006/relationships/slide" Target="/ppt/slides/slide57.xml" Id="Re63a223be5884424" /><Relationship Type="http://schemas.openxmlformats.org/officeDocument/2006/relationships/slide" Target="/ppt/slides/slide58.xml" Id="Reba96e9a88be455d" /><Relationship Type="http://schemas.openxmlformats.org/officeDocument/2006/relationships/slide" Target="/ppt/slides/slide59.xml" Id="Rf377a4cf1cb54b3f" /><Relationship Type="http://schemas.openxmlformats.org/officeDocument/2006/relationships/slide" Target="/ppt/slides/slide60.xml" Id="Rf37886f102294395" /><Relationship Type="http://schemas.openxmlformats.org/officeDocument/2006/relationships/slide" Target="/ppt/slides/slide61.xml" Id="Refe12b98bc344e82" /><Relationship Type="http://schemas.openxmlformats.org/officeDocument/2006/relationships/slide" Target="/ppt/slides/slide63.xml" Id="R83765a6b94364c73" /><Relationship Type="http://schemas.openxmlformats.org/officeDocument/2006/relationships/slide" Target="/ppt/slides/slide64.xml" Id="Red1b936c7f404f93" /><Relationship Type="http://schemas.openxmlformats.org/officeDocument/2006/relationships/slide" Target="/ppt/slides/slide65.xml" Id="Rd848cd98d8214460" /><Relationship Type="http://schemas.openxmlformats.org/officeDocument/2006/relationships/slide" Target="/ppt/slides/slide66.xml" Id="R16897865d026430c" /><Relationship Type="http://schemas.openxmlformats.org/officeDocument/2006/relationships/slide" Target="/ppt/slides/slide67.xml" Id="R1cb5ff3b1c154ceb" /><Relationship Type="http://schemas.openxmlformats.org/officeDocument/2006/relationships/slide" Target="/ppt/slides/slide68.xml" Id="R5122bea93fc4414a" /><Relationship Type="http://schemas.openxmlformats.org/officeDocument/2006/relationships/slide" Target="/ppt/slides/slide69.xml" Id="R0da372f113904fa8" /><Relationship Type="http://schemas.openxmlformats.org/officeDocument/2006/relationships/slide" Target="/ppt/slides/slide70.xml" Id="Rda00ba0dceed420d" /><Relationship Type="http://schemas.openxmlformats.org/officeDocument/2006/relationships/slide" Target="/ppt/slides/slide71.xml" Id="Rc94c9beb05a94f48" /><Relationship Type="http://schemas.openxmlformats.org/officeDocument/2006/relationships/slide" Target="/ppt/slides/slide72.xml" Id="Rfa2c262570c94914" /><Relationship Type="http://schemas.openxmlformats.org/officeDocument/2006/relationships/slide" Target="/ppt/slides/slide73.xml" Id="Rae833b7f92bf4d25" /><Relationship Type="http://schemas.openxmlformats.org/officeDocument/2006/relationships/slide" Target="/ppt/slides/slide74.xml" Id="Re6b65d81949a4615" /><Relationship Type="http://schemas.openxmlformats.org/officeDocument/2006/relationships/slide" Target="/ppt/slides/slide75.xml" Id="R6572106f69894766" /><Relationship Type="http://schemas.openxmlformats.org/officeDocument/2006/relationships/slide" Target="/ppt/slides/slide76.xml" Id="R442a27206b684557" /><Relationship Type="http://schemas.openxmlformats.org/officeDocument/2006/relationships/slide" Target="/ppt/slides/slide77.xml" Id="Rdd88bdd4945c449c" /><Relationship Type="http://schemas.openxmlformats.org/officeDocument/2006/relationships/slide" Target="/ppt/slides/slide78.xml" Id="R8611a3be64104697" /><Relationship Type="http://schemas.openxmlformats.org/officeDocument/2006/relationships/slide" Target="/ppt/slides/slide79.xml" Id="Re2bc34eca57549b9" /><Relationship Type="http://schemas.openxmlformats.org/officeDocument/2006/relationships/slide" Target="/ppt/slides/slide80.xml" Id="Rc730d4e6522441a0" /><Relationship Type="http://schemas.openxmlformats.org/officeDocument/2006/relationships/slide" Target="/ppt/slides/slide81.xml" Id="Rf363b9788bca4bb7" /><Relationship Type="http://schemas.openxmlformats.org/officeDocument/2006/relationships/slide" Target="/ppt/slides/slide82.xml" Id="R99d0541f0b0f4b46" /><Relationship Type="http://schemas.openxmlformats.org/officeDocument/2006/relationships/slide" Target="/ppt/slides/slide83.xml" Id="Rcdd45b9b57844da3" /><Relationship Type="http://schemas.openxmlformats.org/officeDocument/2006/relationships/slide" Target="/ppt/slides/slide84.xml" Id="R842ffcc221a94ce3" /><Relationship Type="http://schemas.openxmlformats.org/officeDocument/2006/relationships/slide" Target="/ppt/slides/slide85.xml" Id="R359c247681d246a7" /><Relationship Type="http://schemas.openxmlformats.org/officeDocument/2006/relationships/slide" Target="/ppt/slides/slide86.xml" Id="R67fd3eb8cfce472d" /><Relationship Type="http://schemas.openxmlformats.org/officeDocument/2006/relationships/slide" Target="/ppt/slides/slide87.xml" Id="R20d7d31ca39d41b2" /><Relationship Type="http://schemas.openxmlformats.org/officeDocument/2006/relationships/slide" Target="/ppt/slides/slide88.xml" Id="Re013485f5ba04754" /><Relationship Type="http://schemas.openxmlformats.org/officeDocument/2006/relationships/slide" Target="/ppt/slides/slide89.xml" Id="Re4ed9eabe41e4925" /><Relationship Type="http://schemas.openxmlformats.org/officeDocument/2006/relationships/slide" Target="/ppt/slides/slide90.xml" Id="R8a1a22c0055e4fb6" /><Relationship Type="http://schemas.openxmlformats.org/officeDocument/2006/relationships/slide" Target="/ppt/slides/slide91.xml" Id="R32fe5d9f9c5243d5" /><Relationship Type="http://schemas.openxmlformats.org/officeDocument/2006/relationships/slide" Target="/ppt/slides/slide92.xml" Id="R65f5bb664bdf41e6" /><Relationship Type="http://schemas.openxmlformats.org/officeDocument/2006/relationships/slide" Target="/ppt/slides/slide93.xml" Id="R394fd557df9a417e" /><Relationship Type="http://schemas.openxmlformats.org/officeDocument/2006/relationships/slide" Target="/ppt/slides/slide94.xml" Id="Re13af011b9404d23" /><Relationship Type="http://schemas.openxmlformats.org/officeDocument/2006/relationships/slide" Target="/ppt/slides/slide95.xml" Id="Rf6806c6cb850498d" /><Relationship Type="http://schemas.openxmlformats.org/officeDocument/2006/relationships/slide" Target="/ppt/slides/slide96.xml" Id="R7796bd93e02341c5" /><Relationship Type="http://schemas.openxmlformats.org/officeDocument/2006/relationships/slide" Target="/ppt/slides/slide97.xml" Id="Rb970b5bb72fe4fee" /><Relationship Type="http://schemas.openxmlformats.org/officeDocument/2006/relationships/slide" Target="/ppt/slides/slide98.xml" Id="R2a7bb38ca42b41a8" /><Relationship Type="http://schemas.openxmlformats.org/officeDocument/2006/relationships/slide" Target="/ppt/slides/slide99.xml" Id="Ree61c481b77a4c7a" /><Relationship Type="http://schemas.openxmlformats.org/officeDocument/2006/relationships/slide" Target="/ppt/slides/slide100.xml" Id="Rd02aa0b84dc140f0" /><Relationship Type="http://schemas.openxmlformats.org/officeDocument/2006/relationships/slide" Target="/ppt/slides/slide101.xml" Id="Rce9a590360cf484c" /><Relationship Type="http://schemas.openxmlformats.org/officeDocument/2006/relationships/slide" Target="/ppt/slides/slide102.xml" Id="R6f28dae22c1042e2" /><Relationship Type="http://schemas.openxmlformats.org/officeDocument/2006/relationships/slide" Target="/ppt/slides/slide103.xml" Id="R55864a6afa7d458e" /><Relationship Type="http://schemas.openxmlformats.org/officeDocument/2006/relationships/slide" Target="/ppt/slides/slide104.xml" Id="Raf221285c48d417f" /><Relationship Type="http://schemas.openxmlformats.org/officeDocument/2006/relationships/slide" Target="/ppt/slides/slide105.xml" Id="R19c690b938c4460b" /><Relationship Type="http://schemas.openxmlformats.org/officeDocument/2006/relationships/slide" Target="/ppt/slides/slide106.xml" Id="R05153adb8fb44fbf" /><Relationship Type="http://schemas.openxmlformats.org/officeDocument/2006/relationships/slide" Target="/ppt/slides/slide107.xml" Id="R04f4efdbf0ad4fba" /><Relationship Type="http://schemas.openxmlformats.org/officeDocument/2006/relationships/slide" Target="/ppt/slides/slide108.xml" Id="Rf01cbde78e614f9e" /><Relationship Type="http://schemas.openxmlformats.org/officeDocument/2006/relationships/slide" Target="/ppt/slides/slide109.xml" Id="Ree942a7e61a7419e" /><Relationship Type="http://schemas.openxmlformats.org/officeDocument/2006/relationships/slide" Target="/ppt/slides/slide110.xml" Id="R2bf1b7ad1ebe4f08" /><Relationship Type="http://schemas.openxmlformats.org/officeDocument/2006/relationships/slide" Target="/ppt/slides/slide111.xml" Id="R9507627b0fea4543" /><Relationship Type="http://schemas.openxmlformats.org/officeDocument/2006/relationships/slide" Target="/ppt/slides/slide112.xml" Id="R4abace65dee94b6f" /><Relationship Type="http://schemas.openxmlformats.org/officeDocument/2006/relationships/slide" Target="/ppt/slides/slide113.xml" Id="Ra94a723866204af3" /><Relationship Type="http://schemas.openxmlformats.org/officeDocument/2006/relationships/slide" Target="/ppt/slides/slide114.xml" Id="Rfd619e8542ad4a1c" /><Relationship Type="http://schemas.openxmlformats.org/officeDocument/2006/relationships/slide" Target="/ppt/slides/slide115.xml" Id="R00a95921822b4d96" /><Relationship Type="http://schemas.openxmlformats.org/officeDocument/2006/relationships/slide" Target="/ppt/slides/slide116.xml" Id="R971be3370ffd4f80" /><Relationship Type="http://schemas.openxmlformats.org/officeDocument/2006/relationships/slide" Target="/ppt/slides/slide117.xml" Id="R8792f9de34de49b8" /><Relationship Type="http://schemas.openxmlformats.org/officeDocument/2006/relationships/slide" Target="/ppt/slides/slide118.xml" Id="Rf70ff64922a84794" /><Relationship Type="http://schemas.openxmlformats.org/officeDocument/2006/relationships/slide" Target="/ppt/slides/slide120.xml" Id="Ref5d4a58551b4156" /><Relationship Type="http://schemas.openxmlformats.org/officeDocument/2006/relationships/slide" Target="/ppt/slides/slide121.xml" Id="R87381faa395a40f1" /><Relationship Type="http://schemas.openxmlformats.org/officeDocument/2006/relationships/slide" Target="/ppt/slides/slide122.xml" Id="R53622f8ddbd74119" /><Relationship Type="http://schemas.openxmlformats.org/officeDocument/2006/relationships/slide" Target="/ppt/slides/slide123.xml" Id="Rb5ec4ffcc5064830" /><Relationship Type="http://schemas.openxmlformats.org/officeDocument/2006/relationships/slide" Target="/ppt/slides/slide124.xml" Id="R4c256263b6c24f69" /><Relationship Type="http://schemas.openxmlformats.org/officeDocument/2006/relationships/slide" Target="/ppt/slides/slide125.xml" Id="Rc3991d67b0c74ad7" /><Relationship Type="http://schemas.openxmlformats.org/officeDocument/2006/relationships/slide" Target="/ppt/slides/slide126.xml" Id="Rc26ad8f1fb714969" /><Relationship Type="http://schemas.openxmlformats.org/officeDocument/2006/relationships/slide" Target="/ppt/slides/slide127.xml" Id="Re491d28fef434a82" /><Relationship Type="http://schemas.openxmlformats.org/officeDocument/2006/relationships/slide" Target="/ppt/slides/slide128.xml" Id="Rc5282c279fd44132" /><Relationship Type="http://schemas.openxmlformats.org/officeDocument/2006/relationships/slide" Target="/ppt/slides/slide129.xml" Id="Raf02087019af4e60" /><Relationship Type="http://schemas.openxmlformats.org/officeDocument/2006/relationships/slide" Target="/ppt/slides/slide130.xml" Id="Rdfed820d7c5043c7" /><Relationship Type="http://schemas.openxmlformats.org/officeDocument/2006/relationships/slide" Target="/ppt/slides/slide131.xml" Id="R8b21c983322f4d0a" /><Relationship Type="http://schemas.openxmlformats.org/officeDocument/2006/relationships/slide" Target="/ppt/slides/slide132.xml" Id="Rf469b89b0e0b4968" /><Relationship Type="http://schemas.openxmlformats.org/officeDocument/2006/relationships/slide" Target="/ppt/slides/slide133.xml" Id="R6162c7831867488a" /><Relationship Type="http://schemas.openxmlformats.org/officeDocument/2006/relationships/slide" Target="/ppt/slides/slide216.xml" Id="Rb4aac9ad477c463d" /><Relationship Type="http://schemas.openxmlformats.org/officeDocument/2006/relationships/slide" Target="/ppt/slides/slide217.xml" Id="R7b8922a2728d4c19" /><Relationship Type="http://schemas.openxmlformats.org/officeDocument/2006/relationships/slide" Target="/ppt/slides/slide218.xml" Id="R05a604c003c4409e" /><Relationship Type="http://schemas.openxmlformats.org/officeDocument/2006/relationships/slide" Target="/ppt/slides/slide220.xml" Id="R983afab66a3c4cbd" /><Relationship Type="http://schemas.openxmlformats.org/officeDocument/2006/relationships/slide" Target="/ppt/slides/slide221.xml" Id="R0e5e153be8344cb5" /><Relationship Type="http://schemas.openxmlformats.org/officeDocument/2006/relationships/slide" Target="/ppt/slides/slide222.xml" Id="Rde0b47deb44c4d1e" /><Relationship Type="http://schemas.openxmlformats.org/officeDocument/2006/relationships/slide" Target="/ppt/slides/slide223.xml" Id="R2570ded316c94f0b" /><Relationship Type="http://schemas.openxmlformats.org/officeDocument/2006/relationships/slide" Target="/ppt/slides/slide224.xml" Id="R0ff3db40a8be4cc8" /><Relationship Type="http://schemas.openxmlformats.org/officeDocument/2006/relationships/slide" Target="/ppt/slides/slide225.xml" Id="R754430891db44809" /><Relationship Type="http://schemas.openxmlformats.org/officeDocument/2006/relationships/slide" Target="/ppt/slides/slide226.xml" Id="Rba8f455b62234054" /><Relationship Type="http://schemas.openxmlformats.org/officeDocument/2006/relationships/slide" Target="/ppt/slides/slide227.xml" Id="R1adfd22ec18f419c" /><Relationship Type="http://schemas.openxmlformats.org/officeDocument/2006/relationships/slide" Target="/ppt/slides/slide228.xml" Id="Rd81d1dbe44db488a" /><Relationship Type="http://schemas.openxmlformats.org/officeDocument/2006/relationships/slide" Target="/ppt/slides/slide229.xml" Id="R1fdad9f71c8a4adf" /><Relationship Type="http://schemas.openxmlformats.org/officeDocument/2006/relationships/slide" Target="/ppt/slides/slide230.xml" Id="R507a21e512134979" /><Relationship Type="http://schemas.openxmlformats.org/officeDocument/2006/relationships/slide" Target="/ppt/slides/slide231.xml" Id="R58dd0493934f4ba9" /><Relationship Type="http://schemas.openxmlformats.org/officeDocument/2006/relationships/slide" Target="/ppt/slides/slide232.xml" Id="R6bcd03244e0d4040" /><Relationship Type="http://schemas.openxmlformats.org/officeDocument/2006/relationships/slide" Target="/ppt/slides/slide233.xml" Id="R120afaf4658d4d23" /><Relationship Type="http://schemas.openxmlformats.org/officeDocument/2006/relationships/slide" Target="/ppt/slides/slide234.xml" Id="R6641f114806a4a2e" /><Relationship Type="http://schemas.openxmlformats.org/officeDocument/2006/relationships/slide" Target="/ppt/slides/slide235.xml" Id="R6fa8a1530b0f4062" /><Relationship Type="http://schemas.openxmlformats.org/officeDocument/2006/relationships/slide" Target="/ppt/slides/slide236.xml" Id="R32b3556272464236" /><Relationship Type="http://schemas.openxmlformats.org/officeDocument/2006/relationships/slide" Target="/ppt/slides/slide237.xml" Id="Rd2c7a2faf767469f" /><Relationship Type="http://schemas.openxmlformats.org/officeDocument/2006/relationships/slide" Target="/ppt/slides/slide238.xml" Id="Refce47b81f7f4407" /><Relationship Type="http://schemas.openxmlformats.org/officeDocument/2006/relationships/slide" Target="/ppt/slides/slide239.xml" Id="R4696c41e816a437c" /><Relationship Type="http://schemas.openxmlformats.org/officeDocument/2006/relationships/slide" Target="/ppt/slides/slide240.xml" Id="Rf5d11c3a496e44a8" /><Relationship Type="http://schemas.openxmlformats.org/officeDocument/2006/relationships/slide" Target="/ppt/slides/slide241.xml" Id="Rf63c127eeea54783" /><Relationship Type="http://schemas.openxmlformats.org/officeDocument/2006/relationships/slide" Target="/ppt/slides/slide242.xml" Id="R7a992c06b4c84cb8" /><Relationship Type="http://schemas.openxmlformats.org/officeDocument/2006/relationships/slide" Target="/ppt/slides/slide243.xml" Id="R3b348d9e1bcb452d" /><Relationship Type="http://schemas.openxmlformats.org/officeDocument/2006/relationships/slide" Target="/ppt/slides/slide245.xml" Id="R7b4579708f3d45a5" /><Relationship Type="http://schemas.openxmlformats.org/officeDocument/2006/relationships/slide" Target="/ppt/slides/slide246.xml" Id="R19c1539b98a744c1" /><Relationship Type="http://schemas.openxmlformats.org/officeDocument/2006/relationships/slide" Target="/ppt/slides/slide247.xml" Id="R46f2422d67e24633" /><Relationship Type="http://schemas.openxmlformats.org/officeDocument/2006/relationships/slide" Target="/ppt/slides/slide248.xml" Id="R9a29dfb2c0cd4339" /><Relationship Type="http://schemas.openxmlformats.org/officeDocument/2006/relationships/slide" Target="/ppt/slides/slide249.xml" Id="R6847962007824d39" /><Relationship Type="http://schemas.openxmlformats.org/officeDocument/2006/relationships/slide" Target="/ppt/slides/slide250.xml" Id="R7dbb88c6aa4b441e" /><Relationship Type="http://schemas.openxmlformats.org/officeDocument/2006/relationships/slide" Target="/ppt/slides/slide251.xml" Id="R92aa4d8da0094cad" /><Relationship Type="http://schemas.openxmlformats.org/officeDocument/2006/relationships/slide" Target="/ppt/slides/slide252.xml" Id="R288668d69e344cb0" /><Relationship Type="http://schemas.openxmlformats.org/officeDocument/2006/relationships/slide" Target="/ppt/slides/slide253.xml" Id="Rc69333b1ef6f4942" /><Relationship Type="http://schemas.openxmlformats.org/officeDocument/2006/relationships/slide" Target="/ppt/slides/slide254.xml" Id="R4b6bac96238443d1" /><Relationship Type="http://schemas.openxmlformats.org/officeDocument/2006/relationships/slide" Target="/ppt/slides/slide255.xml" Id="Rae6bda88ace7446d" /><Relationship Type="http://schemas.openxmlformats.org/officeDocument/2006/relationships/slide" Target="/ppt/slides/slide256.xml" Id="R03eeac2e0af74dd2" /><Relationship Type="http://schemas.openxmlformats.org/officeDocument/2006/relationships/slide" Target="/ppt/slides/slide257.xml" Id="R938b5c18a47b4bff" /><Relationship Type="http://schemas.openxmlformats.org/officeDocument/2006/relationships/slide" Target="/ppt/slides/slide258.xml" Id="R2d19ddf2cbe2469a" /><Relationship Type="http://schemas.openxmlformats.org/officeDocument/2006/relationships/slide" Target="/ppt/slides/slide259.xml" Id="R889893efcf974df6" /><Relationship Type="http://schemas.openxmlformats.org/officeDocument/2006/relationships/slide" Target="/ppt/slides/slide260.xml" Id="R0c2076d3187d436c" /><Relationship Type="http://schemas.openxmlformats.org/officeDocument/2006/relationships/slide" Target="/ppt/slides/slide261.xml" Id="Re8c25e15706e4d2e" /><Relationship Type="http://schemas.openxmlformats.org/officeDocument/2006/relationships/slide" Target="/ppt/slides/slide262.xml" Id="R26848c506cee4d94" /><Relationship Type="http://schemas.openxmlformats.org/officeDocument/2006/relationships/slide" Target="/ppt/slides/slide263.xml" Id="R8a56b1ec7d864b88" /><Relationship Type="http://schemas.openxmlformats.org/officeDocument/2006/relationships/slide" Target="/ppt/slides/slide264.xml" Id="R0117c88212324e92" /><Relationship Type="http://schemas.openxmlformats.org/officeDocument/2006/relationships/slide" Target="/ppt/slides/slide265.xml" Id="Rd9c139f66fe84eb2" /><Relationship Type="http://schemas.openxmlformats.org/officeDocument/2006/relationships/slide" Target="/ppt/slides/slide266.xml" Id="R3fbf193124c74099" /><Relationship Type="http://schemas.openxmlformats.org/officeDocument/2006/relationships/slide" Target="/ppt/slides/slide267.xml" Id="R922e084261db4248" /><Relationship Type="http://schemas.openxmlformats.org/officeDocument/2006/relationships/slide" Target="/ppt/slides/slide268.xml" Id="R361d23c424254b45" /><Relationship Type="http://schemas.openxmlformats.org/officeDocument/2006/relationships/slide" Target="/ppt/slides/slide269.xml" Id="R7f82aa6f1bf94fba" /><Relationship Type="http://schemas.openxmlformats.org/officeDocument/2006/relationships/slide" Target="/ppt/slides/slide270.xml" Id="Rd7ea774d483146ac" /><Relationship Type="http://schemas.openxmlformats.org/officeDocument/2006/relationships/slide" Target="/ppt/slides/slide271.xml" Id="R68ca01a9534646ee" /><Relationship Type="http://schemas.openxmlformats.org/officeDocument/2006/relationships/slide" Target="/ppt/slides/slide272.xml" Id="Rc8b3613554824467" /><Relationship Type="http://schemas.openxmlformats.org/officeDocument/2006/relationships/slide" Target="/ppt/slides/slide273.xml" Id="R7fcf20015b7c4e8d" /><Relationship Type="http://schemas.openxmlformats.org/officeDocument/2006/relationships/slide" Target="/ppt/slides/slide274.xml" Id="Ra14c1c546491449c" /><Relationship Type="http://schemas.openxmlformats.org/officeDocument/2006/relationships/slide" Target="/ppt/slides/slide275.xml" Id="Rcc5afa6f55354190" /><Relationship Type="http://schemas.openxmlformats.org/officeDocument/2006/relationships/slide" Target="/ppt/slides/slide276.xml" Id="R4eb2164863f944b3" /><Relationship Type="http://schemas.openxmlformats.org/officeDocument/2006/relationships/slide" Target="/ppt/slides/slide277.xml" Id="R2cc626268328483d" /><Relationship Type="http://schemas.openxmlformats.org/officeDocument/2006/relationships/slide" Target="/ppt/slides/slide278.xml" Id="R424d45d1472a4a4b" /><Relationship Type="http://schemas.openxmlformats.org/officeDocument/2006/relationships/slide" Target="/ppt/slides/slide279.xml" Id="Ra0be793f87c84fae" /><Relationship Type="http://schemas.openxmlformats.org/officeDocument/2006/relationships/slide" Target="/ppt/slides/slide280.xml" Id="R68ea39ba46254ef5" /><Relationship Type="http://schemas.openxmlformats.org/officeDocument/2006/relationships/slide" Target="/ppt/slides/slide281.xml" Id="Ra915bd9637314c95" /><Relationship Type="http://schemas.openxmlformats.org/officeDocument/2006/relationships/slide" Target="/ppt/slides/slide282.xml" Id="R3fd10352e82545e3" /><Relationship Type="http://schemas.openxmlformats.org/officeDocument/2006/relationships/slide" Target="/ppt/slides/slide283.xml" Id="Re25e57286f60441e" /><Relationship Type="http://schemas.openxmlformats.org/officeDocument/2006/relationships/slide" Target="/ppt/slides/slide284.xml" Id="R0977387e8c674cb3" /><Relationship Type="http://schemas.openxmlformats.org/officeDocument/2006/relationships/slide" Target="/ppt/slides/slide285.xml" Id="Rd5d132c89d2f4188" /><Relationship Type="http://schemas.openxmlformats.org/officeDocument/2006/relationships/slide" Target="/ppt/slides/slide286.xml" Id="Rf0fbf2044dd94a69" /><Relationship Type="http://schemas.openxmlformats.org/officeDocument/2006/relationships/slide" Target="/ppt/slides/slide287.xml" Id="Ra2d45dd88bef4e70" /><Relationship Type="http://schemas.openxmlformats.org/officeDocument/2006/relationships/slide" Target="/ppt/slides/slide288.xml" Id="Rb93389d6c2e84071" /><Relationship Type="http://schemas.openxmlformats.org/officeDocument/2006/relationships/slide" Target="/ppt/slides/slide289.xml" Id="Rf49918cba2d7485a" /><Relationship Type="http://schemas.openxmlformats.org/officeDocument/2006/relationships/slide" Target="/ppt/slides/slide290.xml" Id="R692fcdebd2f14435" /><Relationship Type="http://schemas.openxmlformats.org/officeDocument/2006/relationships/slide" Target="/ppt/slides/slide291.xml" Id="Rbae30551f8914ff0" /><Relationship Type="http://schemas.openxmlformats.org/officeDocument/2006/relationships/slide" Target="/ppt/slides/slide292.xml" Id="Rbb9e975c8c32417a" /><Relationship Type="http://schemas.openxmlformats.org/officeDocument/2006/relationships/slide" Target="/ppt/slides/slide293.xml" Id="R01ca4f0952ee4ff3" /><Relationship Type="http://schemas.openxmlformats.org/officeDocument/2006/relationships/slide" Target="/ppt/slides/slide294.xml" Id="R66d246f06eeb4f1a" /><Relationship Type="http://schemas.openxmlformats.org/officeDocument/2006/relationships/slide" Target="/ppt/slides/slide295.xml" Id="R844ee082cdd340ed" /><Relationship Type="http://schemas.openxmlformats.org/officeDocument/2006/relationships/slide" Target="/ppt/slides/slide296.xml" Id="Rd98dec23d0ba4ba5" /><Relationship Type="http://schemas.openxmlformats.org/officeDocument/2006/relationships/slide" Target="/ppt/slides/slide297.xml" Id="R8d7e995c1fa84770" /><Relationship Type="http://schemas.openxmlformats.org/officeDocument/2006/relationships/slide" Target="/ppt/slides/slide298.xml" Id="R471a8e57e52148f2" /><Relationship Type="http://schemas.openxmlformats.org/officeDocument/2006/relationships/slide" Target="/ppt/slides/slide299.xml" Id="R9961c43a86de4f6a" /><Relationship Type="http://schemas.openxmlformats.org/officeDocument/2006/relationships/slide" Target="/ppt/slides/slide300.xml" Id="Rbc30205bad284b8e" /><Relationship Type="http://schemas.openxmlformats.org/officeDocument/2006/relationships/slide" Target="/ppt/slides/slide301.xml" Id="R7a5c0648ab6347c1" /><Relationship Type="http://schemas.openxmlformats.org/officeDocument/2006/relationships/slide" Target="/ppt/slides/slide302.xml" Id="Rd982a58b9918453f" /><Relationship Type="http://schemas.openxmlformats.org/officeDocument/2006/relationships/slide" Target="/ppt/slides/slide303.xml" Id="Re2b6f41f99fb430f" /><Relationship Type="http://schemas.openxmlformats.org/officeDocument/2006/relationships/slide" Target="/ppt/slides/slide304.xml" Id="Rf26e6fe236884246" /><Relationship Type="http://schemas.openxmlformats.org/officeDocument/2006/relationships/slide" Target="/ppt/slides/slide305.xml" Id="R4d367accf24645d8" /><Relationship Type="http://schemas.openxmlformats.org/officeDocument/2006/relationships/slide" Target="/ppt/slides/slide306.xml" Id="R4d8b94807a7d4115" /><Relationship Type="http://schemas.openxmlformats.org/officeDocument/2006/relationships/slide" Target="/ppt/slides/slide307.xml" Id="Rfa4f6a726e684d25" /><Relationship Type="http://schemas.openxmlformats.org/officeDocument/2006/relationships/slide" Target="/ppt/slides/slide308.xml" Id="Re76ac2a392e84630" /><Relationship Type="http://schemas.openxmlformats.org/officeDocument/2006/relationships/slide" Target="/ppt/slides/slide310.xml" Id="R96c56e7d7d934f25" /><Relationship Type="http://schemas.openxmlformats.org/officeDocument/2006/relationships/slide" Target="/ppt/slides/slide311.xml" Id="R477c22a97345487e" /><Relationship Type="http://schemas.openxmlformats.org/officeDocument/2006/relationships/slide" Target="/ppt/slides/slide312.xml" Id="Rad9ac0d741a646b6" /><Relationship Type="http://schemas.openxmlformats.org/officeDocument/2006/relationships/slide" Target="/ppt/slides/slide313.xml" Id="Rb4c6837ce36a4239" /><Relationship Type="http://schemas.openxmlformats.org/officeDocument/2006/relationships/slide" Target="/ppt/slides/slide314.xml" Id="R1777b21f3d024fd0" /><Relationship Type="http://schemas.openxmlformats.org/officeDocument/2006/relationships/slide" Target="/ppt/slides/slide315.xml" Id="Re4c97019564143cf" /><Relationship Type="http://schemas.openxmlformats.org/officeDocument/2006/relationships/slide" Target="/ppt/slides/slide316.xml" Id="R13cb2d8dd73240be" /><Relationship Type="http://schemas.openxmlformats.org/officeDocument/2006/relationships/slide" Target="/ppt/slides/slide317.xml" Id="R274c9e49c08d490c" /><Relationship Type="http://schemas.openxmlformats.org/officeDocument/2006/relationships/slide" Target="/ppt/slides/slide318.xml" Id="Ra24dc4f6380d483c" /><Relationship Type="http://schemas.openxmlformats.org/officeDocument/2006/relationships/slide" Target="/ppt/slides/slide319.xml" Id="R31eb8f8b3c2143bf" /><Relationship Type="http://schemas.openxmlformats.org/officeDocument/2006/relationships/slide" Target="/ppt/slides/slide320.xml" Id="Rc4352d143f724a10" /><Relationship Type="http://schemas.openxmlformats.org/officeDocument/2006/relationships/slide" Target="/ppt/slides/slide321.xml" Id="R1e9bee20cbbe46bc" /><Relationship Type="http://schemas.openxmlformats.org/officeDocument/2006/relationships/slide" Target="/ppt/slides/slide322.xml" Id="Rd858e72ee302457d" /><Relationship Type="http://schemas.openxmlformats.org/officeDocument/2006/relationships/slide" Target="/ppt/slides/slide323.xml" Id="R932b1e8b4ee2447e" /><Relationship Type="http://schemas.openxmlformats.org/officeDocument/2006/relationships/slide" Target="/ppt/slides/slide324.xml" Id="Rfb74e8a708d6499a" /><Relationship Type="http://schemas.openxmlformats.org/officeDocument/2006/relationships/slide" Target="/ppt/slides/slide325.xml" Id="R7752f5467164467d" /><Relationship Type="http://schemas.openxmlformats.org/officeDocument/2006/relationships/slide" Target="/ppt/slides/slide326.xml" Id="Rf9e87b5972644453" /><Relationship Type="http://schemas.openxmlformats.org/officeDocument/2006/relationships/slide" Target="/ppt/slides/slide327.xml" Id="R4d6ab55dac0147c6" /><Relationship Type="http://schemas.openxmlformats.org/officeDocument/2006/relationships/slide" Target="/ppt/slides/slide328.xml" Id="R18a3336ba7894288" /><Relationship Type="http://schemas.openxmlformats.org/officeDocument/2006/relationships/slide" Target="/ppt/slides/slide329.xml" Id="R6d3272d60c004152" /><Relationship Type="http://schemas.openxmlformats.org/officeDocument/2006/relationships/slide" Target="/ppt/slides/slide330.xml" Id="Ra2e0e02c3d934d39" /><Relationship Type="http://schemas.openxmlformats.org/officeDocument/2006/relationships/slide" Target="/ppt/slides/slide331.xml" Id="Rf8203622b56d4e19" /><Relationship Type="http://schemas.openxmlformats.org/officeDocument/2006/relationships/slide" Target="/ppt/slides/slide332.xml" Id="R4991ae10dbfa43fc" /><Relationship Type="http://schemas.openxmlformats.org/officeDocument/2006/relationships/slide" Target="/ppt/slides/slide333.xml" Id="R801a991249714db3" /><Relationship Type="http://schemas.openxmlformats.org/officeDocument/2006/relationships/slide" Target="/ppt/slides/slide334.xml" Id="Rc6746c4d177b491a" /><Relationship Type="http://schemas.openxmlformats.org/officeDocument/2006/relationships/slide" Target="/ppt/slides/slide561.xml" Id="R6800b74a6d244d69" /><Relationship Type="http://schemas.openxmlformats.org/officeDocument/2006/relationships/slide" Target="/ppt/slides/slide562.xml" Id="R46e9e6e87b6942d2" /><Relationship Type="http://schemas.openxmlformats.org/officeDocument/2006/relationships/slide" Target="/ppt/slides/slide563.xml" Id="R9c90d927a6734c6f" /><Relationship Type="http://schemas.openxmlformats.org/officeDocument/2006/relationships/slide" Target="/ppt/slides/slide565.xml" Id="R9421c2143ee44e51" /><Relationship Type="http://schemas.openxmlformats.org/officeDocument/2006/relationships/slide" Target="/ppt/slides/slide566.xml" Id="Rb183b1a05d184ebe" /><Relationship Type="http://schemas.openxmlformats.org/officeDocument/2006/relationships/slide" Target="/ppt/slides/slide567.xml" Id="Rf89aff16a1fb4526" /><Relationship Type="http://schemas.openxmlformats.org/officeDocument/2006/relationships/slide" Target="/ppt/slides/slide568.xml" Id="R41a09e81e9af4c4b" /><Relationship Type="http://schemas.openxmlformats.org/officeDocument/2006/relationships/slide" Target="/ppt/slides/slide569.xml" Id="R9512271234844f62" /><Relationship Type="http://schemas.openxmlformats.org/officeDocument/2006/relationships/slide" Target="/ppt/slides/slide570.xml" Id="R344314e20b534361" /><Relationship Type="http://schemas.openxmlformats.org/officeDocument/2006/relationships/slide" Target="/ppt/slides/slide571.xml" Id="Ra5e6f2bd3cf54837" /><Relationship Type="http://schemas.openxmlformats.org/officeDocument/2006/relationships/slide" Target="/ppt/slides/slide572.xml" Id="R050c6d4c1c7f4c44" /><Relationship Type="http://schemas.openxmlformats.org/officeDocument/2006/relationships/slide" Target="/ppt/slides/slide573.xml" Id="R306a003fa4934541" /><Relationship Type="http://schemas.openxmlformats.org/officeDocument/2006/relationships/slide" Target="/ppt/slides/slide574.xml" Id="R533e0fa55964419d" /><Relationship Type="http://schemas.openxmlformats.org/officeDocument/2006/relationships/slide" Target="/ppt/slides/slide575.xml" Id="Re6c26009b74e48d3" /><Relationship Type="http://schemas.openxmlformats.org/officeDocument/2006/relationships/slide" Target="/ppt/slides/slide576.xml" Id="R3124beebae99426f" /><Relationship Type="http://schemas.openxmlformats.org/officeDocument/2006/relationships/slide" Target="/ppt/slides/slide577.xml" Id="Rb0e54b79a0ac46d2" /><Relationship Type="http://schemas.openxmlformats.org/officeDocument/2006/relationships/slide" Target="/ppt/slides/slide578.xml" Id="R1b33703f03194897" /><Relationship Type="http://schemas.openxmlformats.org/officeDocument/2006/relationships/slide" Target="/ppt/slides/slide579.xml" Id="R6632856ccfa74cb3" /><Relationship Type="http://schemas.openxmlformats.org/officeDocument/2006/relationships/slide" Target="/ppt/slides/slide580.xml" Id="R8b26133756364672" /><Relationship Type="http://schemas.openxmlformats.org/officeDocument/2006/relationships/slide" Target="/ppt/slides/slide581.xml" Id="R645ce468ab184bef" /><Relationship Type="http://schemas.openxmlformats.org/officeDocument/2006/relationships/slide" Target="/ppt/slides/slide582.xml" Id="R141c315a4fab497e" /><Relationship Type="http://schemas.openxmlformats.org/officeDocument/2006/relationships/slide" Target="/ppt/slides/slide583.xml" Id="R2ac0a1b088c2406b" /><Relationship Type="http://schemas.openxmlformats.org/officeDocument/2006/relationships/slide" Target="/ppt/slides/slide584.xml" Id="Rb81db77509094277" /><Relationship Type="http://schemas.openxmlformats.org/officeDocument/2006/relationships/slide" Target="/ppt/slides/slide585.xml" Id="R30566c42899e459a" /><Relationship Type="http://schemas.openxmlformats.org/officeDocument/2006/relationships/slide" Target="/ppt/slides/slide586.xml" Id="Re4aff5cced2c4765" /><Relationship Type="http://schemas.openxmlformats.org/officeDocument/2006/relationships/slide" Target="/ppt/slides/slide587.xml" Id="Rf7f9e6ef231a4a1b" /><Relationship Type="http://schemas.openxmlformats.org/officeDocument/2006/relationships/slide" Target="/ppt/slides/slide588.xml" Id="Re16a9aad89b24bbd" /><Relationship Type="http://schemas.openxmlformats.org/officeDocument/2006/relationships/slide" Target="/ppt/slides/slide589.xml" Id="R4f11cfe2d91b4f64" /><Relationship Type="http://schemas.openxmlformats.org/officeDocument/2006/relationships/slide" Target="/ppt/slides/slide590.xml" Id="Raaa90e9eb9a646a5" /><Relationship Type="http://schemas.openxmlformats.org/officeDocument/2006/relationships/slide" Target="/ppt/slides/slide591.xml" Id="R27d153d4c50c4781" /><Relationship Type="http://schemas.openxmlformats.org/officeDocument/2006/relationships/slide" Target="/ppt/slides/slide592.xml" Id="Re1e0ef3ec6f647cd" /><Relationship Type="http://schemas.openxmlformats.org/officeDocument/2006/relationships/slide" Target="/ppt/slides/slide593.xml" Id="R30f91bd06c8e494f" /><Relationship Type="http://schemas.openxmlformats.org/officeDocument/2006/relationships/slide" Target="/ppt/slides/slide594.xml" Id="R65a4fcb1b36848f4" /><Relationship Type="http://schemas.openxmlformats.org/officeDocument/2006/relationships/slide" Target="/ppt/slides/slide595.xml" Id="R5bb2078ff6134d01" /><Relationship Type="http://schemas.openxmlformats.org/officeDocument/2006/relationships/slide" Target="/ppt/slides/slide596.xml" Id="R1f0afb12b7ef4c01" /><Relationship Type="http://schemas.openxmlformats.org/officeDocument/2006/relationships/slide" Target="/ppt/slides/slide597.xml" Id="R316666ad9ad34aa8" /><Relationship Type="http://schemas.openxmlformats.org/officeDocument/2006/relationships/slide" Target="/ppt/slides/slide598.xml" Id="Rd1efb0014bb04db2" /><Relationship Type="http://schemas.openxmlformats.org/officeDocument/2006/relationships/slide" Target="/ppt/slides/slide599.xml" Id="Re6d2ddc775aa4b0f" /><Relationship Type="http://schemas.openxmlformats.org/officeDocument/2006/relationships/slide" Target="/ppt/slides/slide600.xml" Id="R872fcc9fc6d74e15" /><Relationship Type="http://schemas.openxmlformats.org/officeDocument/2006/relationships/slide" Target="/ppt/slides/slide601.xml" Id="Re24416511f494de2" /><Relationship Type="http://schemas.openxmlformats.org/officeDocument/2006/relationships/slide" Target="/ppt/slides/slide602.xml" Id="Ra171128e4c634616" /><Relationship Type="http://schemas.openxmlformats.org/officeDocument/2006/relationships/slide" Target="/ppt/slides/slide603.xml" Id="R58517a65dafa4840" /><Relationship Type="http://schemas.openxmlformats.org/officeDocument/2006/relationships/slide" Target="/ppt/slides/slide604.xml" Id="Rdb1bc954e1ea44e7" /><Relationship Type="http://schemas.openxmlformats.org/officeDocument/2006/relationships/slide" Target="/ppt/slides/slide605.xml" Id="Reebf28d5923b4f1f" /><Relationship Type="http://schemas.openxmlformats.org/officeDocument/2006/relationships/slide" Target="/ppt/slides/slide606.xml" Id="R7248bab2f9ab4813" /><Relationship Type="http://schemas.openxmlformats.org/officeDocument/2006/relationships/slide" Target="/ppt/slides/slide607.xml" Id="Rde97bc1087254109" /><Relationship Type="http://schemas.openxmlformats.org/officeDocument/2006/relationships/slide" Target="/ppt/slides/slide608.xml" Id="R80e740378b1c4ce8" /><Relationship Type="http://schemas.openxmlformats.org/officeDocument/2006/relationships/slide" Target="/ppt/slides/slide609.xml" Id="Reb24df71aec74fcb" /><Relationship Type="http://schemas.openxmlformats.org/officeDocument/2006/relationships/slide" Target="/ppt/slides/slide610.xml" Id="R361936fa36004694" /><Relationship Type="http://schemas.openxmlformats.org/officeDocument/2006/relationships/slide" Target="/ppt/slides/slide611.xml" Id="Rfe7e592490174bff" /><Relationship Type="http://schemas.openxmlformats.org/officeDocument/2006/relationships/slide" Target="/ppt/slides/slide612.xml" Id="Rb8ffbc2449804412" /><Relationship Type="http://schemas.openxmlformats.org/officeDocument/2006/relationships/slide" Target="/ppt/slides/slide613.xml" Id="Rdc98e5b9fea149f2" /><Relationship Type="http://schemas.openxmlformats.org/officeDocument/2006/relationships/slide" Target="/ppt/slides/slide614.xml" Id="R1c256d1283844a9a" /><Relationship Type="http://schemas.openxmlformats.org/officeDocument/2006/relationships/slide" Target="/ppt/slides/slide615.xml" Id="Rf6c47fe023fd4a6f" /><Relationship Type="http://schemas.openxmlformats.org/officeDocument/2006/relationships/slide" Target="/ppt/slides/slide616.xml" Id="R9533618706204d4a" /><Relationship Type="http://schemas.openxmlformats.org/officeDocument/2006/relationships/slide" Target="/ppt/slides/slide617.xml" Id="R3ad24a4768a84709" /><Relationship Type="http://schemas.openxmlformats.org/officeDocument/2006/relationships/slide" Target="/ppt/slides/slide618.xml" Id="R72d4af6c3d9c4585" /><Relationship Type="http://schemas.openxmlformats.org/officeDocument/2006/relationships/slide" Target="/ppt/slides/slide619.xml" Id="Rf3d103bd7f504f5c" /><Relationship Type="http://schemas.openxmlformats.org/officeDocument/2006/relationships/slide" Target="/ppt/slides/slide621.xml" Id="R03c445d2d1cb4631" /><Relationship Type="http://schemas.openxmlformats.org/officeDocument/2006/relationships/slide" Target="/ppt/slides/slide622.xml" Id="R4b5a40a9066c493d" /><Relationship Type="http://schemas.openxmlformats.org/officeDocument/2006/relationships/slide" Target="/ppt/slides/slide623.xml" Id="R5e755d93d2e04c9f" /><Relationship Type="http://schemas.openxmlformats.org/officeDocument/2006/relationships/slide" Target="/ppt/slides/slide624.xml" Id="R3fb2d179ad3a45fb" /><Relationship Type="http://schemas.openxmlformats.org/officeDocument/2006/relationships/slide" Target="/ppt/slides/slide625.xml" Id="Rdf003b488f33431a" /><Relationship Type="http://schemas.openxmlformats.org/officeDocument/2006/relationships/slide" Target="/ppt/slides/slide626.xml" Id="R78cc1c8161ab48bc" /><Relationship Type="http://schemas.openxmlformats.org/officeDocument/2006/relationships/slide" Target="/ppt/slides/slide627.xml" Id="Rfb46c77fc18a416d" /><Relationship Type="http://schemas.openxmlformats.org/officeDocument/2006/relationships/slide" Target="/ppt/slides/slide628.xml" Id="R5cb475d6b4a74900" /><Relationship Type="http://schemas.openxmlformats.org/officeDocument/2006/relationships/slide" Target="/ppt/slides/slide629.xml" Id="Rd6e5a9ea95394c8e" /><Relationship Type="http://schemas.openxmlformats.org/officeDocument/2006/relationships/slide" Target="/ppt/slides/slide630.xml" Id="R8fea1bccb8024b8a" /><Relationship Type="http://schemas.openxmlformats.org/officeDocument/2006/relationships/slide" Target="/ppt/slides/slide631.xml" Id="R1a3c2d55f3174690" /><Relationship Type="http://schemas.openxmlformats.org/officeDocument/2006/relationships/slide" Target="/ppt/slides/slide632.xml" Id="Rbc0580684d9b43b7" /><Relationship Type="http://schemas.openxmlformats.org/officeDocument/2006/relationships/slide" Target="/ppt/slides/slide633.xml" Id="R8319b2ec58f1478b" /><Relationship Type="http://schemas.openxmlformats.org/officeDocument/2006/relationships/slide" Target="/ppt/slides/slide634.xml" Id="Rdba9d82fbc8d4e08" /><Relationship Type="http://schemas.openxmlformats.org/officeDocument/2006/relationships/slide" Target="/ppt/slides/slide635.xml" Id="Rd1fd75bc5af44912" /><Relationship Type="http://schemas.openxmlformats.org/officeDocument/2006/relationships/slide" Target="/ppt/slides/slide636.xml" Id="R654f8c66b1f74250" /><Relationship Type="http://schemas.openxmlformats.org/officeDocument/2006/relationships/slide" Target="/ppt/slides/slide637.xml" Id="R9b16b9f056164081" /><Relationship Type="http://schemas.openxmlformats.org/officeDocument/2006/relationships/slide" Target="/ppt/slides/slide638.xml" Id="R681c3fdbf2b54691" /><Relationship Type="http://schemas.openxmlformats.org/officeDocument/2006/relationships/slide" Target="/ppt/slides/slide639.xml" Id="Rda65cc5df10f4011" /><Relationship Type="http://schemas.openxmlformats.org/officeDocument/2006/relationships/slide" Target="/ppt/slides/slide640.xml" Id="Re691bc375fed41af" /><Relationship Type="http://schemas.openxmlformats.org/officeDocument/2006/relationships/slide" Target="/ppt/slides/slide641.xml" Id="Rfbeae78b4f314311" /><Relationship Type="http://schemas.openxmlformats.org/officeDocument/2006/relationships/slide" Target="/ppt/slides/slide642.xml" Id="Red7750bd79b64b50" /><Relationship Type="http://schemas.openxmlformats.org/officeDocument/2006/relationships/slide" Target="/ppt/slides/slide643.xml" Id="Rfb8faee2244e44f8" /><Relationship Type="http://schemas.openxmlformats.org/officeDocument/2006/relationships/slide" Target="/ppt/slides/slide644.xml" Id="R49d2ae9daef14fee" /><Relationship Type="http://schemas.openxmlformats.org/officeDocument/2006/relationships/slide" Target="/ppt/slides/slide645.xml" Id="Rbec6a62b6be0415a" /><Relationship Type="http://schemas.openxmlformats.org/officeDocument/2006/relationships/slide" Target="/ppt/slides/slide646.xml" Id="R503a6c8da6404d59" /><Relationship Type="http://schemas.openxmlformats.org/officeDocument/2006/relationships/slide" Target="/ppt/slides/slide647.xml" Id="R9073f05d50264f08" /><Relationship Type="http://schemas.openxmlformats.org/officeDocument/2006/relationships/slide" Target="/ppt/slides/slide648.xml" Id="Ref2ccc1a358443b1" /><Relationship Type="http://schemas.openxmlformats.org/officeDocument/2006/relationships/slide" Target="/ppt/slides/slide649.xml" Id="Re8f41d82654c47b8" /><Relationship Type="http://schemas.openxmlformats.org/officeDocument/2006/relationships/slide" Target="/ppt/slides/slide650.xml" Id="R5c32fb5591ed447e" /><Relationship Type="http://schemas.openxmlformats.org/officeDocument/2006/relationships/slide" Target="/ppt/slides/slide651.xml" Id="Rf2f13252091f40fc" /><Relationship Type="http://schemas.openxmlformats.org/officeDocument/2006/relationships/slide" Target="/ppt/slides/slide652.xml" Id="R983827ca51a64eda" /><Relationship Type="http://schemas.openxmlformats.org/officeDocument/2006/relationships/slide" Target="/ppt/slides/slide653.xml" Id="R12cbfacda6b041ee" /><Relationship Type="http://schemas.openxmlformats.org/officeDocument/2006/relationships/slide" Target="/ppt/slides/slide654.xml" Id="R26d1e787f0ee4247" /><Relationship Type="http://schemas.openxmlformats.org/officeDocument/2006/relationships/slide" Target="/ppt/slides/slide655.xml" Id="R2ae631a480884a89" /><Relationship Type="http://schemas.openxmlformats.org/officeDocument/2006/relationships/slide" Target="/ppt/slides/slide656.xml" Id="Rc38dbb678d0c44ec" /><Relationship Type="http://schemas.openxmlformats.org/officeDocument/2006/relationships/slide" Target="/ppt/slides/slide657.xml" Id="Reb37e5d02fd3480b" /><Relationship Type="http://schemas.openxmlformats.org/officeDocument/2006/relationships/slide" Target="/ppt/slides/slide658.xml" Id="R65dcf5ae48b24922" /><Relationship Type="http://schemas.openxmlformats.org/officeDocument/2006/relationships/slide" Target="/ppt/slides/slide659.xml" Id="Rc39346e151ed4298" /><Relationship Type="http://schemas.openxmlformats.org/officeDocument/2006/relationships/slide" Target="/ppt/slides/slide660.xml" Id="Rc7c9dc9f709048d3" /><Relationship Type="http://schemas.openxmlformats.org/officeDocument/2006/relationships/slide" Target="/ppt/slides/slide661.xml" Id="R0ddfe41a21204ca0" /><Relationship Type="http://schemas.openxmlformats.org/officeDocument/2006/relationships/slide" Target="/ppt/slides/slide662.xml" Id="R74b9dc191f9e4d05" /><Relationship Type="http://schemas.openxmlformats.org/officeDocument/2006/relationships/slide" Target="/ppt/slides/slide663.xml" Id="Rb1871f53b8fa4636" /><Relationship Type="http://schemas.openxmlformats.org/officeDocument/2006/relationships/slide" Target="/ppt/slides/slide664.xml" Id="R63014beffeee46e8" /><Relationship Type="http://schemas.openxmlformats.org/officeDocument/2006/relationships/slide" Target="/ppt/slides/slide665.xml" Id="R1e41fe0564c94f87" /><Relationship Type="http://schemas.openxmlformats.org/officeDocument/2006/relationships/slide" Target="/ppt/slides/slide666.xml" Id="Rb40bbf226be0451d" /><Relationship Type="http://schemas.openxmlformats.org/officeDocument/2006/relationships/slide" Target="/ppt/slides/slide667.xml" Id="R85448bb2e73e434d" /><Relationship Type="http://schemas.openxmlformats.org/officeDocument/2006/relationships/slide" Target="/ppt/slides/slide668.xml" Id="Rcd1998a7d89546ee" /><Relationship Type="http://schemas.openxmlformats.org/officeDocument/2006/relationships/slide" Target="/ppt/slides/slide669.xml" Id="R72b06152b63e4585" /><Relationship Type="http://schemas.openxmlformats.org/officeDocument/2006/relationships/slide" Target="/ppt/slides/slide670.xml" Id="R8dc3eb9075d74990" /><Relationship Type="http://schemas.openxmlformats.org/officeDocument/2006/relationships/slide" Target="/ppt/slides/slide671.xml" Id="R19ec9b75f1064c3e" /><Relationship Type="http://schemas.openxmlformats.org/officeDocument/2006/relationships/slide" Target="/ppt/slides/slide672.xml" Id="R7b7c44a18af94c80" /><Relationship Type="http://schemas.openxmlformats.org/officeDocument/2006/relationships/slide" Target="/ppt/slides/slide673.xml" Id="R5a5cb9c050264900" /><Relationship Type="http://schemas.openxmlformats.org/officeDocument/2006/relationships/slide" Target="/ppt/slides/slide674.xml" Id="R09fd81e54a784020" /><Relationship Type="http://schemas.openxmlformats.org/officeDocument/2006/relationships/slide" Target="/ppt/slides/slide675.xml" Id="R2d739c96f89e4d0f" /><Relationship Type="http://schemas.openxmlformats.org/officeDocument/2006/relationships/slide" Target="/ppt/slides/slide676.xml" Id="R7849349d17dc4e95" /><Relationship Type="http://schemas.openxmlformats.org/officeDocument/2006/relationships/slide" Target="/ppt/slides/slide678.xml" Id="R66d207940f794b5e" /><Relationship Type="http://schemas.openxmlformats.org/officeDocument/2006/relationships/slide" Target="/ppt/slides/slide679.xml" Id="Rb2ca8c87b8c34aa1" /><Relationship Type="http://schemas.openxmlformats.org/officeDocument/2006/relationships/slide" Target="/ppt/slides/slide680.xml" Id="R75c49b4ba9c24dc1" /><Relationship Type="http://schemas.openxmlformats.org/officeDocument/2006/relationships/slide" Target="/ppt/slides/slide681.xml" Id="R1a00774788fd4938" /><Relationship Type="http://schemas.openxmlformats.org/officeDocument/2006/relationships/slide" Target="/ppt/slides/slide682.xml" Id="R659bebf66de34e9c" /><Relationship Type="http://schemas.openxmlformats.org/officeDocument/2006/relationships/slide" Target="/ppt/slides/slide683.xml" Id="R68f82c36c73d41a8" /><Relationship Type="http://schemas.openxmlformats.org/officeDocument/2006/relationships/slide" Target="/ppt/slides/slide684.xml" Id="R93621cc573f34b58" /><Relationship Type="http://schemas.openxmlformats.org/officeDocument/2006/relationships/slide" Target="/ppt/slides/slide685.xml" Id="Rcfed3596b8424c0e" /><Relationship Type="http://schemas.openxmlformats.org/officeDocument/2006/relationships/slide" Target="/ppt/slides/slide686.xml" Id="R5de32501428f4ef2" /><Relationship Type="http://schemas.openxmlformats.org/officeDocument/2006/relationships/slide" Target="/ppt/slides/slide687.xml" Id="Rf54c357cba4c42ee" /><Relationship Type="http://schemas.openxmlformats.org/officeDocument/2006/relationships/slide" Target="/ppt/slides/slide688.xml" Id="Rbec02146f9204401" /><Relationship Type="http://schemas.openxmlformats.org/officeDocument/2006/relationships/slide" Target="/ppt/slides/slide689.xml" Id="Re777adbe06894a62" /><Relationship Type="http://schemas.openxmlformats.org/officeDocument/2006/relationships/slide" Target="/ppt/slides/slide690.xml" Id="Rd073099c897e4065" /><Relationship Type="http://schemas.openxmlformats.org/officeDocument/2006/relationships/slide" Target="/ppt/slides/slide691.xml" Id="R6548e10b8a2a4466" /><Relationship Type="http://schemas.openxmlformats.org/officeDocument/2006/relationships/slide" Target="/ppt/slides/slide774.xml" Id="Reb8c1b7f3de642ed" /><Relationship Type="http://schemas.openxmlformats.org/officeDocument/2006/relationships/slide" Target="/ppt/slides/slide775.xml" Id="R4ca376796fbc4a60" /><Relationship Type="http://schemas.openxmlformats.org/officeDocument/2006/relationships/slide" Target="/ppt/slides/slide776.xml" Id="Rda707e00fbc0474d" /><Relationship Type="http://schemas.openxmlformats.org/officeDocument/2006/relationships/slide" Target="/ppt/slides/slide778.xml" Id="R42ca46d045b64ef6" /><Relationship Type="http://schemas.openxmlformats.org/officeDocument/2006/relationships/slide" Target="/ppt/slides/slide779.xml" Id="R91db4362d8304087" /><Relationship Type="http://schemas.openxmlformats.org/officeDocument/2006/relationships/slide" Target="/ppt/slides/slide780.xml" Id="Re52d9a253d574b17" /><Relationship Type="http://schemas.openxmlformats.org/officeDocument/2006/relationships/slide" Target="/ppt/slides/slide781.xml" Id="Rb8f29fc33dc5445e" /><Relationship Type="http://schemas.openxmlformats.org/officeDocument/2006/relationships/slide" Target="/ppt/slides/slide782.xml" Id="Rc19e34aea0294c6a" /><Relationship Type="http://schemas.openxmlformats.org/officeDocument/2006/relationships/slide" Target="/ppt/slides/slide783.xml" Id="R90f9313b40d640e0" /><Relationship Type="http://schemas.openxmlformats.org/officeDocument/2006/relationships/slide" Target="/ppt/slides/slide784.xml" Id="R9c85c26f94b5443b" /><Relationship Type="http://schemas.openxmlformats.org/officeDocument/2006/relationships/slide" Target="/ppt/slides/slide785.xml" Id="Rcc509a0aa72b4e9b" /><Relationship Type="http://schemas.openxmlformats.org/officeDocument/2006/relationships/slide" Target="/ppt/slides/slide786.xml" Id="R2fbc45c94a9b4287" /><Relationship Type="http://schemas.openxmlformats.org/officeDocument/2006/relationships/slide" Target="/ppt/slides/slide787.xml" Id="R53032602e2b142cb" /><Relationship Type="http://schemas.openxmlformats.org/officeDocument/2006/relationships/slide" Target="/ppt/slides/slide788.xml" Id="R6151127dc2904808" /><Relationship Type="http://schemas.openxmlformats.org/officeDocument/2006/relationships/slide" Target="/ppt/slides/slide789.xml" Id="Rc0a11240e1c34354" /><Relationship Type="http://schemas.openxmlformats.org/officeDocument/2006/relationships/slide" Target="/ppt/slides/slide790.xml" Id="Rcd80921594964243" /><Relationship Type="http://schemas.openxmlformats.org/officeDocument/2006/relationships/slide" Target="/ppt/slides/slide791.xml" Id="R12cb6cfb60234473" /><Relationship Type="http://schemas.openxmlformats.org/officeDocument/2006/relationships/slide" Target="/ppt/slides/slide792.xml" Id="R71f194fb89694b97" /><Relationship Type="http://schemas.openxmlformats.org/officeDocument/2006/relationships/slide" Target="/ppt/slides/slide793.xml" Id="R1e578008304b478a" /><Relationship Type="http://schemas.openxmlformats.org/officeDocument/2006/relationships/slide" Target="/ppt/slides/slide794.xml" Id="R29167ad1afb34c78" /><Relationship Type="http://schemas.openxmlformats.org/officeDocument/2006/relationships/slide" Target="/ppt/slides/slide795.xml" Id="R2d406bcb25e6465e" /><Relationship Type="http://schemas.openxmlformats.org/officeDocument/2006/relationships/slide" Target="/ppt/slides/slide796.xml" Id="R8aed7ab8d4584ecf" /><Relationship Type="http://schemas.openxmlformats.org/officeDocument/2006/relationships/slide" Target="/ppt/slides/slide797.xml" Id="Re68193b7e32a4f51" /><Relationship Type="http://schemas.openxmlformats.org/officeDocument/2006/relationships/slide" Target="/ppt/slides/slide798.xml" Id="Ra38c3ca32d244b4d" /><Relationship Type="http://schemas.openxmlformats.org/officeDocument/2006/relationships/slide" Target="/ppt/slides/slide799.xml" Id="R6e784ac21ce849e9" /><Relationship Type="http://schemas.openxmlformats.org/officeDocument/2006/relationships/slide" Target="/ppt/slides/slide800.xml" Id="R003206c640744ff9" /><Relationship Type="http://schemas.openxmlformats.org/officeDocument/2006/relationships/slide" Target="/ppt/slides/slide801.xml" Id="R4039c29169004b71" /><Relationship Type="http://schemas.openxmlformats.org/officeDocument/2006/relationships/slide" Target="/ppt/slides/slide803.xml" Id="Rb786375f7f7448ea" /><Relationship Type="http://schemas.openxmlformats.org/officeDocument/2006/relationships/slide" Target="/ppt/slides/slide804.xml" Id="Rfb6a42d46d1044aa" /><Relationship Type="http://schemas.openxmlformats.org/officeDocument/2006/relationships/slide" Target="/ppt/slides/slide805.xml" Id="Rc2fdacea94f34c51" /><Relationship Type="http://schemas.openxmlformats.org/officeDocument/2006/relationships/slide" Target="/ppt/slides/slide806.xml" Id="R71b159878d894f6c" /><Relationship Type="http://schemas.openxmlformats.org/officeDocument/2006/relationships/slide" Target="/ppt/slides/slide807.xml" Id="R62dfff2e7e7741cd" /><Relationship Type="http://schemas.openxmlformats.org/officeDocument/2006/relationships/slide" Target="/ppt/slides/slide808.xml" Id="Rc67e957a0d824483" /><Relationship Type="http://schemas.openxmlformats.org/officeDocument/2006/relationships/slide" Target="/ppt/slides/slide809.xml" Id="Rbf8a5bd3995444e9" /><Relationship Type="http://schemas.openxmlformats.org/officeDocument/2006/relationships/slide" Target="/ppt/slides/slide810.xml" Id="R3f106797e51a4370" /><Relationship Type="http://schemas.openxmlformats.org/officeDocument/2006/relationships/slide" Target="/ppt/slides/slide811.xml" Id="R14ebfbdbad7f48aa" /><Relationship Type="http://schemas.openxmlformats.org/officeDocument/2006/relationships/slide" Target="/ppt/slides/slide812.xml" Id="Rd9e050953cf3402d" /><Relationship Type="http://schemas.openxmlformats.org/officeDocument/2006/relationships/slide" Target="/ppt/slides/slide813.xml" Id="R7c44c79f98254f70" /><Relationship Type="http://schemas.openxmlformats.org/officeDocument/2006/relationships/slide" Target="/ppt/slides/slide814.xml" Id="R4e03f00b886845bd" /><Relationship Type="http://schemas.openxmlformats.org/officeDocument/2006/relationships/slide" Target="/ppt/slides/slide815.xml" Id="R9f84ae1ca6484b86" /><Relationship Type="http://schemas.openxmlformats.org/officeDocument/2006/relationships/slide" Target="/ppt/slides/slide816.xml" Id="R8795862321784cd0" /><Relationship Type="http://schemas.openxmlformats.org/officeDocument/2006/relationships/slide" Target="/ppt/slides/slide817.xml" Id="R6e4a4dc124234272" /><Relationship Type="http://schemas.openxmlformats.org/officeDocument/2006/relationships/slide" Target="/ppt/slides/slide818.xml" Id="R07694465fb26425e" /><Relationship Type="http://schemas.openxmlformats.org/officeDocument/2006/relationships/slide" Target="/ppt/slides/slide819.xml" Id="Rfefd77b740634d93" /><Relationship Type="http://schemas.openxmlformats.org/officeDocument/2006/relationships/slide" Target="/ppt/slides/slide820.xml" Id="R4c849984e2624ecc" /><Relationship Type="http://schemas.openxmlformats.org/officeDocument/2006/relationships/slide" Target="/ppt/slides/slide821.xml" Id="R3292864ba60542e0" /><Relationship Type="http://schemas.openxmlformats.org/officeDocument/2006/relationships/slide" Target="/ppt/slides/slide822.xml" Id="Re99d36bc36ea401a" /><Relationship Type="http://schemas.openxmlformats.org/officeDocument/2006/relationships/slide" Target="/ppt/slides/slide823.xml" Id="Rb3e360290ac84029" /><Relationship Type="http://schemas.openxmlformats.org/officeDocument/2006/relationships/slide" Target="/ppt/slides/slide824.xml" Id="R5293db82eaaa4c6b" /><Relationship Type="http://schemas.openxmlformats.org/officeDocument/2006/relationships/slide" Target="/ppt/slides/slide825.xml" Id="Ree8701b4a53d4be9" /><Relationship Type="http://schemas.openxmlformats.org/officeDocument/2006/relationships/slide" Target="/ppt/slides/slide826.xml" Id="Rf6e66f5999694458" /><Relationship Type="http://schemas.openxmlformats.org/officeDocument/2006/relationships/slide" Target="/ppt/slides/slide827.xml" Id="R916b051a605240d3" /><Relationship Type="http://schemas.openxmlformats.org/officeDocument/2006/relationships/slide" Target="/ppt/slides/slide828.xml" Id="R5e49722cf0084aee" /><Relationship Type="http://schemas.openxmlformats.org/officeDocument/2006/relationships/slide" Target="/ppt/slides/slide829.xml" Id="Red50293491974c9e" /><Relationship Type="http://schemas.openxmlformats.org/officeDocument/2006/relationships/slide" Target="/ppt/slides/slide830.xml" Id="R3a1692c714b94fe7" /><Relationship Type="http://schemas.openxmlformats.org/officeDocument/2006/relationships/slide" Target="/ppt/slides/slide831.xml" Id="Rb8a3fb1ba7ff4f16" /><Relationship Type="http://schemas.openxmlformats.org/officeDocument/2006/relationships/slide" Target="/ppt/slides/slide832.xml" Id="R9c3b27cbdd064f1d" /><Relationship Type="http://schemas.openxmlformats.org/officeDocument/2006/relationships/slide" Target="/ppt/slides/slide833.xml" Id="R649768228cc84381" /><Relationship Type="http://schemas.openxmlformats.org/officeDocument/2006/relationships/slide" Target="/ppt/slides/slide834.xml" Id="Ra8ce4a929f714eba" /><Relationship Type="http://schemas.openxmlformats.org/officeDocument/2006/relationships/slide" Target="/ppt/slides/slide835.xml" Id="R3e6a82458e8b4db9" /><Relationship Type="http://schemas.openxmlformats.org/officeDocument/2006/relationships/slide" Target="/ppt/slides/slide836.xml" Id="R32a900a182904f61" /><Relationship Type="http://schemas.openxmlformats.org/officeDocument/2006/relationships/slide" Target="/ppt/slides/slide837.xml" Id="R5d4ed20eb9be4c7f" /><Relationship Type="http://schemas.openxmlformats.org/officeDocument/2006/relationships/slide" Target="/ppt/slides/slide838.xml" Id="R89dffefedff74712" /><Relationship Type="http://schemas.openxmlformats.org/officeDocument/2006/relationships/slide" Target="/ppt/slides/slide839.xml" Id="R8c79b317d0f94cc7" /><Relationship Type="http://schemas.openxmlformats.org/officeDocument/2006/relationships/slide" Target="/ppt/slides/slide840.xml" Id="R0f7eda4e0b22484e" /><Relationship Type="http://schemas.openxmlformats.org/officeDocument/2006/relationships/slide" Target="/ppt/slides/slide841.xml" Id="R80328d745507407f" /><Relationship Type="http://schemas.openxmlformats.org/officeDocument/2006/relationships/slide" Target="/ppt/slides/slide842.xml" Id="Rd63e0021bc6b4fa9" /><Relationship Type="http://schemas.openxmlformats.org/officeDocument/2006/relationships/slide" Target="/ppt/slides/slide843.xml" Id="Ref66a3f93599420f" /><Relationship Type="http://schemas.openxmlformats.org/officeDocument/2006/relationships/slide" Target="/ppt/slides/slide844.xml" Id="Rd1c8965499424733" /><Relationship Type="http://schemas.openxmlformats.org/officeDocument/2006/relationships/slide" Target="/ppt/slides/slide845.xml" Id="R84fb3bc0dd72476a" /><Relationship Type="http://schemas.openxmlformats.org/officeDocument/2006/relationships/slide" Target="/ppt/slides/slide846.xml" Id="Rafafc5e5f5314af8" /><Relationship Type="http://schemas.openxmlformats.org/officeDocument/2006/relationships/slide" Target="/ppt/slides/slide847.xml" Id="Re0054b36823f4f70" /><Relationship Type="http://schemas.openxmlformats.org/officeDocument/2006/relationships/slide" Target="/ppt/slides/slide848.xml" Id="Rc495bb1fe6fa4644" /><Relationship Type="http://schemas.openxmlformats.org/officeDocument/2006/relationships/slide" Target="/ppt/slides/slide849.xml" Id="R8280c0b104054113" /><Relationship Type="http://schemas.openxmlformats.org/officeDocument/2006/relationships/slide" Target="/ppt/slides/slide850.xml" Id="R150a6c45b0244450" /><Relationship Type="http://schemas.openxmlformats.org/officeDocument/2006/relationships/slide" Target="/ppt/slides/slide851.xml" Id="Rcce0ea62f57642d1" /><Relationship Type="http://schemas.openxmlformats.org/officeDocument/2006/relationships/slide" Target="/ppt/slides/slide852.xml" Id="R59296d85c3c347af" /><Relationship Type="http://schemas.openxmlformats.org/officeDocument/2006/relationships/slide" Target="/ppt/slides/slide853.xml" Id="Rf9f407893d064e93" /><Relationship Type="http://schemas.openxmlformats.org/officeDocument/2006/relationships/slide" Target="/ppt/slides/slide854.xml" Id="R54d53ee6e98c4361" /><Relationship Type="http://schemas.openxmlformats.org/officeDocument/2006/relationships/slide" Target="/ppt/slides/slide855.xml" Id="Rb3dbd02cfaed4f80" /><Relationship Type="http://schemas.openxmlformats.org/officeDocument/2006/relationships/slide" Target="/ppt/slides/slide856.xml" Id="Rd55f09aa60894981" /><Relationship Type="http://schemas.openxmlformats.org/officeDocument/2006/relationships/slide" Target="/ppt/slides/slide857.xml" Id="Rb17d4a48b93d46cd" /><Relationship Type="http://schemas.openxmlformats.org/officeDocument/2006/relationships/slide" Target="/ppt/slides/slide858.xml" Id="Rae8705744b1b434a" /><Relationship Type="http://schemas.openxmlformats.org/officeDocument/2006/relationships/slide" Target="/ppt/slides/slide859.xml" Id="Rf1bec08cb6d746eb" /><Relationship Type="http://schemas.openxmlformats.org/officeDocument/2006/relationships/slide" Target="/ppt/slides/slide860.xml" Id="R20c65e22f84b4ccd" /><Relationship Type="http://schemas.openxmlformats.org/officeDocument/2006/relationships/slide" Target="/ppt/slides/slide861.xml" Id="R50973434a0aa43c7" /><Relationship Type="http://schemas.openxmlformats.org/officeDocument/2006/relationships/slide" Target="/ppt/slides/slide862.xml" Id="Rf6abd5f40ba64aa8" /><Relationship Type="http://schemas.openxmlformats.org/officeDocument/2006/relationships/slide" Target="/ppt/slides/slide863.xml" Id="R662250cb8b3345b4" /><Relationship Type="http://schemas.openxmlformats.org/officeDocument/2006/relationships/slide" Target="/ppt/slides/slide864.xml" Id="R4cf791dfb6504e1d" /><Relationship Type="http://schemas.openxmlformats.org/officeDocument/2006/relationships/slide" Target="/ppt/slides/slide865.xml" Id="Rf7c4be689cce424e" /><Relationship Type="http://schemas.openxmlformats.org/officeDocument/2006/relationships/slide" Target="/ppt/slides/slide866.xml" Id="R17c8c93b8dc34190" /><Relationship Type="http://schemas.openxmlformats.org/officeDocument/2006/relationships/slide" Target="/ppt/slides/slide868.xml" Id="R4923830bd166498f" /><Relationship Type="http://schemas.openxmlformats.org/officeDocument/2006/relationships/slide" Target="/ppt/slides/slide869.xml" Id="R7ecba9eb6988490b" /><Relationship Type="http://schemas.openxmlformats.org/officeDocument/2006/relationships/slide" Target="/ppt/slides/slide870.xml" Id="R12aeca112cf94cce" /><Relationship Type="http://schemas.openxmlformats.org/officeDocument/2006/relationships/slide" Target="/ppt/slides/slide871.xml" Id="R60ac075dfd104797" /><Relationship Type="http://schemas.openxmlformats.org/officeDocument/2006/relationships/slide" Target="/ppt/slides/slide872.xml" Id="R313c80ca67b6400d" /><Relationship Type="http://schemas.openxmlformats.org/officeDocument/2006/relationships/slide" Target="/ppt/slides/slide873.xml" Id="Rd553f7566bc140c9" /><Relationship Type="http://schemas.openxmlformats.org/officeDocument/2006/relationships/slide" Target="/ppt/slides/slide874.xml" Id="R7487bd856fd44f93" /><Relationship Type="http://schemas.openxmlformats.org/officeDocument/2006/relationships/slide" Target="/ppt/slides/slide875.xml" Id="R84bf555e3bd54321" /><Relationship Type="http://schemas.openxmlformats.org/officeDocument/2006/relationships/slide" Target="/ppt/slides/slide876.xml" Id="R94c99df5904b4634" /><Relationship Type="http://schemas.openxmlformats.org/officeDocument/2006/relationships/slide" Target="/ppt/slides/slide877.xml" Id="Rb1ed8c11e707469d" /><Relationship Type="http://schemas.openxmlformats.org/officeDocument/2006/relationships/slide" Target="/ppt/slides/slide878.xml" Id="R5481b69433914250" /><Relationship Type="http://schemas.openxmlformats.org/officeDocument/2006/relationships/slide" Target="/ppt/slides/slide879.xml" Id="R5f42bf6c9f5c4eac" /><Relationship Type="http://schemas.openxmlformats.org/officeDocument/2006/relationships/slide" Target="/ppt/slides/slide880.xml" Id="Rf4917867757745f5" /><Relationship Type="http://schemas.openxmlformats.org/officeDocument/2006/relationships/slide" Target="/ppt/slides/slide881.xml" Id="R6cbad796b38544f9" /><Relationship Type="http://schemas.openxmlformats.org/officeDocument/2006/relationships/slide" Target="/ppt/slides/slide882.xml" Id="Rb55c2cca43184185" /><Relationship Type="http://schemas.openxmlformats.org/officeDocument/2006/relationships/slide" Target="/ppt/slides/slide883.xml" Id="R9b628d5ce6e54dcb" /><Relationship Type="http://schemas.openxmlformats.org/officeDocument/2006/relationships/slide" Target="/ppt/slides/slide884.xml" Id="R0a29cb934e3d4305" /><Relationship Type="http://schemas.openxmlformats.org/officeDocument/2006/relationships/slide" Target="/ppt/slides/slide885.xml" Id="R6a07ceb30aed4826" /><Relationship Type="http://schemas.openxmlformats.org/officeDocument/2006/relationships/slide" Target="/ppt/slides/slide886.xml" Id="Rf6e0427a89064beb" /><Relationship Type="http://schemas.openxmlformats.org/officeDocument/2006/relationships/slide" Target="/ppt/slides/slide887.xml" Id="Rc6fdd850a82f4540" /><Relationship Type="http://schemas.openxmlformats.org/officeDocument/2006/relationships/slide" Target="/ppt/slides/slide888.xml" Id="R950ef9988baa406a" /><Relationship Type="http://schemas.openxmlformats.org/officeDocument/2006/relationships/slide" Target="/ppt/slides/slide889.xml" Id="R82fcae7acd904cc5" /><Relationship Type="http://schemas.openxmlformats.org/officeDocument/2006/relationships/slide" Target="/ppt/slides/slide890.xml" Id="R293f169cf9bf40ef" /><Relationship Type="http://schemas.openxmlformats.org/officeDocument/2006/relationships/slide" Target="/ppt/slides/slide891.xml" Id="R42e9df6178d24b41" /><Relationship Type="http://schemas.openxmlformats.org/officeDocument/2006/relationships/slide" Target="/ppt/slides/slide892.xml" Id="R74576e1d5190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1a86ade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2ef0dec994046" /><Relationship Type="http://schemas.openxmlformats.org/officeDocument/2006/relationships/notesMaster" Target="/ppt/notesMasters/notesMaster1.xml" Id="R0dd4691becfe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7bdeeb16d4c93" /><Relationship Type="http://schemas.openxmlformats.org/officeDocument/2006/relationships/notesMaster" Target="/ppt/notesMasters/notesMaster1.xml" Id="R685f2f90646b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c00159c644d75" /><Relationship Type="http://schemas.openxmlformats.org/officeDocument/2006/relationships/notesMaster" Target="/ppt/notesMasters/notesMaster1.xml" Id="Rb396f13cd9a744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3fdbb9311a4157" /><Relationship Type="http://schemas.openxmlformats.org/officeDocument/2006/relationships/notesMaster" Target="/ppt/notesMasters/notesMaster1.xml" Id="R83d622b47c90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9165acef34d10" /><Relationship Type="http://schemas.openxmlformats.org/officeDocument/2006/relationships/notesMaster" Target="/ppt/notesMasters/notesMaster1.xml" Id="R8bd351bccc0b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c9b31ce1a4548" /><Relationship Type="http://schemas.openxmlformats.org/officeDocument/2006/relationships/notesMaster" Target="/ppt/notesMasters/notesMaster1.xml" Id="R6c4ca9331cd3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8e7cb627c438c" /><Relationship Type="http://schemas.openxmlformats.org/officeDocument/2006/relationships/notesMaster" Target="/ppt/notesMasters/notesMaster1.xml" Id="R605ce77e5f13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a473e2f664b27" /><Relationship Type="http://schemas.openxmlformats.org/officeDocument/2006/relationships/notesMaster" Target="/ppt/notesMasters/notesMaster1.xml" Id="Rf03b9a63a9ac49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2b892f0f24cfc" /><Relationship Type="http://schemas.openxmlformats.org/officeDocument/2006/relationships/notesMaster" Target="/ppt/notesMasters/notesMaster1.xml" Id="Rc202b0f19d2c40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01f75457ff40f2" /><Relationship Type="http://schemas.openxmlformats.org/officeDocument/2006/relationships/notesMaster" Target="/ppt/notesMasters/notesMaster1.xml" Id="R812cb3b85880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ca3edae60d4c48" /><Relationship Type="http://schemas.openxmlformats.org/officeDocument/2006/relationships/notesMaster" Target="/ppt/notesMasters/notesMaster1.xml" Id="Rfb100fef25df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0638157ec649ee" /><Relationship Type="http://schemas.openxmlformats.org/officeDocument/2006/relationships/notesMaster" Target="/ppt/notesMasters/notesMaster1.xml" Id="R9726a781d0ad4e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0d085249cf4a28" /><Relationship Type="http://schemas.openxmlformats.org/officeDocument/2006/relationships/notesMaster" Target="/ppt/notesMasters/notesMaster1.xml" Id="R90651cb0199443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7b1696083e4228" /><Relationship Type="http://schemas.openxmlformats.org/officeDocument/2006/relationships/notesMaster" Target="/ppt/notesMasters/notesMaster1.xml" Id="R7df68041064545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4ab513d8164223" /><Relationship Type="http://schemas.openxmlformats.org/officeDocument/2006/relationships/notesMaster" Target="/ppt/notesMasters/notesMaster1.xml" Id="R3650b9c0a6dd49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b1c662fe7040f9" /><Relationship Type="http://schemas.openxmlformats.org/officeDocument/2006/relationships/notesMaster" Target="/ppt/notesMasters/notesMaster1.xml" Id="Rd91c32d0b8e646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6b765eabd54e19" /><Relationship Type="http://schemas.openxmlformats.org/officeDocument/2006/relationships/notesMaster" Target="/ppt/notesMasters/notesMaster1.xml" Id="R767759ef50b742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17989eb464714" /><Relationship Type="http://schemas.openxmlformats.org/officeDocument/2006/relationships/notesMaster" Target="/ppt/notesMasters/notesMaster1.xml" Id="R6add4f5b2f7b46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e45fe391a848ab" /><Relationship Type="http://schemas.openxmlformats.org/officeDocument/2006/relationships/notesMaster" Target="/ppt/notesMasters/notesMaster1.xml" Id="R19224405563044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a9fc8759ed4255" /><Relationship Type="http://schemas.openxmlformats.org/officeDocument/2006/relationships/notesMaster" Target="/ppt/notesMasters/notesMaster1.xml" Id="R6fbe2cc09f2540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7e25dade634e6d" /><Relationship Type="http://schemas.openxmlformats.org/officeDocument/2006/relationships/notesMaster" Target="/ppt/notesMasters/notesMaster1.xml" Id="Rd04cf014cdc14e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c2688615f5462b" /><Relationship Type="http://schemas.openxmlformats.org/officeDocument/2006/relationships/notesMaster" Target="/ppt/notesMasters/notesMaster1.xml" Id="R4638ca3becd148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ba6382af984567" /><Relationship Type="http://schemas.openxmlformats.org/officeDocument/2006/relationships/notesMaster" Target="/ppt/notesMasters/notesMaster1.xml" Id="R1d4b27bb986a43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e52b748b2a49b4" /><Relationship Type="http://schemas.openxmlformats.org/officeDocument/2006/relationships/notesMaster" Target="/ppt/notesMasters/notesMaster1.xml" Id="R9f9251aa4f5149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4d724d6105496f" /><Relationship Type="http://schemas.openxmlformats.org/officeDocument/2006/relationships/notesMaster" Target="/ppt/notesMasters/notesMaster1.xml" Id="Rbff5fe0f3ef042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222b78ce6e4ff2" /><Relationship Type="http://schemas.openxmlformats.org/officeDocument/2006/relationships/notesMaster" Target="/ppt/notesMasters/notesMaster1.xml" Id="Rdacea8ed4a6549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0ffc6a23004fd3" /><Relationship Type="http://schemas.openxmlformats.org/officeDocument/2006/relationships/notesMaster" Target="/ppt/notesMasters/notesMaster1.xml" Id="Rff9b00bf9c3a42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1cfd5537844c5f" /><Relationship Type="http://schemas.openxmlformats.org/officeDocument/2006/relationships/notesMaster" Target="/ppt/notesMasters/notesMaster1.xml" Id="R3d33ae064bef4c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e9a482d1e04cd4" /><Relationship Type="http://schemas.openxmlformats.org/officeDocument/2006/relationships/notesMaster" Target="/ppt/notesMasters/notesMaster1.xml" Id="Re2e20d55f2b449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08f40d98c24377" /><Relationship Type="http://schemas.openxmlformats.org/officeDocument/2006/relationships/notesMaster" Target="/ppt/notesMasters/notesMaster1.xml" Id="R9bd171bb26c244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0051d84347446a" /><Relationship Type="http://schemas.openxmlformats.org/officeDocument/2006/relationships/notesMaster" Target="/ppt/notesMasters/notesMaster1.xml" Id="Rf781d3ab18264b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be632dd3d449fb" /><Relationship Type="http://schemas.openxmlformats.org/officeDocument/2006/relationships/notesMaster" Target="/ppt/notesMasters/notesMaster1.xml" Id="Rb79eae49f61a48e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1dba8a42544502" /><Relationship Type="http://schemas.openxmlformats.org/officeDocument/2006/relationships/notesMaster" Target="/ppt/notesMasters/notesMaster1.xml" Id="Re53a50ce305c4b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b5f29f8eb84621" /><Relationship Type="http://schemas.openxmlformats.org/officeDocument/2006/relationships/notesMaster" Target="/ppt/notesMasters/notesMaster1.xml" Id="Rf91a13e0219f4c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b2beb1dcbaa4562" /><Relationship Type="http://schemas.openxmlformats.org/officeDocument/2006/relationships/notesMaster" Target="/ppt/notesMasters/notesMaster1.xml" Id="R04bf8768c68649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f42ac607494b86" /><Relationship Type="http://schemas.openxmlformats.org/officeDocument/2006/relationships/notesMaster" Target="/ppt/notesMasters/notesMaster1.xml" Id="Rfb0334689cfb49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aeb70169c54c2f" /><Relationship Type="http://schemas.openxmlformats.org/officeDocument/2006/relationships/notesMaster" Target="/ppt/notesMasters/notesMaster1.xml" Id="Ra18b51f5c0f248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743c1190574927" /><Relationship Type="http://schemas.openxmlformats.org/officeDocument/2006/relationships/notesMaster" Target="/ppt/notesMasters/notesMaster1.xml" Id="Rf98e554f76b949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2cd077832148cc" /><Relationship Type="http://schemas.openxmlformats.org/officeDocument/2006/relationships/notesMaster" Target="/ppt/notesMasters/notesMaster1.xml" Id="R23565da356dc41b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ef6e41adbf445f" /><Relationship Type="http://schemas.openxmlformats.org/officeDocument/2006/relationships/notesMaster" Target="/ppt/notesMasters/notesMaster1.xml" Id="R8e9236f09cec44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79b2e497b034cb9" /><Relationship Type="http://schemas.openxmlformats.org/officeDocument/2006/relationships/notesMaster" Target="/ppt/notesMasters/notesMaster1.xml" Id="Rb647f6b843e549c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259da0e83e24b71" /><Relationship Type="http://schemas.openxmlformats.org/officeDocument/2006/relationships/notesMaster" Target="/ppt/notesMasters/notesMaster1.xml" Id="Rb6ce6a07194b4c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6fa9895ffcf4d8a" /><Relationship Type="http://schemas.openxmlformats.org/officeDocument/2006/relationships/notesMaster" Target="/ppt/notesMasters/notesMaster1.xml" Id="Ref29c0139c144e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c950e66d0e7471f" /><Relationship Type="http://schemas.openxmlformats.org/officeDocument/2006/relationships/notesMaster" Target="/ppt/notesMasters/notesMaster1.xml" Id="Re236fdac61cb4e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1f6e2acddde4d2a" /><Relationship Type="http://schemas.openxmlformats.org/officeDocument/2006/relationships/notesMaster" Target="/ppt/notesMasters/notesMaster1.xml" Id="Re845941f2c7149d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2c38eabd844502" /><Relationship Type="http://schemas.openxmlformats.org/officeDocument/2006/relationships/notesMaster" Target="/ppt/notesMasters/notesMaster1.xml" Id="R2e6885d0563f42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c08c64a439146fc" /><Relationship Type="http://schemas.openxmlformats.org/officeDocument/2006/relationships/notesMaster" Target="/ppt/notesMasters/notesMaster1.xml" Id="R995c3e30a62b461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a91a61fbe34a98" /><Relationship Type="http://schemas.openxmlformats.org/officeDocument/2006/relationships/notesMaster" Target="/ppt/notesMasters/notesMaster1.xml" Id="Rf0cda5123fc9485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831d14f1db44abe" /><Relationship Type="http://schemas.openxmlformats.org/officeDocument/2006/relationships/notesMaster" Target="/ppt/notesMasters/notesMaster1.xml" Id="Rb769fbf545d344e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91050ca3450440b" /><Relationship Type="http://schemas.openxmlformats.org/officeDocument/2006/relationships/notesMaster" Target="/ppt/notesMasters/notesMaster1.xml" Id="R08577d2a3a294c6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fd1e00426d144e7" /><Relationship Type="http://schemas.openxmlformats.org/officeDocument/2006/relationships/notesMaster" Target="/ppt/notesMasters/notesMaster1.xml" Id="R74e6bc612aa64c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b1a81fdcbdf42a6" /><Relationship Type="http://schemas.openxmlformats.org/officeDocument/2006/relationships/notesMaster" Target="/ppt/notesMasters/notesMaster1.xml" Id="R9b3390a66d4f40a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e0efda7b47449a4" /><Relationship Type="http://schemas.openxmlformats.org/officeDocument/2006/relationships/notesMaster" Target="/ppt/notesMasters/notesMaster1.xml" Id="Re0132619fc504ea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d528058bb8c4407" /><Relationship Type="http://schemas.openxmlformats.org/officeDocument/2006/relationships/notesMaster" Target="/ppt/notesMasters/notesMaster1.xml" Id="Rbcc01d862bec45a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6002ca8e4744f43" /><Relationship Type="http://schemas.openxmlformats.org/officeDocument/2006/relationships/notesMaster" Target="/ppt/notesMasters/notesMaster1.xml" Id="R1ab8d930a35e47b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3e5aa0f54a4433f" /><Relationship Type="http://schemas.openxmlformats.org/officeDocument/2006/relationships/notesMaster" Target="/ppt/notesMasters/notesMaster1.xml" Id="R41d62299ef61410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5477d912cc74678" /><Relationship Type="http://schemas.openxmlformats.org/officeDocument/2006/relationships/notesMaster" Target="/ppt/notesMasters/notesMaster1.xml" Id="R54e7eb468e8a458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0aa87cc7edd4dcd" /><Relationship Type="http://schemas.openxmlformats.org/officeDocument/2006/relationships/notesMaster" Target="/ppt/notesMasters/notesMaster1.xml" Id="Rf93359830acb47d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b0e8ea909bc45c6" /><Relationship Type="http://schemas.openxmlformats.org/officeDocument/2006/relationships/notesMaster" Target="/ppt/notesMasters/notesMaster1.xml" Id="Rc555c5196a48402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a5a8593f8804df6" /><Relationship Type="http://schemas.openxmlformats.org/officeDocument/2006/relationships/notesMaster" Target="/ppt/notesMasters/notesMaster1.xml" Id="R2b6a4d58bfaa400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5dfbc2f2be44b1c" /><Relationship Type="http://schemas.openxmlformats.org/officeDocument/2006/relationships/notesMaster" Target="/ppt/notesMasters/notesMaster1.xml" Id="Raaf4eeb13f864e6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a589e60a63d495f" /><Relationship Type="http://schemas.openxmlformats.org/officeDocument/2006/relationships/notesMaster" Target="/ppt/notesMasters/notesMaster1.xml" Id="Rcdc3b803c9d147c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457b5d83744489d" /><Relationship Type="http://schemas.openxmlformats.org/officeDocument/2006/relationships/notesMaster" Target="/ppt/notesMasters/notesMaster1.xml" Id="Rd407c11c2a8749f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3fdbd7094f649e4" /><Relationship Type="http://schemas.openxmlformats.org/officeDocument/2006/relationships/notesMaster" Target="/ppt/notesMasters/notesMaster1.xml" Id="R03db666f8dcd47d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95772244606412b" /><Relationship Type="http://schemas.openxmlformats.org/officeDocument/2006/relationships/notesMaster" Target="/ppt/notesMasters/notesMaster1.xml" Id="R63c9df40aa794ff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19081529ded4367" /><Relationship Type="http://schemas.openxmlformats.org/officeDocument/2006/relationships/notesMaster" Target="/ppt/notesMasters/notesMaster1.xml" Id="R2f572c60da76413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ae873ed610345eb" /><Relationship Type="http://schemas.openxmlformats.org/officeDocument/2006/relationships/notesMaster" Target="/ppt/notesMasters/notesMaster1.xml" Id="Rbb71f673a529488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6a3065f096844b8" /><Relationship Type="http://schemas.openxmlformats.org/officeDocument/2006/relationships/notesMaster" Target="/ppt/notesMasters/notesMaster1.xml" Id="Ra834cc5107ec407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d4482c38aae47e3" /><Relationship Type="http://schemas.openxmlformats.org/officeDocument/2006/relationships/notesMaster" Target="/ppt/notesMasters/notesMaster1.xml" Id="R26efa79ffd71492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f731435356a4743" /><Relationship Type="http://schemas.openxmlformats.org/officeDocument/2006/relationships/notesMaster" Target="/ppt/notesMasters/notesMaster1.xml" Id="R8c1e873ce0c541a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4b844eb06194727" /><Relationship Type="http://schemas.openxmlformats.org/officeDocument/2006/relationships/notesMaster" Target="/ppt/notesMasters/notesMaster1.xml" Id="Rc14013cf1091474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148364f1aa848f6" /><Relationship Type="http://schemas.openxmlformats.org/officeDocument/2006/relationships/notesMaster" Target="/ppt/notesMasters/notesMaster1.xml" Id="R2d74511f3f744ab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60b8ca862c541b1" /><Relationship Type="http://schemas.openxmlformats.org/officeDocument/2006/relationships/notesMaster" Target="/ppt/notesMasters/notesMaster1.xml" Id="Re104427161e64b1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9ec97f777134645" /><Relationship Type="http://schemas.openxmlformats.org/officeDocument/2006/relationships/notesMaster" Target="/ppt/notesMasters/notesMaster1.xml" Id="R640ba45fd3834df7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a4d1571bf3c4a1b" /><Relationship Type="http://schemas.openxmlformats.org/officeDocument/2006/relationships/notesMaster" Target="/ppt/notesMasters/notesMaster1.xml" Id="R620df68168c343e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c94e06ed21046d1" /><Relationship Type="http://schemas.openxmlformats.org/officeDocument/2006/relationships/notesMaster" Target="/ppt/notesMasters/notesMaster1.xml" Id="Rf3ecac97260644c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b34581dc03e40a7" /><Relationship Type="http://schemas.openxmlformats.org/officeDocument/2006/relationships/notesMaster" Target="/ppt/notesMasters/notesMaster1.xml" Id="R98b917db0a054d2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c628a9322534c82" /><Relationship Type="http://schemas.openxmlformats.org/officeDocument/2006/relationships/notesMaster" Target="/ppt/notesMasters/notesMaster1.xml" Id="Rf11ca51c1aa1498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9d7bc2c08d340c7" /><Relationship Type="http://schemas.openxmlformats.org/officeDocument/2006/relationships/notesMaster" Target="/ppt/notesMasters/notesMaster1.xml" Id="R6fae62d9d70f4c2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79a3c23485e482a" /><Relationship Type="http://schemas.openxmlformats.org/officeDocument/2006/relationships/notesMaster" Target="/ppt/notesMasters/notesMaster1.xml" Id="R9686ac7cb9664b0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5e691de776340c4" /><Relationship Type="http://schemas.openxmlformats.org/officeDocument/2006/relationships/notesMaster" Target="/ppt/notesMasters/notesMaster1.xml" Id="Rea745b59dc9748a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d5b0503dbc14af8" /><Relationship Type="http://schemas.openxmlformats.org/officeDocument/2006/relationships/notesMaster" Target="/ppt/notesMasters/notesMaster1.xml" Id="Rfb907f2ce9794a7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5f612e0510d4537" /><Relationship Type="http://schemas.openxmlformats.org/officeDocument/2006/relationships/notesMaster" Target="/ppt/notesMasters/notesMaster1.xml" Id="R3e7cd80491ed41d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5a5f41080f94565" /><Relationship Type="http://schemas.openxmlformats.org/officeDocument/2006/relationships/notesMaster" Target="/ppt/notesMasters/notesMaster1.xml" Id="Rc22aadd5b32b4f1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38fd08987fc43c3" /><Relationship Type="http://schemas.openxmlformats.org/officeDocument/2006/relationships/notesMaster" Target="/ppt/notesMasters/notesMaster1.xml" Id="R2f236448fa31489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d577542ae314bf1" /><Relationship Type="http://schemas.openxmlformats.org/officeDocument/2006/relationships/notesMaster" Target="/ppt/notesMasters/notesMaster1.xml" Id="Rf980d0f4cdff4f9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179047e4d974ac2" /><Relationship Type="http://schemas.openxmlformats.org/officeDocument/2006/relationships/notesMaster" Target="/ppt/notesMasters/notesMaster1.xml" Id="R76296b3828c5462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8377e52d3dd4d34" /><Relationship Type="http://schemas.openxmlformats.org/officeDocument/2006/relationships/notesMaster" Target="/ppt/notesMasters/notesMaster1.xml" Id="Rfedea4354f374da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54cb326b5794ae9" /><Relationship Type="http://schemas.openxmlformats.org/officeDocument/2006/relationships/notesMaster" Target="/ppt/notesMasters/notesMaster1.xml" Id="Raf4740d29c4d442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bc2fa8a7168463d" /><Relationship Type="http://schemas.openxmlformats.org/officeDocument/2006/relationships/notesMaster" Target="/ppt/notesMasters/notesMaster1.xml" Id="R778270d56a98473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e5931ae41774d9e" /><Relationship Type="http://schemas.openxmlformats.org/officeDocument/2006/relationships/notesMaster" Target="/ppt/notesMasters/notesMaster1.xml" Id="Rfa359c5ae6d8431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4d8e8170f104672" /><Relationship Type="http://schemas.openxmlformats.org/officeDocument/2006/relationships/notesMaster" Target="/ppt/notesMasters/notesMaster1.xml" Id="R6c87ae624813422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e3b1225f5cb4a2b" /><Relationship Type="http://schemas.openxmlformats.org/officeDocument/2006/relationships/notesMaster" Target="/ppt/notesMasters/notesMaster1.xml" Id="Rcba71bf602194c2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f780d9839434c15" /><Relationship Type="http://schemas.openxmlformats.org/officeDocument/2006/relationships/notesMaster" Target="/ppt/notesMasters/notesMaster1.xml" Id="Re4845e54d4f1479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4ec2759d35c4b3b" /><Relationship Type="http://schemas.openxmlformats.org/officeDocument/2006/relationships/notesMaster" Target="/ppt/notesMasters/notesMaster1.xml" Id="R683023b7ea85434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bd1160de9164b4f" /><Relationship Type="http://schemas.openxmlformats.org/officeDocument/2006/relationships/notesMaster" Target="/ppt/notesMasters/notesMaster1.xml" Id="R1da7922d6bf949f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f277b2d98884a4b" /><Relationship Type="http://schemas.openxmlformats.org/officeDocument/2006/relationships/notesMaster" Target="/ppt/notesMasters/notesMaster1.xml" Id="R66c0662837f24be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3bc7067611640c5" /><Relationship Type="http://schemas.openxmlformats.org/officeDocument/2006/relationships/notesMaster" Target="/ppt/notesMasters/notesMaster1.xml" Id="R831f9c25479c4bf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5d30bdbd0ec42bd" /><Relationship Type="http://schemas.openxmlformats.org/officeDocument/2006/relationships/notesMaster" Target="/ppt/notesMasters/notesMaster1.xml" Id="Rb632041970314de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d7c6d1824e7428b" /><Relationship Type="http://schemas.openxmlformats.org/officeDocument/2006/relationships/notesMaster" Target="/ppt/notesMasters/notesMaster1.xml" Id="Rc525982baf6e41a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129c4b845664c69" /><Relationship Type="http://schemas.openxmlformats.org/officeDocument/2006/relationships/notesMaster" Target="/ppt/notesMasters/notesMaster1.xml" Id="R297c011810bc430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e99aa4e68fd47e5" /><Relationship Type="http://schemas.openxmlformats.org/officeDocument/2006/relationships/notesMaster" Target="/ppt/notesMasters/notesMaster1.xml" Id="R05f72527772d464b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e14a7472e384543" /><Relationship Type="http://schemas.openxmlformats.org/officeDocument/2006/relationships/notesMaster" Target="/ppt/notesMasters/notesMaster1.xml" Id="R0876932a85c64ff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0d82df3ffba485a" /><Relationship Type="http://schemas.openxmlformats.org/officeDocument/2006/relationships/notesMaster" Target="/ppt/notesMasters/notesMaster1.xml" Id="Rbfc5b7e0b93f4e5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2861d988a344080" /><Relationship Type="http://schemas.openxmlformats.org/officeDocument/2006/relationships/notesMaster" Target="/ppt/notesMasters/notesMaster1.xml" Id="Ra14315d223b2423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b550c123c8f46e7" /><Relationship Type="http://schemas.openxmlformats.org/officeDocument/2006/relationships/notesMaster" Target="/ppt/notesMasters/notesMaster1.xml" Id="Rc596697da13140c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2ecb038e1294970" /><Relationship Type="http://schemas.openxmlformats.org/officeDocument/2006/relationships/notesMaster" Target="/ppt/notesMasters/notesMaster1.xml" Id="R22b1292cfd8c477b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a8eb797b6144578" /><Relationship Type="http://schemas.openxmlformats.org/officeDocument/2006/relationships/notesMaster" Target="/ppt/notesMasters/notesMaster1.xml" Id="R84c7e448aca24fb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869ca44460e42b3" /><Relationship Type="http://schemas.openxmlformats.org/officeDocument/2006/relationships/notesMaster" Target="/ppt/notesMasters/notesMaster1.xml" Id="Ra6e0eabdc8074b1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08accdf458f4668" /><Relationship Type="http://schemas.openxmlformats.org/officeDocument/2006/relationships/notesMaster" Target="/ppt/notesMasters/notesMaster1.xml" Id="R9c4625fb8240444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c5abde1371a4346" /><Relationship Type="http://schemas.openxmlformats.org/officeDocument/2006/relationships/notesMaster" Target="/ppt/notesMasters/notesMaster1.xml" Id="R67a7c21ac88d4fd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631917e91e54961" /><Relationship Type="http://schemas.openxmlformats.org/officeDocument/2006/relationships/notesMaster" Target="/ppt/notesMasters/notesMaster1.xml" Id="Rf14e24047496435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4f9b61605b5b4b9d" /><Relationship Type="http://schemas.openxmlformats.org/officeDocument/2006/relationships/notesMaster" Target="/ppt/notesMasters/notesMaster1.xml" Id="R2ffe9cbb5cfa43c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13fa63eed0f4b91" /><Relationship Type="http://schemas.openxmlformats.org/officeDocument/2006/relationships/notesMaster" Target="/ppt/notesMasters/notesMaster1.xml" Id="Rdad4192512144ec7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dde08defe9f4112" /><Relationship Type="http://schemas.openxmlformats.org/officeDocument/2006/relationships/notesMaster" Target="/ppt/notesMasters/notesMaster1.xml" Id="Re536934e3dbe432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08a3e00e331944ed" /><Relationship Type="http://schemas.openxmlformats.org/officeDocument/2006/relationships/notesMaster" Target="/ppt/notesMasters/notesMaster1.xml" Id="R6f786e33938149a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2189c7fe5154f04" /><Relationship Type="http://schemas.openxmlformats.org/officeDocument/2006/relationships/notesMaster" Target="/ppt/notesMasters/notesMaster1.xml" Id="R675b232071964ae3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fca32deb97b4b95" /><Relationship Type="http://schemas.openxmlformats.org/officeDocument/2006/relationships/notesMaster" Target="/ppt/notesMasters/notesMaster1.xml" Id="Rc93d15fd66884a05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a7796a9f80ce4ce6" /><Relationship Type="http://schemas.openxmlformats.org/officeDocument/2006/relationships/notesMaster" Target="/ppt/notesMasters/notesMaster1.xml" Id="R6e8be1985b7048de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d97b8bb41d54079" /><Relationship Type="http://schemas.openxmlformats.org/officeDocument/2006/relationships/notesMaster" Target="/ppt/notesMasters/notesMaster1.xml" Id="Rd0ccc0a6ecf743b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1183e138b40c4432" /><Relationship Type="http://schemas.openxmlformats.org/officeDocument/2006/relationships/notesMaster" Target="/ppt/notesMasters/notesMaster1.xml" Id="R61f9a79bf47e4e0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29eff779d3534b49" /><Relationship Type="http://schemas.openxmlformats.org/officeDocument/2006/relationships/notesMaster" Target="/ppt/notesMasters/notesMaster1.xml" Id="R9dc648204ea84fe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ebc9916f8084932" /><Relationship Type="http://schemas.openxmlformats.org/officeDocument/2006/relationships/notesMaster" Target="/ppt/notesMasters/notesMaster1.xml" Id="R36bc95918d6d4966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89ad0e0dc7e149ed" /><Relationship Type="http://schemas.openxmlformats.org/officeDocument/2006/relationships/notesMaster" Target="/ppt/notesMasters/notesMaster1.xml" Id="Ra76d1c7be096427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ef6750125ca246d8" /><Relationship Type="http://schemas.openxmlformats.org/officeDocument/2006/relationships/notesMaster" Target="/ppt/notesMasters/notesMaster1.xml" Id="Rf27eaca7f44b4a06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de0e5282e184b79" /><Relationship Type="http://schemas.openxmlformats.org/officeDocument/2006/relationships/notesMaster" Target="/ppt/notesMasters/notesMaster1.xml" Id="R21b840c5b5dd4e5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99ec71f4da6496e" /><Relationship Type="http://schemas.openxmlformats.org/officeDocument/2006/relationships/notesMaster" Target="/ppt/notesMasters/notesMaster1.xml" Id="R5457c9c72b604132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3f160887513e4aa6" /><Relationship Type="http://schemas.openxmlformats.org/officeDocument/2006/relationships/notesMaster" Target="/ppt/notesMasters/notesMaster1.xml" Id="R40af7d7a85fb4446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238a526d63db4132" /><Relationship Type="http://schemas.openxmlformats.org/officeDocument/2006/relationships/notesMaster" Target="/ppt/notesMasters/notesMaster1.xml" Id="Rb269c4f881f04131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59ec5998653a4533" /><Relationship Type="http://schemas.openxmlformats.org/officeDocument/2006/relationships/notesMaster" Target="/ppt/notesMasters/notesMaster1.xml" Id="Re66e93baadb54b52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32f41a115ee04721" /><Relationship Type="http://schemas.openxmlformats.org/officeDocument/2006/relationships/notesMaster" Target="/ppt/notesMasters/notesMaster1.xml" Id="R60e1969392c847a1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d18e1b4c7a7f40d8" /><Relationship Type="http://schemas.openxmlformats.org/officeDocument/2006/relationships/notesMaster" Target="/ppt/notesMasters/notesMaster1.xml" Id="R9f75a9a7ffc049e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0ccd5687b384da9" /><Relationship Type="http://schemas.openxmlformats.org/officeDocument/2006/relationships/notesMaster" Target="/ppt/notesMasters/notesMaster1.xml" Id="R0046344734484b8c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39e888f3afad47ed" /><Relationship Type="http://schemas.openxmlformats.org/officeDocument/2006/relationships/notesMaster" Target="/ppt/notesMasters/notesMaster1.xml" Id="Re23f720d1ae143d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435f59458aa4a29" /><Relationship Type="http://schemas.openxmlformats.org/officeDocument/2006/relationships/notesMaster" Target="/ppt/notesMasters/notesMaster1.xml" Id="Rdf61cd13ccd847cf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55afadbf4c814c66" /><Relationship Type="http://schemas.openxmlformats.org/officeDocument/2006/relationships/notesMaster" Target="/ppt/notesMasters/notesMaster1.xml" Id="R7aabeceda592460b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da1cfcf2ebe24833" /><Relationship Type="http://schemas.openxmlformats.org/officeDocument/2006/relationships/notesMaster" Target="/ppt/notesMasters/notesMaster1.xml" Id="R3093aa16a31b4204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09f81996e15d4e43" /><Relationship Type="http://schemas.openxmlformats.org/officeDocument/2006/relationships/notesMaster" Target="/ppt/notesMasters/notesMaster1.xml" Id="R9d5addad8c074e8d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88913ffab72d46ee" /><Relationship Type="http://schemas.openxmlformats.org/officeDocument/2006/relationships/notesMaster" Target="/ppt/notesMasters/notesMaster1.xml" Id="Rb62c26168c024e4d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b57fbef5a9294609" /><Relationship Type="http://schemas.openxmlformats.org/officeDocument/2006/relationships/notesMaster" Target="/ppt/notesMasters/notesMaster1.xml" Id="R33862b530553435f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8854de5acc184cff" /><Relationship Type="http://schemas.openxmlformats.org/officeDocument/2006/relationships/notesMaster" Target="/ppt/notesMasters/notesMaster1.xml" Id="R066a72522fbc4d0f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c3dbe69c52ca40c5" /><Relationship Type="http://schemas.openxmlformats.org/officeDocument/2006/relationships/notesMaster" Target="/ppt/notesMasters/notesMaster1.xml" Id="R58af24db60b6429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1dfb8b0833774bca" /><Relationship Type="http://schemas.openxmlformats.org/officeDocument/2006/relationships/notesMaster" Target="/ppt/notesMasters/notesMaster1.xml" Id="R19186d2ebd0a4b05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abe8d6d32532400b" /><Relationship Type="http://schemas.openxmlformats.org/officeDocument/2006/relationships/notesMaster" Target="/ppt/notesMasters/notesMaster1.xml" Id="R0b9aae19dc9d4aed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ba5b85c742a94154" /><Relationship Type="http://schemas.openxmlformats.org/officeDocument/2006/relationships/notesMaster" Target="/ppt/notesMasters/notesMaster1.xml" Id="R57489711d7e64ef1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6b5e4e10d7b4808" /><Relationship Type="http://schemas.openxmlformats.org/officeDocument/2006/relationships/notesMaster" Target="/ppt/notesMasters/notesMaster1.xml" Id="R361929e3a86e4b44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145c2b8dec514528" /><Relationship Type="http://schemas.openxmlformats.org/officeDocument/2006/relationships/notesMaster" Target="/ppt/notesMasters/notesMaster1.xml" Id="R23be5045a94a4520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ac935e9bcf504031" /><Relationship Type="http://schemas.openxmlformats.org/officeDocument/2006/relationships/notesMaster" Target="/ppt/notesMasters/notesMaster1.xml" Id="R9fadcfc8a7bf4b3b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c7f4b6a76fb44bc6" /><Relationship Type="http://schemas.openxmlformats.org/officeDocument/2006/relationships/notesMaster" Target="/ppt/notesMasters/notesMaster1.xml" Id="R31b94aa93b844b9b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c3ae1fb23e4f41a0" /><Relationship Type="http://schemas.openxmlformats.org/officeDocument/2006/relationships/notesMaster" Target="/ppt/notesMasters/notesMaster1.xml" Id="R349c947c806a45cf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b7726350b2264de2" /><Relationship Type="http://schemas.openxmlformats.org/officeDocument/2006/relationships/notesMaster" Target="/ppt/notesMasters/notesMaster1.xml" Id="R7f25b1e1f73d427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3a463f6184b644c4" /><Relationship Type="http://schemas.openxmlformats.org/officeDocument/2006/relationships/notesMaster" Target="/ppt/notesMasters/notesMaster1.xml" Id="Ree042d7fee304b0c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acf5131879ba46bf" /><Relationship Type="http://schemas.openxmlformats.org/officeDocument/2006/relationships/notesMaster" Target="/ppt/notesMasters/notesMaster1.xml" Id="R951d823daa0a41e7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87717c277bfd42e4" /><Relationship Type="http://schemas.openxmlformats.org/officeDocument/2006/relationships/notesMaster" Target="/ppt/notesMasters/notesMaster1.xml" Id="R428bb14baad34a76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2865a49b087b49b3" /><Relationship Type="http://schemas.openxmlformats.org/officeDocument/2006/relationships/notesMaster" Target="/ppt/notesMasters/notesMaster1.xml" Id="R48211df2c5fe43cd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cfb21b63825f4953" /><Relationship Type="http://schemas.openxmlformats.org/officeDocument/2006/relationships/notesMaster" Target="/ppt/notesMasters/notesMaster1.xml" Id="Rac6726a8ab204994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9625d2ee7c584961" /><Relationship Type="http://schemas.openxmlformats.org/officeDocument/2006/relationships/notesMaster" Target="/ppt/notesMasters/notesMaster1.xml" Id="R89f57068bc754013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8fd2e67cb56c46a3" /><Relationship Type="http://schemas.openxmlformats.org/officeDocument/2006/relationships/notesMaster" Target="/ppt/notesMasters/notesMaster1.xml" Id="Rafd17033e8d540d6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993df9f9933c4f58" /><Relationship Type="http://schemas.openxmlformats.org/officeDocument/2006/relationships/notesMaster" Target="/ppt/notesMasters/notesMaster1.xml" Id="R17ab04a471344bc9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e4c6fdb64044488b" /><Relationship Type="http://schemas.openxmlformats.org/officeDocument/2006/relationships/notesMaster" Target="/ppt/notesMasters/notesMaster1.xml" Id="Rd15715bdef894967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22562de69bd742a4" /><Relationship Type="http://schemas.openxmlformats.org/officeDocument/2006/relationships/notesMaster" Target="/ppt/notesMasters/notesMaster1.xml" Id="Recd00c37af1d4d3b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54c2392ba5f44d1a" /><Relationship Type="http://schemas.openxmlformats.org/officeDocument/2006/relationships/notesMaster" Target="/ppt/notesMasters/notesMaster1.xml" Id="Rea52beba370f44ab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23ed7bbcbfb249ff" /><Relationship Type="http://schemas.openxmlformats.org/officeDocument/2006/relationships/notesMaster" Target="/ppt/notesMasters/notesMaster1.xml" Id="R8ebe43b0c0a24a93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04ed9a8571b342a8" /><Relationship Type="http://schemas.openxmlformats.org/officeDocument/2006/relationships/notesMaster" Target="/ppt/notesMasters/notesMaster1.xml" Id="R9ed77014ac284796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29e5effc568743ae" /><Relationship Type="http://schemas.openxmlformats.org/officeDocument/2006/relationships/notesMaster" Target="/ppt/notesMasters/notesMaster1.xml" Id="R28ebbe8936a54903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47ed392d6e7d456d" /><Relationship Type="http://schemas.openxmlformats.org/officeDocument/2006/relationships/notesMaster" Target="/ppt/notesMasters/notesMaster1.xml" Id="R54a0527ae30b4f55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1f9052ddc05c4368" /><Relationship Type="http://schemas.openxmlformats.org/officeDocument/2006/relationships/notesMaster" Target="/ppt/notesMasters/notesMaster1.xml" Id="R54f3550498da45b4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f7ce005574e94b99" /><Relationship Type="http://schemas.openxmlformats.org/officeDocument/2006/relationships/notesMaster" Target="/ppt/notesMasters/notesMaster1.xml" Id="Rfbe7304f6cf7498e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b0d9727b8d48496b" /><Relationship Type="http://schemas.openxmlformats.org/officeDocument/2006/relationships/notesMaster" Target="/ppt/notesMasters/notesMaster1.xml" Id="R8360572c811b483b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39276690478d40aa" /><Relationship Type="http://schemas.openxmlformats.org/officeDocument/2006/relationships/notesMaster" Target="/ppt/notesMasters/notesMaster1.xml" Id="R2062d80110bc4fa3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6cfccb399f2248eb" /><Relationship Type="http://schemas.openxmlformats.org/officeDocument/2006/relationships/notesMaster" Target="/ppt/notesMasters/notesMaster1.xml" Id="Rdfbeba67bcdd45e3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85a0c9580ac44f69" /><Relationship Type="http://schemas.openxmlformats.org/officeDocument/2006/relationships/notesMaster" Target="/ppt/notesMasters/notesMaster1.xml" Id="Ra398c86288c643a5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ffeca3d284264c63" /><Relationship Type="http://schemas.openxmlformats.org/officeDocument/2006/relationships/notesMaster" Target="/ppt/notesMasters/notesMaster1.xml" Id="R766093becd96432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b82e9bbfebdd4ea3" /><Relationship Type="http://schemas.openxmlformats.org/officeDocument/2006/relationships/notesMaster" Target="/ppt/notesMasters/notesMaster1.xml" Id="R7e568a8dd2654a7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747b9ab45d644417" /><Relationship Type="http://schemas.openxmlformats.org/officeDocument/2006/relationships/notesMaster" Target="/ppt/notesMasters/notesMaster1.xml" Id="Recd0be4adf5043cb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c0c0518e400b463a" /><Relationship Type="http://schemas.openxmlformats.org/officeDocument/2006/relationships/notesMaster" Target="/ppt/notesMasters/notesMaster1.xml" Id="R829e8f19c32d4e37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359f4dff3fb547d0" /><Relationship Type="http://schemas.openxmlformats.org/officeDocument/2006/relationships/notesMaster" Target="/ppt/notesMasters/notesMaster1.xml" Id="R968ac55c8d984dd7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cb9a3883b47f4974" /><Relationship Type="http://schemas.openxmlformats.org/officeDocument/2006/relationships/notesMaster" Target="/ppt/notesMasters/notesMaster1.xml" Id="Re9918cbec2c44183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9ab6cb850063419c" /><Relationship Type="http://schemas.openxmlformats.org/officeDocument/2006/relationships/notesMaster" Target="/ppt/notesMasters/notesMaster1.xml" Id="Ra6b088a45f89418f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49de516cfc374931" /><Relationship Type="http://schemas.openxmlformats.org/officeDocument/2006/relationships/notesMaster" Target="/ppt/notesMasters/notesMaster1.xml" Id="R85763a4789d447b0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f511fc7e801146b9" /><Relationship Type="http://schemas.openxmlformats.org/officeDocument/2006/relationships/notesMaster" Target="/ppt/notesMasters/notesMaster1.xml" Id="R982fab7310d04bf5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63f82f275b434ff8" /><Relationship Type="http://schemas.openxmlformats.org/officeDocument/2006/relationships/notesMaster" Target="/ppt/notesMasters/notesMaster1.xml" Id="R8d62fb2e6c3e4073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41f29f2d160c46d1" /><Relationship Type="http://schemas.openxmlformats.org/officeDocument/2006/relationships/notesMaster" Target="/ppt/notesMasters/notesMaster1.xml" Id="Rc76b6b151b4441ad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dad8e37ba5c54720" /><Relationship Type="http://schemas.openxmlformats.org/officeDocument/2006/relationships/notesMaster" Target="/ppt/notesMasters/notesMaster1.xml" Id="R217e955ad3a940a4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9ea72a19c95b468b" /><Relationship Type="http://schemas.openxmlformats.org/officeDocument/2006/relationships/notesMaster" Target="/ppt/notesMasters/notesMaster1.xml" Id="Racedbc975b7b46e8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bf3187ab0a5c4f8a" /><Relationship Type="http://schemas.openxmlformats.org/officeDocument/2006/relationships/notesMaster" Target="/ppt/notesMasters/notesMaster1.xml" Id="R3a74a6f022b64d0e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ebe157bb705a4040" /><Relationship Type="http://schemas.openxmlformats.org/officeDocument/2006/relationships/notesMaster" Target="/ppt/notesMasters/notesMaster1.xml" Id="R97f39f4e1b8a4796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6cb3eef6490b4118" /><Relationship Type="http://schemas.openxmlformats.org/officeDocument/2006/relationships/notesMaster" Target="/ppt/notesMasters/notesMaster1.xml" Id="R7afa2e0c34fa44a1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2420488614e648db" /><Relationship Type="http://schemas.openxmlformats.org/officeDocument/2006/relationships/notesMaster" Target="/ppt/notesMasters/notesMaster1.xml" Id="R1c2c0523746448c5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831c07a3e4964325" /><Relationship Type="http://schemas.openxmlformats.org/officeDocument/2006/relationships/notesMaster" Target="/ppt/notesMasters/notesMaster1.xml" Id="R5d03770dce37432c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6d6452c891684bc5" /><Relationship Type="http://schemas.openxmlformats.org/officeDocument/2006/relationships/notesMaster" Target="/ppt/notesMasters/notesMaster1.xml" Id="Rbf46450c0e304ef0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9937bcf909f74590" /><Relationship Type="http://schemas.openxmlformats.org/officeDocument/2006/relationships/notesMaster" Target="/ppt/notesMasters/notesMaster1.xml" Id="Reb79b163d5554180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fd7ab8df15404312" /><Relationship Type="http://schemas.openxmlformats.org/officeDocument/2006/relationships/notesMaster" Target="/ppt/notesMasters/notesMaster1.xml" Id="Re9d44ed029614732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0e6b5a253f954d2a" /><Relationship Type="http://schemas.openxmlformats.org/officeDocument/2006/relationships/notesMaster" Target="/ppt/notesMasters/notesMaster1.xml" Id="R973c4d8c22874cab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cb73da0a3a18480d" /><Relationship Type="http://schemas.openxmlformats.org/officeDocument/2006/relationships/notesMaster" Target="/ppt/notesMasters/notesMaster1.xml" Id="R3060441ed47447f7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29fa2c6f1efa4318" /><Relationship Type="http://schemas.openxmlformats.org/officeDocument/2006/relationships/notesMaster" Target="/ppt/notesMasters/notesMaster1.xml" Id="R62fad6d7897c40a6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06a34cb109c84b51" /><Relationship Type="http://schemas.openxmlformats.org/officeDocument/2006/relationships/notesMaster" Target="/ppt/notesMasters/notesMaster1.xml" Id="Rfdf0e939bcfb4f22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069e4e9e55174cd8" /><Relationship Type="http://schemas.openxmlformats.org/officeDocument/2006/relationships/notesMaster" Target="/ppt/notesMasters/notesMaster1.xml" Id="Rcd6e9d9e1e3b4c51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41381514927646e3" /><Relationship Type="http://schemas.openxmlformats.org/officeDocument/2006/relationships/notesMaster" Target="/ppt/notesMasters/notesMaster1.xml" Id="Rcc892817c5fc4b2a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f3a7fded3b4448c9" /><Relationship Type="http://schemas.openxmlformats.org/officeDocument/2006/relationships/notesMaster" Target="/ppt/notesMasters/notesMaster1.xml" Id="Rca21eedb18a6424b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e6be075fa3734671" /><Relationship Type="http://schemas.openxmlformats.org/officeDocument/2006/relationships/notesMaster" Target="/ppt/notesMasters/notesMaster1.xml" Id="R90faa4eaa9ed4501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936e690cc5a04329" /><Relationship Type="http://schemas.openxmlformats.org/officeDocument/2006/relationships/notesMaster" Target="/ppt/notesMasters/notesMaster1.xml" Id="R4420954a464f4ecd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937ce897ce234bff" /><Relationship Type="http://schemas.openxmlformats.org/officeDocument/2006/relationships/notesMaster" Target="/ppt/notesMasters/notesMaster1.xml" Id="R83cb6eb8ab2e4897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6612d7036a8445d3" /><Relationship Type="http://schemas.openxmlformats.org/officeDocument/2006/relationships/notesMaster" Target="/ppt/notesMasters/notesMaster1.xml" Id="Rac8f7d682df54702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87f4572d66234a73" /><Relationship Type="http://schemas.openxmlformats.org/officeDocument/2006/relationships/notesMaster" Target="/ppt/notesMasters/notesMaster1.xml" Id="R273f96296aae4cfa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71aab1e710984c08" /><Relationship Type="http://schemas.openxmlformats.org/officeDocument/2006/relationships/notesMaster" Target="/ppt/notesMasters/notesMaster1.xml" Id="Re35e88c2aeb74e28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db9a7f9d7d464e57" /><Relationship Type="http://schemas.openxmlformats.org/officeDocument/2006/relationships/notesMaster" Target="/ppt/notesMasters/notesMaster1.xml" Id="Reb0b73f43aac4e18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95630ba610d74223" /><Relationship Type="http://schemas.openxmlformats.org/officeDocument/2006/relationships/notesMaster" Target="/ppt/notesMasters/notesMaster1.xml" Id="R8213e0cab393463b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fdf08fe69ffa490d" /><Relationship Type="http://schemas.openxmlformats.org/officeDocument/2006/relationships/notesMaster" Target="/ppt/notesMasters/notesMaster1.xml" Id="R66a2b604639a4128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a24a6803ecae4ea0" /><Relationship Type="http://schemas.openxmlformats.org/officeDocument/2006/relationships/notesMaster" Target="/ppt/notesMasters/notesMaster1.xml" Id="R4ca3cd5853a6433d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203693cd5a764ef8" /><Relationship Type="http://schemas.openxmlformats.org/officeDocument/2006/relationships/notesMaster" Target="/ppt/notesMasters/notesMaster1.xml" Id="R858cf8ad64c6441b" /></Relationships>
</file>

<file path=ppt/notesSlides/_rels/notesSlide301.xml.rels>&#65279;<?xml version="1.0" encoding="utf-8"?><Relationships xmlns="http://schemas.openxmlformats.org/package/2006/relationships"><Relationship Type="http://schemas.openxmlformats.org/officeDocument/2006/relationships/slide" Target="/ppt/slides/slide301.xml" Id="R307e1198d3084e61" /><Relationship Type="http://schemas.openxmlformats.org/officeDocument/2006/relationships/notesMaster" Target="/ppt/notesMasters/notesMaster1.xml" Id="Rccf866069dbb404f" /></Relationships>
</file>

<file path=ppt/notesSlides/_rels/notesSlide302.xml.rels>&#65279;<?xml version="1.0" encoding="utf-8"?><Relationships xmlns="http://schemas.openxmlformats.org/package/2006/relationships"><Relationship Type="http://schemas.openxmlformats.org/officeDocument/2006/relationships/slide" Target="/ppt/slides/slide302.xml" Id="Refeef35245fb499c" /><Relationship Type="http://schemas.openxmlformats.org/officeDocument/2006/relationships/notesMaster" Target="/ppt/notesMasters/notesMaster1.xml" Id="R6cd23fcbd03140b5" /></Relationships>
</file>

<file path=ppt/notesSlides/_rels/notesSlide303.xml.rels>&#65279;<?xml version="1.0" encoding="utf-8"?><Relationships xmlns="http://schemas.openxmlformats.org/package/2006/relationships"><Relationship Type="http://schemas.openxmlformats.org/officeDocument/2006/relationships/slide" Target="/ppt/slides/slide303.xml" Id="R77295d5a11fb4d27" /><Relationship Type="http://schemas.openxmlformats.org/officeDocument/2006/relationships/notesMaster" Target="/ppt/notesMasters/notesMaster1.xml" Id="Rce27bea7a8754e46" /></Relationships>
</file>

<file path=ppt/notesSlides/_rels/notesSlide304.xml.rels>&#65279;<?xml version="1.0" encoding="utf-8"?><Relationships xmlns="http://schemas.openxmlformats.org/package/2006/relationships"><Relationship Type="http://schemas.openxmlformats.org/officeDocument/2006/relationships/slide" Target="/ppt/slides/slide304.xml" Id="R8df9e56ad7cc4a4a" /><Relationship Type="http://schemas.openxmlformats.org/officeDocument/2006/relationships/notesMaster" Target="/ppt/notesMasters/notesMaster1.xml" Id="R183f53a9640142dc" /></Relationships>
</file>

<file path=ppt/notesSlides/_rels/notesSlide305.xml.rels>&#65279;<?xml version="1.0" encoding="utf-8"?><Relationships xmlns="http://schemas.openxmlformats.org/package/2006/relationships"><Relationship Type="http://schemas.openxmlformats.org/officeDocument/2006/relationships/slide" Target="/ppt/slides/slide305.xml" Id="Red1964bfacde4df9" /><Relationship Type="http://schemas.openxmlformats.org/officeDocument/2006/relationships/notesMaster" Target="/ppt/notesMasters/notesMaster1.xml" Id="R2e06edf5c90a473d" /></Relationships>
</file>

<file path=ppt/notesSlides/_rels/notesSlide306.xml.rels>&#65279;<?xml version="1.0" encoding="utf-8"?><Relationships xmlns="http://schemas.openxmlformats.org/package/2006/relationships"><Relationship Type="http://schemas.openxmlformats.org/officeDocument/2006/relationships/slide" Target="/ppt/slides/slide306.xml" Id="Re981d7c9d1474dcb" /><Relationship Type="http://schemas.openxmlformats.org/officeDocument/2006/relationships/notesMaster" Target="/ppt/notesMasters/notesMaster1.xml" Id="R174a3fc30ee74beb" /></Relationships>
</file>

<file path=ppt/notesSlides/_rels/notesSlide307.xml.rels>&#65279;<?xml version="1.0" encoding="utf-8"?><Relationships xmlns="http://schemas.openxmlformats.org/package/2006/relationships"><Relationship Type="http://schemas.openxmlformats.org/officeDocument/2006/relationships/slide" Target="/ppt/slides/slide307.xml" Id="R6959a598b096479e" /><Relationship Type="http://schemas.openxmlformats.org/officeDocument/2006/relationships/notesMaster" Target="/ppt/notesMasters/notesMaster1.xml" Id="R05c123ad7bd44912" /></Relationships>
</file>

<file path=ppt/notesSlides/_rels/notesSlide308.xml.rels>&#65279;<?xml version="1.0" encoding="utf-8"?><Relationships xmlns="http://schemas.openxmlformats.org/package/2006/relationships"><Relationship Type="http://schemas.openxmlformats.org/officeDocument/2006/relationships/slide" Target="/ppt/slides/slide308.xml" Id="R9fc36940b6b04ded" /><Relationship Type="http://schemas.openxmlformats.org/officeDocument/2006/relationships/notesMaster" Target="/ppt/notesMasters/notesMaster1.xml" Id="R5eec659e43674553" /></Relationships>
</file>

<file path=ppt/notesSlides/_rels/notesSlide310.xml.rels>&#65279;<?xml version="1.0" encoding="utf-8"?><Relationships xmlns="http://schemas.openxmlformats.org/package/2006/relationships"><Relationship Type="http://schemas.openxmlformats.org/officeDocument/2006/relationships/slide" Target="/ppt/slides/slide310.xml" Id="Rcbbe67a342254ad1" /><Relationship Type="http://schemas.openxmlformats.org/officeDocument/2006/relationships/notesMaster" Target="/ppt/notesMasters/notesMaster1.xml" Id="R9aaca36f05d34b65" /></Relationships>
</file>

<file path=ppt/notesSlides/_rels/notesSlide311.xml.rels>&#65279;<?xml version="1.0" encoding="utf-8"?><Relationships xmlns="http://schemas.openxmlformats.org/package/2006/relationships"><Relationship Type="http://schemas.openxmlformats.org/officeDocument/2006/relationships/slide" Target="/ppt/slides/slide311.xml" Id="R3a7b571df4194988" /><Relationship Type="http://schemas.openxmlformats.org/officeDocument/2006/relationships/notesMaster" Target="/ppt/notesMasters/notesMaster1.xml" Id="R1037ac2b980e49d1" /></Relationships>
</file>

<file path=ppt/notesSlides/_rels/notesSlide312.xml.rels>&#65279;<?xml version="1.0" encoding="utf-8"?><Relationships xmlns="http://schemas.openxmlformats.org/package/2006/relationships"><Relationship Type="http://schemas.openxmlformats.org/officeDocument/2006/relationships/slide" Target="/ppt/slides/slide312.xml" Id="R66489c6258c44a0a" /><Relationship Type="http://schemas.openxmlformats.org/officeDocument/2006/relationships/notesMaster" Target="/ppt/notesMasters/notesMaster1.xml" Id="R19c8879b6dca48ae" /></Relationships>
</file>

<file path=ppt/notesSlides/_rels/notesSlide313.xml.rels>&#65279;<?xml version="1.0" encoding="utf-8"?><Relationships xmlns="http://schemas.openxmlformats.org/package/2006/relationships"><Relationship Type="http://schemas.openxmlformats.org/officeDocument/2006/relationships/slide" Target="/ppt/slides/slide313.xml" Id="R50875d74a5dd40e1" /><Relationship Type="http://schemas.openxmlformats.org/officeDocument/2006/relationships/notesMaster" Target="/ppt/notesMasters/notesMaster1.xml" Id="Rc241006befb04b46" /></Relationships>
</file>

<file path=ppt/notesSlides/_rels/notesSlide314.xml.rels>&#65279;<?xml version="1.0" encoding="utf-8"?><Relationships xmlns="http://schemas.openxmlformats.org/package/2006/relationships"><Relationship Type="http://schemas.openxmlformats.org/officeDocument/2006/relationships/slide" Target="/ppt/slides/slide314.xml" Id="R6d9515895f4a4079" /><Relationship Type="http://schemas.openxmlformats.org/officeDocument/2006/relationships/notesMaster" Target="/ppt/notesMasters/notesMaster1.xml" Id="Rc5ed4f7742344698" /></Relationships>
</file>

<file path=ppt/notesSlides/_rels/notesSlide315.xml.rels>&#65279;<?xml version="1.0" encoding="utf-8"?><Relationships xmlns="http://schemas.openxmlformats.org/package/2006/relationships"><Relationship Type="http://schemas.openxmlformats.org/officeDocument/2006/relationships/slide" Target="/ppt/slides/slide315.xml" Id="Re23f9f14f51a4363" /><Relationship Type="http://schemas.openxmlformats.org/officeDocument/2006/relationships/notesMaster" Target="/ppt/notesMasters/notesMaster1.xml" Id="Rcbe31472df9b44a4" /></Relationships>
</file>

<file path=ppt/notesSlides/_rels/notesSlide316.xml.rels>&#65279;<?xml version="1.0" encoding="utf-8"?><Relationships xmlns="http://schemas.openxmlformats.org/package/2006/relationships"><Relationship Type="http://schemas.openxmlformats.org/officeDocument/2006/relationships/slide" Target="/ppt/slides/slide316.xml" Id="R76c88c0a1fba419e" /><Relationship Type="http://schemas.openxmlformats.org/officeDocument/2006/relationships/notesMaster" Target="/ppt/notesMasters/notesMaster1.xml" Id="Rf6347c53de844386" /></Relationships>
</file>

<file path=ppt/notesSlides/_rels/notesSlide317.xml.rels>&#65279;<?xml version="1.0" encoding="utf-8"?><Relationships xmlns="http://schemas.openxmlformats.org/package/2006/relationships"><Relationship Type="http://schemas.openxmlformats.org/officeDocument/2006/relationships/slide" Target="/ppt/slides/slide317.xml" Id="R16194ac1745b4351" /><Relationship Type="http://schemas.openxmlformats.org/officeDocument/2006/relationships/notesMaster" Target="/ppt/notesMasters/notesMaster1.xml" Id="R29cb7c1b71fe4f95" /></Relationships>
</file>

<file path=ppt/notesSlides/_rels/notesSlide318.xml.rels>&#65279;<?xml version="1.0" encoding="utf-8"?><Relationships xmlns="http://schemas.openxmlformats.org/package/2006/relationships"><Relationship Type="http://schemas.openxmlformats.org/officeDocument/2006/relationships/slide" Target="/ppt/slides/slide318.xml" Id="R7273565051214999" /><Relationship Type="http://schemas.openxmlformats.org/officeDocument/2006/relationships/notesMaster" Target="/ppt/notesMasters/notesMaster1.xml" Id="R1a2a15a2313b4d51" /></Relationships>
</file>

<file path=ppt/notesSlides/_rels/notesSlide319.xml.rels>&#65279;<?xml version="1.0" encoding="utf-8"?><Relationships xmlns="http://schemas.openxmlformats.org/package/2006/relationships"><Relationship Type="http://schemas.openxmlformats.org/officeDocument/2006/relationships/slide" Target="/ppt/slides/slide319.xml" Id="R08571e725b784ba5" /><Relationship Type="http://schemas.openxmlformats.org/officeDocument/2006/relationships/notesMaster" Target="/ppt/notesMasters/notesMaster1.xml" Id="Refc6ee4edc5c4cc5" /></Relationships>
</file>

<file path=ppt/notesSlides/_rels/notesSlide320.xml.rels>&#65279;<?xml version="1.0" encoding="utf-8"?><Relationships xmlns="http://schemas.openxmlformats.org/package/2006/relationships"><Relationship Type="http://schemas.openxmlformats.org/officeDocument/2006/relationships/slide" Target="/ppt/slides/slide320.xml" Id="R572b92b695fb4c34" /><Relationship Type="http://schemas.openxmlformats.org/officeDocument/2006/relationships/notesMaster" Target="/ppt/notesMasters/notesMaster1.xml" Id="R5679cf32a8bf43f1" /></Relationships>
</file>

<file path=ppt/notesSlides/_rels/notesSlide321.xml.rels>&#65279;<?xml version="1.0" encoding="utf-8"?><Relationships xmlns="http://schemas.openxmlformats.org/package/2006/relationships"><Relationship Type="http://schemas.openxmlformats.org/officeDocument/2006/relationships/slide" Target="/ppt/slides/slide321.xml" Id="R55ee705f7d2742b7" /><Relationship Type="http://schemas.openxmlformats.org/officeDocument/2006/relationships/notesMaster" Target="/ppt/notesMasters/notesMaster1.xml" Id="Rfa44747cebad4551" /></Relationships>
</file>

<file path=ppt/notesSlides/_rels/notesSlide322.xml.rels>&#65279;<?xml version="1.0" encoding="utf-8"?><Relationships xmlns="http://schemas.openxmlformats.org/package/2006/relationships"><Relationship Type="http://schemas.openxmlformats.org/officeDocument/2006/relationships/slide" Target="/ppt/slides/slide322.xml" Id="Re1414060a4454b4a" /><Relationship Type="http://schemas.openxmlformats.org/officeDocument/2006/relationships/notesMaster" Target="/ppt/notesMasters/notesMaster1.xml" Id="R367d1969129c4297" /></Relationships>
</file>

<file path=ppt/notesSlides/_rels/notesSlide323.xml.rels>&#65279;<?xml version="1.0" encoding="utf-8"?><Relationships xmlns="http://schemas.openxmlformats.org/package/2006/relationships"><Relationship Type="http://schemas.openxmlformats.org/officeDocument/2006/relationships/slide" Target="/ppt/slides/slide323.xml" Id="R3747ab2e12be4298" /><Relationship Type="http://schemas.openxmlformats.org/officeDocument/2006/relationships/notesMaster" Target="/ppt/notesMasters/notesMaster1.xml" Id="R3c558047d9ae4dc4" /></Relationships>
</file>

<file path=ppt/notesSlides/_rels/notesSlide324.xml.rels>&#65279;<?xml version="1.0" encoding="utf-8"?><Relationships xmlns="http://schemas.openxmlformats.org/package/2006/relationships"><Relationship Type="http://schemas.openxmlformats.org/officeDocument/2006/relationships/slide" Target="/ppt/slides/slide324.xml" Id="R76ec32b8276c456d" /><Relationship Type="http://schemas.openxmlformats.org/officeDocument/2006/relationships/notesMaster" Target="/ppt/notesMasters/notesMaster1.xml" Id="Re19ef0a8426f415a" /></Relationships>
</file>

<file path=ppt/notesSlides/_rels/notesSlide325.xml.rels>&#65279;<?xml version="1.0" encoding="utf-8"?><Relationships xmlns="http://schemas.openxmlformats.org/package/2006/relationships"><Relationship Type="http://schemas.openxmlformats.org/officeDocument/2006/relationships/slide" Target="/ppt/slides/slide325.xml" Id="R3ace599202b2419c" /><Relationship Type="http://schemas.openxmlformats.org/officeDocument/2006/relationships/notesMaster" Target="/ppt/notesMasters/notesMaster1.xml" Id="Ra1158c8db4524090" /></Relationships>
</file>

<file path=ppt/notesSlides/_rels/notesSlide326.xml.rels>&#65279;<?xml version="1.0" encoding="utf-8"?><Relationships xmlns="http://schemas.openxmlformats.org/package/2006/relationships"><Relationship Type="http://schemas.openxmlformats.org/officeDocument/2006/relationships/slide" Target="/ppt/slides/slide326.xml" Id="Ra8b3ed3b554d4b6a" /><Relationship Type="http://schemas.openxmlformats.org/officeDocument/2006/relationships/notesMaster" Target="/ppt/notesMasters/notesMaster1.xml" Id="R055e4839ea0f4314" /></Relationships>
</file>

<file path=ppt/notesSlides/_rels/notesSlide327.xml.rels>&#65279;<?xml version="1.0" encoding="utf-8"?><Relationships xmlns="http://schemas.openxmlformats.org/package/2006/relationships"><Relationship Type="http://schemas.openxmlformats.org/officeDocument/2006/relationships/slide" Target="/ppt/slides/slide327.xml" Id="R94865a6b69304f7c" /><Relationship Type="http://schemas.openxmlformats.org/officeDocument/2006/relationships/notesMaster" Target="/ppt/notesMasters/notesMaster1.xml" Id="R8018a9bc2b4b4161" /></Relationships>
</file>

<file path=ppt/notesSlides/_rels/notesSlide328.xml.rels>&#65279;<?xml version="1.0" encoding="utf-8"?><Relationships xmlns="http://schemas.openxmlformats.org/package/2006/relationships"><Relationship Type="http://schemas.openxmlformats.org/officeDocument/2006/relationships/slide" Target="/ppt/slides/slide328.xml" Id="R82f7e8101f9c43e1" /><Relationship Type="http://schemas.openxmlformats.org/officeDocument/2006/relationships/notesMaster" Target="/ppt/notesMasters/notesMaster1.xml" Id="R0f56c01a443c4cc2" /></Relationships>
</file>

<file path=ppt/notesSlides/_rels/notesSlide329.xml.rels>&#65279;<?xml version="1.0" encoding="utf-8"?><Relationships xmlns="http://schemas.openxmlformats.org/package/2006/relationships"><Relationship Type="http://schemas.openxmlformats.org/officeDocument/2006/relationships/slide" Target="/ppt/slides/slide329.xml" Id="R6e758ee49b934e49" /><Relationship Type="http://schemas.openxmlformats.org/officeDocument/2006/relationships/notesMaster" Target="/ppt/notesMasters/notesMaster1.xml" Id="R4622a0cb3c294165" /></Relationships>
</file>

<file path=ppt/notesSlides/_rels/notesSlide330.xml.rels>&#65279;<?xml version="1.0" encoding="utf-8"?><Relationships xmlns="http://schemas.openxmlformats.org/package/2006/relationships"><Relationship Type="http://schemas.openxmlformats.org/officeDocument/2006/relationships/slide" Target="/ppt/slides/slide330.xml" Id="R4778e786b85a40df" /><Relationship Type="http://schemas.openxmlformats.org/officeDocument/2006/relationships/notesMaster" Target="/ppt/notesMasters/notesMaster1.xml" Id="R6bc0076fdfc248cf" /></Relationships>
</file>

<file path=ppt/notesSlides/_rels/notesSlide331.xml.rels>&#65279;<?xml version="1.0" encoding="utf-8"?><Relationships xmlns="http://schemas.openxmlformats.org/package/2006/relationships"><Relationship Type="http://schemas.openxmlformats.org/officeDocument/2006/relationships/slide" Target="/ppt/slides/slide331.xml" Id="Re6251deb108c484f" /><Relationship Type="http://schemas.openxmlformats.org/officeDocument/2006/relationships/notesMaster" Target="/ppt/notesMasters/notesMaster1.xml" Id="Rcc6202f5bc814b65" /></Relationships>
</file>

<file path=ppt/notesSlides/_rels/notesSlide332.xml.rels>&#65279;<?xml version="1.0" encoding="utf-8"?><Relationships xmlns="http://schemas.openxmlformats.org/package/2006/relationships"><Relationship Type="http://schemas.openxmlformats.org/officeDocument/2006/relationships/slide" Target="/ppt/slides/slide332.xml" Id="R182da57c15ca4b81" /><Relationship Type="http://schemas.openxmlformats.org/officeDocument/2006/relationships/notesMaster" Target="/ppt/notesMasters/notesMaster1.xml" Id="R21cc6881a7a540a2" /></Relationships>
</file>

<file path=ppt/notesSlides/_rels/notesSlide333.xml.rels>&#65279;<?xml version="1.0" encoding="utf-8"?><Relationships xmlns="http://schemas.openxmlformats.org/package/2006/relationships"><Relationship Type="http://schemas.openxmlformats.org/officeDocument/2006/relationships/slide" Target="/ppt/slides/slide333.xml" Id="R90f8f4abf9824d57" /><Relationship Type="http://schemas.openxmlformats.org/officeDocument/2006/relationships/notesMaster" Target="/ppt/notesMasters/notesMaster1.xml" Id="Rd673acc145f64f3e" /></Relationships>
</file>

<file path=ppt/notesSlides/_rels/notesSlide334.xml.rels>&#65279;<?xml version="1.0" encoding="utf-8"?><Relationships xmlns="http://schemas.openxmlformats.org/package/2006/relationships"><Relationship Type="http://schemas.openxmlformats.org/officeDocument/2006/relationships/slide" Target="/ppt/slides/slide334.xml" Id="Raf82738ac5874b97" /><Relationship Type="http://schemas.openxmlformats.org/officeDocument/2006/relationships/notesMaster" Target="/ppt/notesMasters/notesMaster1.xml" Id="R04bf68d165814086" /></Relationships>
</file>

<file path=ppt/notesSlides/_rels/notesSlide561.xml.rels>&#65279;<?xml version="1.0" encoding="utf-8"?><Relationships xmlns="http://schemas.openxmlformats.org/package/2006/relationships"><Relationship Type="http://schemas.openxmlformats.org/officeDocument/2006/relationships/slide" Target="/ppt/slides/slide561.xml" Id="R7b4486c60c7c48b4" /><Relationship Type="http://schemas.openxmlformats.org/officeDocument/2006/relationships/notesMaster" Target="/ppt/notesMasters/notesMaster1.xml" Id="Ra01949728b004288" /></Relationships>
</file>

<file path=ppt/notesSlides/_rels/notesSlide562.xml.rels>&#65279;<?xml version="1.0" encoding="utf-8"?><Relationships xmlns="http://schemas.openxmlformats.org/package/2006/relationships"><Relationship Type="http://schemas.openxmlformats.org/officeDocument/2006/relationships/slide" Target="/ppt/slides/slide562.xml" Id="Rcd10d33d7b39484e" /><Relationship Type="http://schemas.openxmlformats.org/officeDocument/2006/relationships/notesMaster" Target="/ppt/notesMasters/notesMaster1.xml" Id="Rd369e1d2f87d45c0" /></Relationships>
</file>

<file path=ppt/notesSlides/_rels/notesSlide563.xml.rels>&#65279;<?xml version="1.0" encoding="utf-8"?><Relationships xmlns="http://schemas.openxmlformats.org/package/2006/relationships"><Relationship Type="http://schemas.openxmlformats.org/officeDocument/2006/relationships/slide" Target="/ppt/slides/slide563.xml" Id="R635aea546ca84953" /><Relationship Type="http://schemas.openxmlformats.org/officeDocument/2006/relationships/notesMaster" Target="/ppt/notesMasters/notesMaster1.xml" Id="Rb417ecd76f52443e" /></Relationships>
</file>

<file path=ppt/notesSlides/_rels/notesSlide565.xml.rels>&#65279;<?xml version="1.0" encoding="utf-8"?><Relationships xmlns="http://schemas.openxmlformats.org/package/2006/relationships"><Relationship Type="http://schemas.openxmlformats.org/officeDocument/2006/relationships/slide" Target="/ppt/slides/slide565.xml" Id="R5581f0dd28de4240" /><Relationship Type="http://schemas.openxmlformats.org/officeDocument/2006/relationships/notesMaster" Target="/ppt/notesMasters/notesMaster1.xml" Id="R07e9d78f89ff414a" /></Relationships>
</file>

<file path=ppt/notesSlides/_rels/notesSlide566.xml.rels>&#65279;<?xml version="1.0" encoding="utf-8"?><Relationships xmlns="http://schemas.openxmlformats.org/package/2006/relationships"><Relationship Type="http://schemas.openxmlformats.org/officeDocument/2006/relationships/slide" Target="/ppt/slides/slide566.xml" Id="Rb33e52ec24c54a56" /><Relationship Type="http://schemas.openxmlformats.org/officeDocument/2006/relationships/notesMaster" Target="/ppt/notesMasters/notesMaster1.xml" Id="R672d8b8bccd2468d" /></Relationships>
</file>

<file path=ppt/notesSlides/_rels/notesSlide567.xml.rels>&#65279;<?xml version="1.0" encoding="utf-8"?><Relationships xmlns="http://schemas.openxmlformats.org/package/2006/relationships"><Relationship Type="http://schemas.openxmlformats.org/officeDocument/2006/relationships/slide" Target="/ppt/slides/slide567.xml" Id="Rf39e90d0469c49ef" /><Relationship Type="http://schemas.openxmlformats.org/officeDocument/2006/relationships/notesMaster" Target="/ppt/notesMasters/notesMaster1.xml" Id="R76288c725e364860" /></Relationships>
</file>

<file path=ppt/notesSlides/_rels/notesSlide568.xml.rels>&#65279;<?xml version="1.0" encoding="utf-8"?><Relationships xmlns="http://schemas.openxmlformats.org/package/2006/relationships"><Relationship Type="http://schemas.openxmlformats.org/officeDocument/2006/relationships/slide" Target="/ppt/slides/slide568.xml" Id="Rf411dfd8836e4926" /><Relationship Type="http://schemas.openxmlformats.org/officeDocument/2006/relationships/notesMaster" Target="/ppt/notesMasters/notesMaster1.xml" Id="R24ceeff69a104f99" /></Relationships>
</file>

<file path=ppt/notesSlides/_rels/notesSlide569.xml.rels>&#65279;<?xml version="1.0" encoding="utf-8"?><Relationships xmlns="http://schemas.openxmlformats.org/package/2006/relationships"><Relationship Type="http://schemas.openxmlformats.org/officeDocument/2006/relationships/slide" Target="/ppt/slides/slide569.xml" Id="R6d905db72a3a47ef" /><Relationship Type="http://schemas.openxmlformats.org/officeDocument/2006/relationships/notesMaster" Target="/ppt/notesMasters/notesMaster1.xml" Id="R04a2f40cb2814297" /></Relationships>
</file>

<file path=ppt/notesSlides/_rels/notesSlide570.xml.rels>&#65279;<?xml version="1.0" encoding="utf-8"?><Relationships xmlns="http://schemas.openxmlformats.org/package/2006/relationships"><Relationship Type="http://schemas.openxmlformats.org/officeDocument/2006/relationships/slide" Target="/ppt/slides/slide570.xml" Id="R7fd5ee5df85843f7" /><Relationship Type="http://schemas.openxmlformats.org/officeDocument/2006/relationships/notesMaster" Target="/ppt/notesMasters/notesMaster1.xml" Id="R8d7889938f9346ce" /></Relationships>
</file>

<file path=ppt/notesSlides/_rels/notesSlide571.xml.rels>&#65279;<?xml version="1.0" encoding="utf-8"?><Relationships xmlns="http://schemas.openxmlformats.org/package/2006/relationships"><Relationship Type="http://schemas.openxmlformats.org/officeDocument/2006/relationships/slide" Target="/ppt/slides/slide571.xml" Id="Rca34a55524c04a71" /><Relationship Type="http://schemas.openxmlformats.org/officeDocument/2006/relationships/notesMaster" Target="/ppt/notesMasters/notesMaster1.xml" Id="Ra5ce059a2d6349aa" /></Relationships>
</file>

<file path=ppt/notesSlides/_rels/notesSlide572.xml.rels>&#65279;<?xml version="1.0" encoding="utf-8"?><Relationships xmlns="http://schemas.openxmlformats.org/package/2006/relationships"><Relationship Type="http://schemas.openxmlformats.org/officeDocument/2006/relationships/slide" Target="/ppt/slides/slide572.xml" Id="Rc4838e07f5404988" /><Relationship Type="http://schemas.openxmlformats.org/officeDocument/2006/relationships/notesMaster" Target="/ppt/notesMasters/notesMaster1.xml" Id="R5093cee0a9284db4" /></Relationships>
</file>

<file path=ppt/notesSlides/_rels/notesSlide573.xml.rels>&#65279;<?xml version="1.0" encoding="utf-8"?><Relationships xmlns="http://schemas.openxmlformats.org/package/2006/relationships"><Relationship Type="http://schemas.openxmlformats.org/officeDocument/2006/relationships/slide" Target="/ppt/slides/slide573.xml" Id="R3c6220fe988d4f23" /><Relationship Type="http://schemas.openxmlformats.org/officeDocument/2006/relationships/notesMaster" Target="/ppt/notesMasters/notesMaster1.xml" Id="R97b4c0eabe5649cd" /></Relationships>
</file>

<file path=ppt/notesSlides/_rels/notesSlide574.xml.rels>&#65279;<?xml version="1.0" encoding="utf-8"?><Relationships xmlns="http://schemas.openxmlformats.org/package/2006/relationships"><Relationship Type="http://schemas.openxmlformats.org/officeDocument/2006/relationships/slide" Target="/ppt/slides/slide574.xml" Id="R9e69bb9c10484ef9" /><Relationship Type="http://schemas.openxmlformats.org/officeDocument/2006/relationships/notesMaster" Target="/ppt/notesMasters/notesMaster1.xml" Id="Rf33b10fd6fcc403a" /></Relationships>
</file>

<file path=ppt/notesSlides/_rels/notesSlide575.xml.rels>&#65279;<?xml version="1.0" encoding="utf-8"?><Relationships xmlns="http://schemas.openxmlformats.org/package/2006/relationships"><Relationship Type="http://schemas.openxmlformats.org/officeDocument/2006/relationships/slide" Target="/ppt/slides/slide575.xml" Id="R1d6a9513bb534c6d" /><Relationship Type="http://schemas.openxmlformats.org/officeDocument/2006/relationships/notesMaster" Target="/ppt/notesMasters/notesMaster1.xml" Id="R816c4bd700234005" /></Relationships>
</file>

<file path=ppt/notesSlides/_rels/notesSlide576.xml.rels>&#65279;<?xml version="1.0" encoding="utf-8"?><Relationships xmlns="http://schemas.openxmlformats.org/package/2006/relationships"><Relationship Type="http://schemas.openxmlformats.org/officeDocument/2006/relationships/slide" Target="/ppt/slides/slide576.xml" Id="R632a607a125648aa" /><Relationship Type="http://schemas.openxmlformats.org/officeDocument/2006/relationships/notesMaster" Target="/ppt/notesMasters/notesMaster1.xml" Id="R364357d956834694" /></Relationships>
</file>

<file path=ppt/notesSlides/_rels/notesSlide577.xml.rels>&#65279;<?xml version="1.0" encoding="utf-8"?><Relationships xmlns="http://schemas.openxmlformats.org/package/2006/relationships"><Relationship Type="http://schemas.openxmlformats.org/officeDocument/2006/relationships/slide" Target="/ppt/slides/slide577.xml" Id="R44946e76dd5046f2" /><Relationship Type="http://schemas.openxmlformats.org/officeDocument/2006/relationships/notesMaster" Target="/ppt/notesMasters/notesMaster1.xml" Id="R071acd2785a14e9c" /></Relationships>
</file>

<file path=ppt/notesSlides/_rels/notesSlide578.xml.rels>&#65279;<?xml version="1.0" encoding="utf-8"?><Relationships xmlns="http://schemas.openxmlformats.org/package/2006/relationships"><Relationship Type="http://schemas.openxmlformats.org/officeDocument/2006/relationships/slide" Target="/ppt/slides/slide578.xml" Id="Rd0cfe54053c54923" /><Relationship Type="http://schemas.openxmlformats.org/officeDocument/2006/relationships/notesMaster" Target="/ppt/notesMasters/notesMaster1.xml" Id="R10164e560d4a4943" /></Relationships>
</file>

<file path=ppt/notesSlides/_rels/notesSlide579.xml.rels>&#65279;<?xml version="1.0" encoding="utf-8"?><Relationships xmlns="http://schemas.openxmlformats.org/package/2006/relationships"><Relationship Type="http://schemas.openxmlformats.org/officeDocument/2006/relationships/slide" Target="/ppt/slides/slide579.xml" Id="R78693aa653574b2d" /><Relationship Type="http://schemas.openxmlformats.org/officeDocument/2006/relationships/notesMaster" Target="/ppt/notesMasters/notesMaster1.xml" Id="R5138aa959d404e64" /></Relationships>
</file>

<file path=ppt/notesSlides/_rels/notesSlide580.xml.rels>&#65279;<?xml version="1.0" encoding="utf-8"?><Relationships xmlns="http://schemas.openxmlformats.org/package/2006/relationships"><Relationship Type="http://schemas.openxmlformats.org/officeDocument/2006/relationships/slide" Target="/ppt/slides/slide580.xml" Id="R44be132eeda14f69" /><Relationship Type="http://schemas.openxmlformats.org/officeDocument/2006/relationships/notesMaster" Target="/ppt/notesMasters/notesMaster1.xml" Id="R92e22c0ad5894c41" /></Relationships>
</file>

<file path=ppt/notesSlides/_rels/notesSlide581.xml.rels>&#65279;<?xml version="1.0" encoding="utf-8"?><Relationships xmlns="http://schemas.openxmlformats.org/package/2006/relationships"><Relationship Type="http://schemas.openxmlformats.org/officeDocument/2006/relationships/slide" Target="/ppt/slides/slide581.xml" Id="Rb7f1e1b1353d4a9d" /><Relationship Type="http://schemas.openxmlformats.org/officeDocument/2006/relationships/notesMaster" Target="/ppt/notesMasters/notesMaster1.xml" Id="R9ad462aeadf44deb" /></Relationships>
</file>

<file path=ppt/notesSlides/_rels/notesSlide582.xml.rels>&#65279;<?xml version="1.0" encoding="utf-8"?><Relationships xmlns="http://schemas.openxmlformats.org/package/2006/relationships"><Relationship Type="http://schemas.openxmlformats.org/officeDocument/2006/relationships/slide" Target="/ppt/slides/slide582.xml" Id="R53ec91aa750e4b27" /><Relationship Type="http://schemas.openxmlformats.org/officeDocument/2006/relationships/notesMaster" Target="/ppt/notesMasters/notesMaster1.xml" Id="Rcf6bebe2e37e4997" /></Relationships>
</file>

<file path=ppt/notesSlides/_rels/notesSlide583.xml.rels>&#65279;<?xml version="1.0" encoding="utf-8"?><Relationships xmlns="http://schemas.openxmlformats.org/package/2006/relationships"><Relationship Type="http://schemas.openxmlformats.org/officeDocument/2006/relationships/slide" Target="/ppt/slides/slide583.xml" Id="R54e4c50852fc46d7" /><Relationship Type="http://schemas.openxmlformats.org/officeDocument/2006/relationships/notesMaster" Target="/ppt/notesMasters/notesMaster1.xml" Id="Rcff7342c16cf4c3c" /></Relationships>
</file>

<file path=ppt/notesSlides/_rels/notesSlide584.xml.rels>&#65279;<?xml version="1.0" encoding="utf-8"?><Relationships xmlns="http://schemas.openxmlformats.org/package/2006/relationships"><Relationship Type="http://schemas.openxmlformats.org/officeDocument/2006/relationships/slide" Target="/ppt/slides/slide584.xml" Id="R9f836e457b1243ff" /><Relationship Type="http://schemas.openxmlformats.org/officeDocument/2006/relationships/notesMaster" Target="/ppt/notesMasters/notesMaster1.xml" Id="R06fd5dc657d14410" /></Relationships>
</file>

<file path=ppt/notesSlides/_rels/notesSlide585.xml.rels>&#65279;<?xml version="1.0" encoding="utf-8"?><Relationships xmlns="http://schemas.openxmlformats.org/package/2006/relationships"><Relationship Type="http://schemas.openxmlformats.org/officeDocument/2006/relationships/slide" Target="/ppt/slides/slide585.xml" Id="R0dca24e2b84f4b4f" /><Relationship Type="http://schemas.openxmlformats.org/officeDocument/2006/relationships/notesMaster" Target="/ppt/notesMasters/notesMaster1.xml" Id="R5db905906f46481f" /></Relationships>
</file>

<file path=ppt/notesSlides/_rels/notesSlide586.xml.rels>&#65279;<?xml version="1.0" encoding="utf-8"?><Relationships xmlns="http://schemas.openxmlformats.org/package/2006/relationships"><Relationship Type="http://schemas.openxmlformats.org/officeDocument/2006/relationships/slide" Target="/ppt/slides/slide586.xml" Id="Rda7b940dddb340ef" /><Relationship Type="http://schemas.openxmlformats.org/officeDocument/2006/relationships/notesMaster" Target="/ppt/notesMasters/notesMaster1.xml" Id="R7965b037c0cc408c" /></Relationships>
</file>

<file path=ppt/notesSlides/_rels/notesSlide587.xml.rels>&#65279;<?xml version="1.0" encoding="utf-8"?><Relationships xmlns="http://schemas.openxmlformats.org/package/2006/relationships"><Relationship Type="http://schemas.openxmlformats.org/officeDocument/2006/relationships/slide" Target="/ppt/slides/slide587.xml" Id="Ref7674e950984569" /><Relationship Type="http://schemas.openxmlformats.org/officeDocument/2006/relationships/notesMaster" Target="/ppt/notesMasters/notesMaster1.xml" Id="R971fc25d62124fd1" /></Relationships>
</file>

<file path=ppt/notesSlides/_rels/notesSlide588.xml.rels>&#65279;<?xml version="1.0" encoding="utf-8"?><Relationships xmlns="http://schemas.openxmlformats.org/package/2006/relationships"><Relationship Type="http://schemas.openxmlformats.org/officeDocument/2006/relationships/slide" Target="/ppt/slides/slide588.xml" Id="R977c6196fa214f39" /><Relationship Type="http://schemas.openxmlformats.org/officeDocument/2006/relationships/notesMaster" Target="/ppt/notesMasters/notesMaster1.xml" Id="R3391dd3211004d0a" /></Relationships>
</file>

<file path=ppt/notesSlides/_rels/notesSlide589.xml.rels>&#65279;<?xml version="1.0" encoding="utf-8"?><Relationships xmlns="http://schemas.openxmlformats.org/package/2006/relationships"><Relationship Type="http://schemas.openxmlformats.org/officeDocument/2006/relationships/slide" Target="/ppt/slides/slide589.xml" Id="R2981c2b9b09f436a" /><Relationship Type="http://schemas.openxmlformats.org/officeDocument/2006/relationships/notesMaster" Target="/ppt/notesMasters/notesMaster1.xml" Id="Ra111cf2d18234364" /></Relationships>
</file>

<file path=ppt/notesSlides/_rels/notesSlide590.xml.rels>&#65279;<?xml version="1.0" encoding="utf-8"?><Relationships xmlns="http://schemas.openxmlformats.org/package/2006/relationships"><Relationship Type="http://schemas.openxmlformats.org/officeDocument/2006/relationships/slide" Target="/ppt/slides/slide590.xml" Id="Rbe5afe5ad10f479c" /><Relationship Type="http://schemas.openxmlformats.org/officeDocument/2006/relationships/notesMaster" Target="/ppt/notesMasters/notesMaster1.xml" Id="R8767396dc31b4b57" /></Relationships>
</file>

<file path=ppt/notesSlides/_rels/notesSlide591.xml.rels>&#65279;<?xml version="1.0" encoding="utf-8"?><Relationships xmlns="http://schemas.openxmlformats.org/package/2006/relationships"><Relationship Type="http://schemas.openxmlformats.org/officeDocument/2006/relationships/slide" Target="/ppt/slides/slide591.xml" Id="Rddb20d3562fb424d" /><Relationship Type="http://schemas.openxmlformats.org/officeDocument/2006/relationships/notesMaster" Target="/ppt/notesMasters/notesMaster1.xml" Id="R0d288594509946f0" /></Relationships>
</file>

<file path=ppt/notesSlides/_rels/notesSlide592.xml.rels>&#65279;<?xml version="1.0" encoding="utf-8"?><Relationships xmlns="http://schemas.openxmlformats.org/package/2006/relationships"><Relationship Type="http://schemas.openxmlformats.org/officeDocument/2006/relationships/slide" Target="/ppt/slides/slide592.xml" Id="Rf82bfd01fb1a4f74" /><Relationship Type="http://schemas.openxmlformats.org/officeDocument/2006/relationships/notesMaster" Target="/ppt/notesMasters/notesMaster1.xml" Id="Rdb8108473d1046d8" /></Relationships>
</file>

<file path=ppt/notesSlides/_rels/notesSlide593.xml.rels>&#65279;<?xml version="1.0" encoding="utf-8"?><Relationships xmlns="http://schemas.openxmlformats.org/package/2006/relationships"><Relationship Type="http://schemas.openxmlformats.org/officeDocument/2006/relationships/slide" Target="/ppt/slides/slide593.xml" Id="R00e93d6db05d4a87" /><Relationship Type="http://schemas.openxmlformats.org/officeDocument/2006/relationships/notesMaster" Target="/ppt/notesMasters/notesMaster1.xml" Id="Re3f39bec290947b7" /></Relationships>
</file>

<file path=ppt/notesSlides/_rels/notesSlide594.xml.rels>&#65279;<?xml version="1.0" encoding="utf-8"?><Relationships xmlns="http://schemas.openxmlformats.org/package/2006/relationships"><Relationship Type="http://schemas.openxmlformats.org/officeDocument/2006/relationships/slide" Target="/ppt/slides/slide594.xml" Id="Rdcb35907b3a64f2f" /><Relationship Type="http://schemas.openxmlformats.org/officeDocument/2006/relationships/notesMaster" Target="/ppt/notesMasters/notesMaster1.xml" Id="R5913a7172c804e44" /></Relationships>
</file>

<file path=ppt/notesSlides/_rels/notesSlide595.xml.rels>&#65279;<?xml version="1.0" encoding="utf-8"?><Relationships xmlns="http://schemas.openxmlformats.org/package/2006/relationships"><Relationship Type="http://schemas.openxmlformats.org/officeDocument/2006/relationships/slide" Target="/ppt/slides/slide595.xml" Id="R1a51fa7f33c34171" /><Relationship Type="http://schemas.openxmlformats.org/officeDocument/2006/relationships/notesMaster" Target="/ppt/notesMasters/notesMaster1.xml" Id="R752f8de6cbf2400a" /></Relationships>
</file>

<file path=ppt/notesSlides/_rels/notesSlide596.xml.rels>&#65279;<?xml version="1.0" encoding="utf-8"?><Relationships xmlns="http://schemas.openxmlformats.org/package/2006/relationships"><Relationship Type="http://schemas.openxmlformats.org/officeDocument/2006/relationships/slide" Target="/ppt/slides/slide596.xml" Id="R088205b9674a41e3" /><Relationship Type="http://schemas.openxmlformats.org/officeDocument/2006/relationships/notesMaster" Target="/ppt/notesMasters/notesMaster1.xml" Id="R3527b6ae576c4247" /></Relationships>
</file>

<file path=ppt/notesSlides/_rels/notesSlide597.xml.rels>&#65279;<?xml version="1.0" encoding="utf-8"?><Relationships xmlns="http://schemas.openxmlformats.org/package/2006/relationships"><Relationship Type="http://schemas.openxmlformats.org/officeDocument/2006/relationships/slide" Target="/ppt/slides/slide597.xml" Id="R1ee4c6ed2c6242a2" /><Relationship Type="http://schemas.openxmlformats.org/officeDocument/2006/relationships/notesMaster" Target="/ppt/notesMasters/notesMaster1.xml" Id="Rfc81ad44b34a4d76" /></Relationships>
</file>

<file path=ppt/notesSlides/_rels/notesSlide598.xml.rels>&#65279;<?xml version="1.0" encoding="utf-8"?><Relationships xmlns="http://schemas.openxmlformats.org/package/2006/relationships"><Relationship Type="http://schemas.openxmlformats.org/officeDocument/2006/relationships/slide" Target="/ppt/slides/slide598.xml" Id="R22cdd87923ab489f" /><Relationship Type="http://schemas.openxmlformats.org/officeDocument/2006/relationships/notesMaster" Target="/ppt/notesMasters/notesMaster1.xml" Id="R0cd87a843cab46f3" /></Relationships>
</file>

<file path=ppt/notesSlides/_rels/notesSlide599.xml.rels>&#65279;<?xml version="1.0" encoding="utf-8"?><Relationships xmlns="http://schemas.openxmlformats.org/package/2006/relationships"><Relationship Type="http://schemas.openxmlformats.org/officeDocument/2006/relationships/slide" Target="/ppt/slides/slide599.xml" Id="R506fce94f7fb4ab7" /><Relationship Type="http://schemas.openxmlformats.org/officeDocument/2006/relationships/notesMaster" Target="/ppt/notesMasters/notesMaster1.xml" Id="R3016b37597a7432d" /></Relationships>
</file>

<file path=ppt/notesSlides/_rels/notesSlide600.xml.rels>&#65279;<?xml version="1.0" encoding="utf-8"?><Relationships xmlns="http://schemas.openxmlformats.org/package/2006/relationships"><Relationship Type="http://schemas.openxmlformats.org/officeDocument/2006/relationships/slide" Target="/ppt/slides/slide600.xml" Id="Rd075ec8ad60b4bba" /><Relationship Type="http://schemas.openxmlformats.org/officeDocument/2006/relationships/notesMaster" Target="/ppt/notesMasters/notesMaster1.xml" Id="Rc42ef3e89625441c" /></Relationships>
</file>

<file path=ppt/notesSlides/_rels/notesSlide601.xml.rels>&#65279;<?xml version="1.0" encoding="utf-8"?><Relationships xmlns="http://schemas.openxmlformats.org/package/2006/relationships"><Relationship Type="http://schemas.openxmlformats.org/officeDocument/2006/relationships/slide" Target="/ppt/slides/slide601.xml" Id="R0624de27aa85489a" /><Relationship Type="http://schemas.openxmlformats.org/officeDocument/2006/relationships/notesMaster" Target="/ppt/notesMasters/notesMaster1.xml" Id="Raec3445352554701" /></Relationships>
</file>

<file path=ppt/notesSlides/_rels/notesSlide602.xml.rels>&#65279;<?xml version="1.0" encoding="utf-8"?><Relationships xmlns="http://schemas.openxmlformats.org/package/2006/relationships"><Relationship Type="http://schemas.openxmlformats.org/officeDocument/2006/relationships/slide" Target="/ppt/slides/slide602.xml" Id="Ra1b24dd3eac8421f" /><Relationship Type="http://schemas.openxmlformats.org/officeDocument/2006/relationships/notesMaster" Target="/ppt/notesMasters/notesMaster1.xml" Id="Rb8b774b64d6940ac" /></Relationships>
</file>

<file path=ppt/notesSlides/_rels/notesSlide603.xml.rels>&#65279;<?xml version="1.0" encoding="utf-8"?><Relationships xmlns="http://schemas.openxmlformats.org/package/2006/relationships"><Relationship Type="http://schemas.openxmlformats.org/officeDocument/2006/relationships/slide" Target="/ppt/slides/slide603.xml" Id="Rb16e2c3c86ca47b7" /><Relationship Type="http://schemas.openxmlformats.org/officeDocument/2006/relationships/notesMaster" Target="/ppt/notesMasters/notesMaster1.xml" Id="R2cc76487dfa1411b" /></Relationships>
</file>

<file path=ppt/notesSlides/_rels/notesSlide604.xml.rels>&#65279;<?xml version="1.0" encoding="utf-8"?><Relationships xmlns="http://schemas.openxmlformats.org/package/2006/relationships"><Relationship Type="http://schemas.openxmlformats.org/officeDocument/2006/relationships/slide" Target="/ppt/slides/slide604.xml" Id="R34bd71999c8f4376" /><Relationship Type="http://schemas.openxmlformats.org/officeDocument/2006/relationships/notesMaster" Target="/ppt/notesMasters/notesMaster1.xml" Id="R7e8a88ee19ca4b66" /></Relationships>
</file>

<file path=ppt/notesSlides/_rels/notesSlide605.xml.rels>&#65279;<?xml version="1.0" encoding="utf-8"?><Relationships xmlns="http://schemas.openxmlformats.org/package/2006/relationships"><Relationship Type="http://schemas.openxmlformats.org/officeDocument/2006/relationships/slide" Target="/ppt/slides/slide605.xml" Id="R18502794cdb54782" /><Relationship Type="http://schemas.openxmlformats.org/officeDocument/2006/relationships/notesMaster" Target="/ppt/notesMasters/notesMaster1.xml" Id="R983d1e321d79403d" /></Relationships>
</file>

<file path=ppt/notesSlides/_rels/notesSlide606.xml.rels>&#65279;<?xml version="1.0" encoding="utf-8"?><Relationships xmlns="http://schemas.openxmlformats.org/package/2006/relationships"><Relationship Type="http://schemas.openxmlformats.org/officeDocument/2006/relationships/slide" Target="/ppt/slides/slide606.xml" Id="R03072f5564f746ee" /><Relationship Type="http://schemas.openxmlformats.org/officeDocument/2006/relationships/notesMaster" Target="/ppt/notesMasters/notesMaster1.xml" Id="R43a6d418fe4b475b" /></Relationships>
</file>

<file path=ppt/notesSlides/_rels/notesSlide607.xml.rels>&#65279;<?xml version="1.0" encoding="utf-8"?><Relationships xmlns="http://schemas.openxmlformats.org/package/2006/relationships"><Relationship Type="http://schemas.openxmlformats.org/officeDocument/2006/relationships/slide" Target="/ppt/slides/slide607.xml" Id="R70fe5243c63e4868" /><Relationship Type="http://schemas.openxmlformats.org/officeDocument/2006/relationships/notesMaster" Target="/ppt/notesMasters/notesMaster1.xml" Id="R7378ebe778f541d8" /></Relationships>
</file>

<file path=ppt/notesSlides/_rels/notesSlide608.xml.rels>&#65279;<?xml version="1.0" encoding="utf-8"?><Relationships xmlns="http://schemas.openxmlformats.org/package/2006/relationships"><Relationship Type="http://schemas.openxmlformats.org/officeDocument/2006/relationships/slide" Target="/ppt/slides/slide608.xml" Id="Re2a2c2f9b0eb45f9" /><Relationship Type="http://schemas.openxmlformats.org/officeDocument/2006/relationships/notesMaster" Target="/ppt/notesMasters/notesMaster1.xml" Id="Refbbe13a2cf344f2" /></Relationships>
</file>

<file path=ppt/notesSlides/_rels/notesSlide609.xml.rels>&#65279;<?xml version="1.0" encoding="utf-8"?><Relationships xmlns="http://schemas.openxmlformats.org/package/2006/relationships"><Relationship Type="http://schemas.openxmlformats.org/officeDocument/2006/relationships/slide" Target="/ppt/slides/slide609.xml" Id="Raa2ccc0ea0f3423d" /><Relationship Type="http://schemas.openxmlformats.org/officeDocument/2006/relationships/notesMaster" Target="/ppt/notesMasters/notesMaster1.xml" Id="Rcc9ee0f1547b422f" /></Relationships>
</file>

<file path=ppt/notesSlides/_rels/notesSlide610.xml.rels>&#65279;<?xml version="1.0" encoding="utf-8"?><Relationships xmlns="http://schemas.openxmlformats.org/package/2006/relationships"><Relationship Type="http://schemas.openxmlformats.org/officeDocument/2006/relationships/slide" Target="/ppt/slides/slide610.xml" Id="Ra8a0ee614a7b4d19" /><Relationship Type="http://schemas.openxmlformats.org/officeDocument/2006/relationships/notesMaster" Target="/ppt/notesMasters/notesMaster1.xml" Id="Rb534a8606cbd4621" /></Relationships>
</file>

<file path=ppt/notesSlides/_rels/notesSlide611.xml.rels>&#65279;<?xml version="1.0" encoding="utf-8"?><Relationships xmlns="http://schemas.openxmlformats.org/package/2006/relationships"><Relationship Type="http://schemas.openxmlformats.org/officeDocument/2006/relationships/slide" Target="/ppt/slides/slide611.xml" Id="R1d3de243e2dd4520" /><Relationship Type="http://schemas.openxmlformats.org/officeDocument/2006/relationships/notesMaster" Target="/ppt/notesMasters/notesMaster1.xml" Id="Rc67c656a724d4cde" /></Relationships>
</file>

<file path=ppt/notesSlides/_rels/notesSlide612.xml.rels>&#65279;<?xml version="1.0" encoding="utf-8"?><Relationships xmlns="http://schemas.openxmlformats.org/package/2006/relationships"><Relationship Type="http://schemas.openxmlformats.org/officeDocument/2006/relationships/slide" Target="/ppt/slides/slide612.xml" Id="R67e2e6b9f7964ef2" /><Relationship Type="http://schemas.openxmlformats.org/officeDocument/2006/relationships/notesMaster" Target="/ppt/notesMasters/notesMaster1.xml" Id="Rf63cf9c782f44705" /></Relationships>
</file>

<file path=ppt/notesSlides/_rels/notesSlide613.xml.rels>&#65279;<?xml version="1.0" encoding="utf-8"?><Relationships xmlns="http://schemas.openxmlformats.org/package/2006/relationships"><Relationship Type="http://schemas.openxmlformats.org/officeDocument/2006/relationships/slide" Target="/ppt/slides/slide613.xml" Id="R4002f81154d34524" /><Relationship Type="http://schemas.openxmlformats.org/officeDocument/2006/relationships/notesMaster" Target="/ppt/notesMasters/notesMaster1.xml" Id="R5ad5bf8adf7a4473" /></Relationships>
</file>

<file path=ppt/notesSlides/_rels/notesSlide614.xml.rels>&#65279;<?xml version="1.0" encoding="utf-8"?><Relationships xmlns="http://schemas.openxmlformats.org/package/2006/relationships"><Relationship Type="http://schemas.openxmlformats.org/officeDocument/2006/relationships/slide" Target="/ppt/slides/slide614.xml" Id="R63ef2c95f66c41d6" /><Relationship Type="http://schemas.openxmlformats.org/officeDocument/2006/relationships/notesMaster" Target="/ppt/notesMasters/notesMaster1.xml" Id="R0904a4e128454971" /></Relationships>
</file>

<file path=ppt/notesSlides/_rels/notesSlide615.xml.rels>&#65279;<?xml version="1.0" encoding="utf-8"?><Relationships xmlns="http://schemas.openxmlformats.org/package/2006/relationships"><Relationship Type="http://schemas.openxmlformats.org/officeDocument/2006/relationships/slide" Target="/ppt/slides/slide615.xml" Id="R13af706081a440c9" /><Relationship Type="http://schemas.openxmlformats.org/officeDocument/2006/relationships/notesMaster" Target="/ppt/notesMasters/notesMaster1.xml" Id="R108e34c2e3a646aa" /></Relationships>
</file>

<file path=ppt/notesSlides/_rels/notesSlide616.xml.rels>&#65279;<?xml version="1.0" encoding="utf-8"?><Relationships xmlns="http://schemas.openxmlformats.org/package/2006/relationships"><Relationship Type="http://schemas.openxmlformats.org/officeDocument/2006/relationships/slide" Target="/ppt/slides/slide616.xml" Id="R366ecee24c564f61" /><Relationship Type="http://schemas.openxmlformats.org/officeDocument/2006/relationships/notesMaster" Target="/ppt/notesMasters/notesMaster1.xml" Id="R443a24acc593468c" /></Relationships>
</file>

<file path=ppt/notesSlides/_rels/notesSlide617.xml.rels>&#65279;<?xml version="1.0" encoding="utf-8"?><Relationships xmlns="http://schemas.openxmlformats.org/package/2006/relationships"><Relationship Type="http://schemas.openxmlformats.org/officeDocument/2006/relationships/slide" Target="/ppt/slides/slide617.xml" Id="Rd458162da334416f" /><Relationship Type="http://schemas.openxmlformats.org/officeDocument/2006/relationships/notesMaster" Target="/ppt/notesMasters/notesMaster1.xml" Id="R54f01edb15b24c8e" /></Relationships>
</file>

<file path=ppt/notesSlides/_rels/notesSlide618.xml.rels>&#65279;<?xml version="1.0" encoding="utf-8"?><Relationships xmlns="http://schemas.openxmlformats.org/package/2006/relationships"><Relationship Type="http://schemas.openxmlformats.org/officeDocument/2006/relationships/slide" Target="/ppt/slides/slide618.xml" Id="Rcc57112bd33c4272" /><Relationship Type="http://schemas.openxmlformats.org/officeDocument/2006/relationships/notesMaster" Target="/ppt/notesMasters/notesMaster1.xml" Id="Rc976c68c75024820" /></Relationships>
</file>

<file path=ppt/notesSlides/_rels/notesSlide619.xml.rels>&#65279;<?xml version="1.0" encoding="utf-8"?><Relationships xmlns="http://schemas.openxmlformats.org/package/2006/relationships"><Relationship Type="http://schemas.openxmlformats.org/officeDocument/2006/relationships/slide" Target="/ppt/slides/slide619.xml" Id="R3fdee0073d1b4c69" /><Relationship Type="http://schemas.openxmlformats.org/officeDocument/2006/relationships/notesMaster" Target="/ppt/notesMasters/notesMaster1.xml" Id="Rcca4c839117346db" /></Relationships>
</file>

<file path=ppt/notesSlides/_rels/notesSlide621.xml.rels>&#65279;<?xml version="1.0" encoding="utf-8"?><Relationships xmlns="http://schemas.openxmlformats.org/package/2006/relationships"><Relationship Type="http://schemas.openxmlformats.org/officeDocument/2006/relationships/slide" Target="/ppt/slides/slide621.xml" Id="R8f508b6f8cae47d7" /><Relationship Type="http://schemas.openxmlformats.org/officeDocument/2006/relationships/notesMaster" Target="/ppt/notesMasters/notesMaster1.xml" Id="R0e2634d23ec046ac" /></Relationships>
</file>

<file path=ppt/notesSlides/_rels/notesSlide622.xml.rels>&#65279;<?xml version="1.0" encoding="utf-8"?><Relationships xmlns="http://schemas.openxmlformats.org/package/2006/relationships"><Relationship Type="http://schemas.openxmlformats.org/officeDocument/2006/relationships/slide" Target="/ppt/slides/slide622.xml" Id="R8957d4217ea44c18" /><Relationship Type="http://schemas.openxmlformats.org/officeDocument/2006/relationships/notesMaster" Target="/ppt/notesMasters/notesMaster1.xml" Id="R550546bb3a564bb4" /></Relationships>
</file>

<file path=ppt/notesSlides/_rels/notesSlide623.xml.rels>&#65279;<?xml version="1.0" encoding="utf-8"?><Relationships xmlns="http://schemas.openxmlformats.org/package/2006/relationships"><Relationship Type="http://schemas.openxmlformats.org/officeDocument/2006/relationships/slide" Target="/ppt/slides/slide623.xml" Id="Rafac345d35b448ff" /><Relationship Type="http://schemas.openxmlformats.org/officeDocument/2006/relationships/notesMaster" Target="/ppt/notesMasters/notesMaster1.xml" Id="R614c0f82f75841a3" /></Relationships>
</file>

<file path=ppt/notesSlides/_rels/notesSlide624.xml.rels>&#65279;<?xml version="1.0" encoding="utf-8"?><Relationships xmlns="http://schemas.openxmlformats.org/package/2006/relationships"><Relationship Type="http://schemas.openxmlformats.org/officeDocument/2006/relationships/slide" Target="/ppt/slides/slide624.xml" Id="Re4d31b5ccf1c44bb" /><Relationship Type="http://schemas.openxmlformats.org/officeDocument/2006/relationships/notesMaster" Target="/ppt/notesMasters/notesMaster1.xml" Id="R2d2b1afbc8594336" /></Relationships>
</file>

<file path=ppt/notesSlides/_rels/notesSlide625.xml.rels>&#65279;<?xml version="1.0" encoding="utf-8"?><Relationships xmlns="http://schemas.openxmlformats.org/package/2006/relationships"><Relationship Type="http://schemas.openxmlformats.org/officeDocument/2006/relationships/slide" Target="/ppt/slides/slide625.xml" Id="R4e54981006584863" /><Relationship Type="http://schemas.openxmlformats.org/officeDocument/2006/relationships/notesMaster" Target="/ppt/notesMasters/notesMaster1.xml" Id="Re2fb8155c3854bea" /></Relationships>
</file>

<file path=ppt/notesSlides/_rels/notesSlide626.xml.rels>&#65279;<?xml version="1.0" encoding="utf-8"?><Relationships xmlns="http://schemas.openxmlformats.org/package/2006/relationships"><Relationship Type="http://schemas.openxmlformats.org/officeDocument/2006/relationships/slide" Target="/ppt/slides/slide626.xml" Id="R7f6449fb1a1345f7" /><Relationship Type="http://schemas.openxmlformats.org/officeDocument/2006/relationships/notesMaster" Target="/ppt/notesMasters/notesMaster1.xml" Id="R0ff995f38a7a4eac" /></Relationships>
</file>

<file path=ppt/notesSlides/_rels/notesSlide627.xml.rels>&#65279;<?xml version="1.0" encoding="utf-8"?><Relationships xmlns="http://schemas.openxmlformats.org/package/2006/relationships"><Relationship Type="http://schemas.openxmlformats.org/officeDocument/2006/relationships/slide" Target="/ppt/slides/slide627.xml" Id="Rcbb7acbc1e304dd2" /><Relationship Type="http://schemas.openxmlformats.org/officeDocument/2006/relationships/notesMaster" Target="/ppt/notesMasters/notesMaster1.xml" Id="Rc08c45eabfcf4c61" /></Relationships>
</file>

<file path=ppt/notesSlides/_rels/notesSlide628.xml.rels>&#65279;<?xml version="1.0" encoding="utf-8"?><Relationships xmlns="http://schemas.openxmlformats.org/package/2006/relationships"><Relationship Type="http://schemas.openxmlformats.org/officeDocument/2006/relationships/slide" Target="/ppt/slides/slide628.xml" Id="Rac00e322307a48e3" /><Relationship Type="http://schemas.openxmlformats.org/officeDocument/2006/relationships/notesMaster" Target="/ppt/notesMasters/notesMaster1.xml" Id="Rc7b54510d4a54d2e" /></Relationships>
</file>

<file path=ppt/notesSlides/_rels/notesSlide629.xml.rels>&#65279;<?xml version="1.0" encoding="utf-8"?><Relationships xmlns="http://schemas.openxmlformats.org/package/2006/relationships"><Relationship Type="http://schemas.openxmlformats.org/officeDocument/2006/relationships/slide" Target="/ppt/slides/slide629.xml" Id="R74b0122af40843c4" /><Relationship Type="http://schemas.openxmlformats.org/officeDocument/2006/relationships/notesMaster" Target="/ppt/notesMasters/notesMaster1.xml" Id="R1de36215fded4d85" /></Relationships>
</file>

<file path=ppt/notesSlides/_rels/notesSlide630.xml.rels>&#65279;<?xml version="1.0" encoding="utf-8"?><Relationships xmlns="http://schemas.openxmlformats.org/package/2006/relationships"><Relationship Type="http://schemas.openxmlformats.org/officeDocument/2006/relationships/slide" Target="/ppt/slides/slide630.xml" Id="R28c476032cfc4f15" /><Relationship Type="http://schemas.openxmlformats.org/officeDocument/2006/relationships/notesMaster" Target="/ppt/notesMasters/notesMaster1.xml" Id="R36a18bf4d2e741cf" /></Relationships>
</file>

<file path=ppt/notesSlides/_rels/notesSlide631.xml.rels>&#65279;<?xml version="1.0" encoding="utf-8"?><Relationships xmlns="http://schemas.openxmlformats.org/package/2006/relationships"><Relationship Type="http://schemas.openxmlformats.org/officeDocument/2006/relationships/slide" Target="/ppt/slides/slide631.xml" Id="R865afafb68684f01" /><Relationship Type="http://schemas.openxmlformats.org/officeDocument/2006/relationships/notesMaster" Target="/ppt/notesMasters/notesMaster1.xml" Id="Rf5aed52f34414333" /></Relationships>
</file>

<file path=ppt/notesSlides/_rels/notesSlide632.xml.rels>&#65279;<?xml version="1.0" encoding="utf-8"?><Relationships xmlns="http://schemas.openxmlformats.org/package/2006/relationships"><Relationship Type="http://schemas.openxmlformats.org/officeDocument/2006/relationships/slide" Target="/ppt/slides/slide632.xml" Id="Re8082ef5fc2142c5" /><Relationship Type="http://schemas.openxmlformats.org/officeDocument/2006/relationships/notesMaster" Target="/ppt/notesMasters/notesMaster1.xml" Id="R074f493484024ff2" /></Relationships>
</file>

<file path=ppt/notesSlides/_rels/notesSlide633.xml.rels>&#65279;<?xml version="1.0" encoding="utf-8"?><Relationships xmlns="http://schemas.openxmlformats.org/package/2006/relationships"><Relationship Type="http://schemas.openxmlformats.org/officeDocument/2006/relationships/slide" Target="/ppt/slides/slide633.xml" Id="R8fa6823fc3184dc6" /><Relationship Type="http://schemas.openxmlformats.org/officeDocument/2006/relationships/notesMaster" Target="/ppt/notesMasters/notesMaster1.xml" Id="Rc62769b83328474f" /></Relationships>
</file>

<file path=ppt/notesSlides/_rels/notesSlide634.xml.rels>&#65279;<?xml version="1.0" encoding="utf-8"?><Relationships xmlns="http://schemas.openxmlformats.org/package/2006/relationships"><Relationship Type="http://schemas.openxmlformats.org/officeDocument/2006/relationships/slide" Target="/ppt/slides/slide634.xml" Id="R69a0fe6e400542c0" /><Relationship Type="http://schemas.openxmlformats.org/officeDocument/2006/relationships/notesMaster" Target="/ppt/notesMasters/notesMaster1.xml" Id="Rc35ed9dd401a4868" /></Relationships>
</file>

<file path=ppt/notesSlides/_rels/notesSlide635.xml.rels>&#65279;<?xml version="1.0" encoding="utf-8"?><Relationships xmlns="http://schemas.openxmlformats.org/package/2006/relationships"><Relationship Type="http://schemas.openxmlformats.org/officeDocument/2006/relationships/slide" Target="/ppt/slides/slide635.xml" Id="R17372bbaf854482a" /><Relationship Type="http://schemas.openxmlformats.org/officeDocument/2006/relationships/notesMaster" Target="/ppt/notesMasters/notesMaster1.xml" Id="Rb095b5204f2c48ae" /></Relationships>
</file>

<file path=ppt/notesSlides/_rels/notesSlide636.xml.rels>&#65279;<?xml version="1.0" encoding="utf-8"?><Relationships xmlns="http://schemas.openxmlformats.org/package/2006/relationships"><Relationship Type="http://schemas.openxmlformats.org/officeDocument/2006/relationships/slide" Target="/ppt/slides/slide636.xml" Id="R107307970075415f" /><Relationship Type="http://schemas.openxmlformats.org/officeDocument/2006/relationships/notesMaster" Target="/ppt/notesMasters/notesMaster1.xml" Id="R860263d2e45b4411" /></Relationships>
</file>

<file path=ppt/notesSlides/_rels/notesSlide637.xml.rels>&#65279;<?xml version="1.0" encoding="utf-8"?><Relationships xmlns="http://schemas.openxmlformats.org/package/2006/relationships"><Relationship Type="http://schemas.openxmlformats.org/officeDocument/2006/relationships/slide" Target="/ppt/slides/slide637.xml" Id="Rab24a5aa3fcb4c6b" /><Relationship Type="http://schemas.openxmlformats.org/officeDocument/2006/relationships/notesMaster" Target="/ppt/notesMasters/notesMaster1.xml" Id="Ra73919709e754616" /></Relationships>
</file>

<file path=ppt/notesSlides/_rels/notesSlide638.xml.rels>&#65279;<?xml version="1.0" encoding="utf-8"?><Relationships xmlns="http://schemas.openxmlformats.org/package/2006/relationships"><Relationship Type="http://schemas.openxmlformats.org/officeDocument/2006/relationships/slide" Target="/ppt/slides/slide638.xml" Id="R2c533ab3c6fc47be" /><Relationship Type="http://schemas.openxmlformats.org/officeDocument/2006/relationships/notesMaster" Target="/ppt/notesMasters/notesMaster1.xml" Id="Radec17d8b6694af4" /></Relationships>
</file>

<file path=ppt/notesSlides/_rels/notesSlide639.xml.rels>&#65279;<?xml version="1.0" encoding="utf-8"?><Relationships xmlns="http://schemas.openxmlformats.org/package/2006/relationships"><Relationship Type="http://schemas.openxmlformats.org/officeDocument/2006/relationships/slide" Target="/ppt/slides/slide639.xml" Id="Reca1b01cd2e346b9" /><Relationship Type="http://schemas.openxmlformats.org/officeDocument/2006/relationships/notesMaster" Target="/ppt/notesMasters/notesMaster1.xml" Id="Rcafb3bda85b442c2" /></Relationships>
</file>

<file path=ppt/notesSlides/_rels/notesSlide640.xml.rels>&#65279;<?xml version="1.0" encoding="utf-8"?><Relationships xmlns="http://schemas.openxmlformats.org/package/2006/relationships"><Relationship Type="http://schemas.openxmlformats.org/officeDocument/2006/relationships/slide" Target="/ppt/slides/slide640.xml" Id="R814373cfd9e1463f" /><Relationship Type="http://schemas.openxmlformats.org/officeDocument/2006/relationships/notesMaster" Target="/ppt/notesMasters/notesMaster1.xml" Id="R9ea76b4d5eef4fc7" /></Relationships>
</file>

<file path=ppt/notesSlides/_rels/notesSlide641.xml.rels>&#65279;<?xml version="1.0" encoding="utf-8"?><Relationships xmlns="http://schemas.openxmlformats.org/package/2006/relationships"><Relationship Type="http://schemas.openxmlformats.org/officeDocument/2006/relationships/slide" Target="/ppt/slides/slide641.xml" Id="Rd051e651e54a4523" /><Relationship Type="http://schemas.openxmlformats.org/officeDocument/2006/relationships/notesMaster" Target="/ppt/notesMasters/notesMaster1.xml" Id="R6cdb99aa2cce4e2f" /></Relationships>
</file>

<file path=ppt/notesSlides/_rels/notesSlide642.xml.rels>&#65279;<?xml version="1.0" encoding="utf-8"?><Relationships xmlns="http://schemas.openxmlformats.org/package/2006/relationships"><Relationship Type="http://schemas.openxmlformats.org/officeDocument/2006/relationships/slide" Target="/ppt/slides/slide642.xml" Id="R36dfcf21e60d4f27" /><Relationship Type="http://schemas.openxmlformats.org/officeDocument/2006/relationships/notesMaster" Target="/ppt/notesMasters/notesMaster1.xml" Id="R5681b8faf8b44c80" /></Relationships>
</file>

<file path=ppt/notesSlides/_rels/notesSlide643.xml.rels>&#65279;<?xml version="1.0" encoding="utf-8"?><Relationships xmlns="http://schemas.openxmlformats.org/package/2006/relationships"><Relationship Type="http://schemas.openxmlformats.org/officeDocument/2006/relationships/slide" Target="/ppt/slides/slide643.xml" Id="R0e601f296c224cb5" /><Relationship Type="http://schemas.openxmlformats.org/officeDocument/2006/relationships/notesMaster" Target="/ppt/notesMasters/notesMaster1.xml" Id="R82e282549d78441b" /></Relationships>
</file>

<file path=ppt/notesSlides/_rels/notesSlide644.xml.rels>&#65279;<?xml version="1.0" encoding="utf-8"?><Relationships xmlns="http://schemas.openxmlformats.org/package/2006/relationships"><Relationship Type="http://schemas.openxmlformats.org/officeDocument/2006/relationships/slide" Target="/ppt/slides/slide644.xml" Id="R763c1aa8e23949cc" /><Relationship Type="http://schemas.openxmlformats.org/officeDocument/2006/relationships/notesMaster" Target="/ppt/notesMasters/notesMaster1.xml" Id="R83e9aebd4b50465d" /></Relationships>
</file>

<file path=ppt/notesSlides/_rels/notesSlide645.xml.rels>&#65279;<?xml version="1.0" encoding="utf-8"?><Relationships xmlns="http://schemas.openxmlformats.org/package/2006/relationships"><Relationship Type="http://schemas.openxmlformats.org/officeDocument/2006/relationships/slide" Target="/ppt/slides/slide645.xml" Id="R3249225e30b54d70" /><Relationship Type="http://schemas.openxmlformats.org/officeDocument/2006/relationships/notesMaster" Target="/ppt/notesMasters/notesMaster1.xml" Id="Rd65a0c117250418f" /></Relationships>
</file>

<file path=ppt/notesSlides/_rels/notesSlide646.xml.rels>&#65279;<?xml version="1.0" encoding="utf-8"?><Relationships xmlns="http://schemas.openxmlformats.org/package/2006/relationships"><Relationship Type="http://schemas.openxmlformats.org/officeDocument/2006/relationships/slide" Target="/ppt/slides/slide646.xml" Id="R47f0891dcfd847bb" /><Relationship Type="http://schemas.openxmlformats.org/officeDocument/2006/relationships/notesMaster" Target="/ppt/notesMasters/notesMaster1.xml" Id="R0a3a33f083a64c68" /></Relationships>
</file>

<file path=ppt/notesSlides/_rels/notesSlide647.xml.rels>&#65279;<?xml version="1.0" encoding="utf-8"?><Relationships xmlns="http://schemas.openxmlformats.org/package/2006/relationships"><Relationship Type="http://schemas.openxmlformats.org/officeDocument/2006/relationships/slide" Target="/ppt/slides/slide647.xml" Id="Ra6351047910b4b31" /><Relationship Type="http://schemas.openxmlformats.org/officeDocument/2006/relationships/notesMaster" Target="/ppt/notesMasters/notesMaster1.xml" Id="Rb383aa395c2b4634" /></Relationships>
</file>

<file path=ppt/notesSlides/_rels/notesSlide648.xml.rels>&#65279;<?xml version="1.0" encoding="utf-8"?><Relationships xmlns="http://schemas.openxmlformats.org/package/2006/relationships"><Relationship Type="http://schemas.openxmlformats.org/officeDocument/2006/relationships/slide" Target="/ppt/slides/slide648.xml" Id="R0c2399b3b9b64407" /><Relationship Type="http://schemas.openxmlformats.org/officeDocument/2006/relationships/notesMaster" Target="/ppt/notesMasters/notesMaster1.xml" Id="Rd5076eb2eef142dc" /></Relationships>
</file>

<file path=ppt/notesSlides/_rels/notesSlide649.xml.rels>&#65279;<?xml version="1.0" encoding="utf-8"?><Relationships xmlns="http://schemas.openxmlformats.org/package/2006/relationships"><Relationship Type="http://schemas.openxmlformats.org/officeDocument/2006/relationships/slide" Target="/ppt/slides/slide649.xml" Id="R632c038be509454b" /><Relationship Type="http://schemas.openxmlformats.org/officeDocument/2006/relationships/notesMaster" Target="/ppt/notesMasters/notesMaster1.xml" Id="R3d02a60ebf6f4462" /></Relationships>
</file>

<file path=ppt/notesSlides/_rels/notesSlide650.xml.rels>&#65279;<?xml version="1.0" encoding="utf-8"?><Relationships xmlns="http://schemas.openxmlformats.org/package/2006/relationships"><Relationship Type="http://schemas.openxmlformats.org/officeDocument/2006/relationships/slide" Target="/ppt/slides/slide650.xml" Id="R1f07332d3a724666" /><Relationship Type="http://schemas.openxmlformats.org/officeDocument/2006/relationships/notesMaster" Target="/ppt/notesMasters/notesMaster1.xml" Id="Radc88158a24d4171" /></Relationships>
</file>

<file path=ppt/notesSlides/_rels/notesSlide651.xml.rels>&#65279;<?xml version="1.0" encoding="utf-8"?><Relationships xmlns="http://schemas.openxmlformats.org/package/2006/relationships"><Relationship Type="http://schemas.openxmlformats.org/officeDocument/2006/relationships/slide" Target="/ppt/slides/slide651.xml" Id="R6a9166d6c8e2449e" /><Relationship Type="http://schemas.openxmlformats.org/officeDocument/2006/relationships/notesMaster" Target="/ppt/notesMasters/notesMaster1.xml" Id="R37b73caf69af4131" /></Relationships>
</file>

<file path=ppt/notesSlides/_rels/notesSlide652.xml.rels>&#65279;<?xml version="1.0" encoding="utf-8"?><Relationships xmlns="http://schemas.openxmlformats.org/package/2006/relationships"><Relationship Type="http://schemas.openxmlformats.org/officeDocument/2006/relationships/slide" Target="/ppt/slides/slide652.xml" Id="R9f38c9b4f26c4930" /><Relationship Type="http://schemas.openxmlformats.org/officeDocument/2006/relationships/notesMaster" Target="/ppt/notesMasters/notesMaster1.xml" Id="Rc7a80f9650c64f30" /></Relationships>
</file>

<file path=ppt/notesSlides/_rels/notesSlide653.xml.rels>&#65279;<?xml version="1.0" encoding="utf-8"?><Relationships xmlns="http://schemas.openxmlformats.org/package/2006/relationships"><Relationship Type="http://schemas.openxmlformats.org/officeDocument/2006/relationships/slide" Target="/ppt/slides/slide653.xml" Id="R5d7dffcceb2e4b2c" /><Relationship Type="http://schemas.openxmlformats.org/officeDocument/2006/relationships/notesMaster" Target="/ppt/notesMasters/notesMaster1.xml" Id="R39bff9f66941406c" /></Relationships>
</file>

<file path=ppt/notesSlides/_rels/notesSlide654.xml.rels>&#65279;<?xml version="1.0" encoding="utf-8"?><Relationships xmlns="http://schemas.openxmlformats.org/package/2006/relationships"><Relationship Type="http://schemas.openxmlformats.org/officeDocument/2006/relationships/slide" Target="/ppt/slides/slide654.xml" Id="Rc93dd6c8f79949f6" /><Relationship Type="http://schemas.openxmlformats.org/officeDocument/2006/relationships/notesMaster" Target="/ppt/notesMasters/notesMaster1.xml" Id="Rbbe45a6021464d4d" /></Relationships>
</file>

<file path=ppt/notesSlides/_rels/notesSlide655.xml.rels>&#65279;<?xml version="1.0" encoding="utf-8"?><Relationships xmlns="http://schemas.openxmlformats.org/package/2006/relationships"><Relationship Type="http://schemas.openxmlformats.org/officeDocument/2006/relationships/slide" Target="/ppt/slides/slide655.xml" Id="R8b8d8c45a75a41cc" /><Relationship Type="http://schemas.openxmlformats.org/officeDocument/2006/relationships/notesMaster" Target="/ppt/notesMasters/notesMaster1.xml" Id="R7a39f12bd5294d48" /></Relationships>
</file>

<file path=ppt/notesSlides/_rels/notesSlide656.xml.rels>&#65279;<?xml version="1.0" encoding="utf-8"?><Relationships xmlns="http://schemas.openxmlformats.org/package/2006/relationships"><Relationship Type="http://schemas.openxmlformats.org/officeDocument/2006/relationships/slide" Target="/ppt/slides/slide656.xml" Id="R3f6c2670d7db4160" /><Relationship Type="http://schemas.openxmlformats.org/officeDocument/2006/relationships/notesMaster" Target="/ppt/notesMasters/notesMaster1.xml" Id="R7c9e0b5de2474b03" /></Relationships>
</file>

<file path=ppt/notesSlides/_rels/notesSlide657.xml.rels>&#65279;<?xml version="1.0" encoding="utf-8"?><Relationships xmlns="http://schemas.openxmlformats.org/package/2006/relationships"><Relationship Type="http://schemas.openxmlformats.org/officeDocument/2006/relationships/slide" Target="/ppt/slides/slide657.xml" Id="R793f21d530324a79" /><Relationship Type="http://schemas.openxmlformats.org/officeDocument/2006/relationships/notesMaster" Target="/ppt/notesMasters/notesMaster1.xml" Id="R896c7ad3d9fc4a5c" /></Relationships>
</file>

<file path=ppt/notesSlides/_rels/notesSlide658.xml.rels>&#65279;<?xml version="1.0" encoding="utf-8"?><Relationships xmlns="http://schemas.openxmlformats.org/package/2006/relationships"><Relationship Type="http://schemas.openxmlformats.org/officeDocument/2006/relationships/slide" Target="/ppt/slides/slide658.xml" Id="R88d5c61bc1bb4edf" /><Relationship Type="http://schemas.openxmlformats.org/officeDocument/2006/relationships/notesMaster" Target="/ppt/notesMasters/notesMaster1.xml" Id="Ra713d407f6c54d9a" /></Relationships>
</file>

<file path=ppt/notesSlides/_rels/notesSlide659.xml.rels>&#65279;<?xml version="1.0" encoding="utf-8"?><Relationships xmlns="http://schemas.openxmlformats.org/package/2006/relationships"><Relationship Type="http://schemas.openxmlformats.org/officeDocument/2006/relationships/slide" Target="/ppt/slides/slide659.xml" Id="R145d39cd73e845eb" /><Relationship Type="http://schemas.openxmlformats.org/officeDocument/2006/relationships/notesMaster" Target="/ppt/notesMasters/notesMaster1.xml" Id="R14efc5d68d2e4354" /></Relationships>
</file>

<file path=ppt/notesSlides/_rels/notesSlide660.xml.rels>&#65279;<?xml version="1.0" encoding="utf-8"?><Relationships xmlns="http://schemas.openxmlformats.org/package/2006/relationships"><Relationship Type="http://schemas.openxmlformats.org/officeDocument/2006/relationships/slide" Target="/ppt/slides/slide660.xml" Id="Rdb96407dd44d4585" /><Relationship Type="http://schemas.openxmlformats.org/officeDocument/2006/relationships/notesMaster" Target="/ppt/notesMasters/notesMaster1.xml" Id="Rc995a2e325094099" /></Relationships>
</file>

<file path=ppt/notesSlides/_rels/notesSlide661.xml.rels>&#65279;<?xml version="1.0" encoding="utf-8"?><Relationships xmlns="http://schemas.openxmlformats.org/package/2006/relationships"><Relationship Type="http://schemas.openxmlformats.org/officeDocument/2006/relationships/slide" Target="/ppt/slides/slide661.xml" Id="R674e1caf82dc4193" /><Relationship Type="http://schemas.openxmlformats.org/officeDocument/2006/relationships/notesMaster" Target="/ppt/notesMasters/notesMaster1.xml" Id="R2f69fdbee81f4d3a" /></Relationships>
</file>

<file path=ppt/notesSlides/_rels/notesSlide662.xml.rels>&#65279;<?xml version="1.0" encoding="utf-8"?><Relationships xmlns="http://schemas.openxmlformats.org/package/2006/relationships"><Relationship Type="http://schemas.openxmlformats.org/officeDocument/2006/relationships/slide" Target="/ppt/slides/slide662.xml" Id="R468941a90cd14574" /><Relationship Type="http://schemas.openxmlformats.org/officeDocument/2006/relationships/notesMaster" Target="/ppt/notesMasters/notesMaster1.xml" Id="R0782e9d23b6845d9" /></Relationships>
</file>

<file path=ppt/notesSlides/_rels/notesSlide663.xml.rels>&#65279;<?xml version="1.0" encoding="utf-8"?><Relationships xmlns="http://schemas.openxmlformats.org/package/2006/relationships"><Relationship Type="http://schemas.openxmlformats.org/officeDocument/2006/relationships/slide" Target="/ppt/slides/slide663.xml" Id="R6bafa743ded04378" /><Relationship Type="http://schemas.openxmlformats.org/officeDocument/2006/relationships/notesMaster" Target="/ppt/notesMasters/notesMaster1.xml" Id="R77dcd3940e1b4af6" /></Relationships>
</file>

<file path=ppt/notesSlides/_rels/notesSlide664.xml.rels>&#65279;<?xml version="1.0" encoding="utf-8"?><Relationships xmlns="http://schemas.openxmlformats.org/package/2006/relationships"><Relationship Type="http://schemas.openxmlformats.org/officeDocument/2006/relationships/slide" Target="/ppt/slides/slide664.xml" Id="R0ab5ba20d7ef41a4" /><Relationship Type="http://schemas.openxmlformats.org/officeDocument/2006/relationships/notesMaster" Target="/ppt/notesMasters/notesMaster1.xml" Id="R64b1c28c5e4449e0" /></Relationships>
</file>

<file path=ppt/notesSlides/_rels/notesSlide665.xml.rels>&#65279;<?xml version="1.0" encoding="utf-8"?><Relationships xmlns="http://schemas.openxmlformats.org/package/2006/relationships"><Relationship Type="http://schemas.openxmlformats.org/officeDocument/2006/relationships/slide" Target="/ppt/slides/slide665.xml" Id="R38a2def8b89546b0" /><Relationship Type="http://schemas.openxmlformats.org/officeDocument/2006/relationships/notesMaster" Target="/ppt/notesMasters/notesMaster1.xml" Id="Rb8e07f5055bf428d" /></Relationships>
</file>

<file path=ppt/notesSlides/_rels/notesSlide666.xml.rels>&#65279;<?xml version="1.0" encoding="utf-8"?><Relationships xmlns="http://schemas.openxmlformats.org/package/2006/relationships"><Relationship Type="http://schemas.openxmlformats.org/officeDocument/2006/relationships/slide" Target="/ppt/slides/slide666.xml" Id="Rbc58c67e429b4377" /><Relationship Type="http://schemas.openxmlformats.org/officeDocument/2006/relationships/notesMaster" Target="/ppt/notesMasters/notesMaster1.xml" Id="R117c1d8910bd46cb" /></Relationships>
</file>

<file path=ppt/notesSlides/_rels/notesSlide667.xml.rels>&#65279;<?xml version="1.0" encoding="utf-8"?><Relationships xmlns="http://schemas.openxmlformats.org/package/2006/relationships"><Relationship Type="http://schemas.openxmlformats.org/officeDocument/2006/relationships/slide" Target="/ppt/slides/slide667.xml" Id="R63ee5c365c2c4fbd" /><Relationship Type="http://schemas.openxmlformats.org/officeDocument/2006/relationships/notesMaster" Target="/ppt/notesMasters/notesMaster1.xml" Id="Rbc2f3fd3c83f4b70" /></Relationships>
</file>

<file path=ppt/notesSlides/_rels/notesSlide668.xml.rels>&#65279;<?xml version="1.0" encoding="utf-8"?><Relationships xmlns="http://schemas.openxmlformats.org/package/2006/relationships"><Relationship Type="http://schemas.openxmlformats.org/officeDocument/2006/relationships/slide" Target="/ppt/slides/slide668.xml" Id="R4f3ae44d56e944eb" /><Relationship Type="http://schemas.openxmlformats.org/officeDocument/2006/relationships/notesMaster" Target="/ppt/notesMasters/notesMaster1.xml" Id="Rec4ba1c4beb54dbd" /></Relationships>
</file>

<file path=ppt/notesSlides/_rels/notesSlide669.xml.rels>&#65279;<?xml version="1.0" encoding="utf-8"?><Relationships xmlns="http://schemas.openxmlformats.org/package/2006/relationships"><Relationship Type="http://schemas.openxmlformats.org/officeDocument/2006/relationships/slide" Target="/ppt/slides/slide669.xml" Id="R78c3392eac5c435b" /><Relationship Type="http://schemas.openxmlformats.org/officeDocument/2006/relationships/notesMaster" Target="/ppt/notesMasters/notesMaster1.xml" Id="R905a605f66ed4d1c" /></Relationships>
</file>

<file path=ppt/notesSlides/_rels/notesSlide670.xml.rels>&#65279;<?xml version="1.0" encoding="utf-8"?><Relationships xmlns="http://schemas.openxmlformats.org/package/2006/relationships"><Relationship Type="http://schemas.openxmlformats.org/officeDocument/2006/relationships/slide" Target="/ppt/slides/slide670.xml" Id="R21496427d1364454" /><Relationship Type="http://schemas.openxmlformats.org/officeDocument/2006/relationships/notesMaster" Target="/ppt/notesMasters/notesMaster1.xml" Id="R6850bbc8bfcc4922" /></Relationships>
</file>

<file path=ppt/notesSlides/_rels/notesSlide671.xml.rels>&#65279;<?xml version="1.0" encoding="utf-8"?><Relationships xmlns="http://schemas.openxmlformats.org/package/2006/relationships"><Relationship Type="http://schemas.openxmlformats.org/officeDocument/2006/relationships/slide" Target="/ppt/slides/slide671.xml" Id="R8f171580b04746b1" /><Relationship Type="http://schemas.openxmlformats.org/officeDocument/2006/relationships/notesMaster" Target="/ppt/notesMasters/notesMaster1.xml" Id="Ra1b6a0ec35ca4775" /></Relationships>
</file>

<file path=ppt/notesSlides/_rels/notesSlide672.xml.rels>&#65279;<?xml version="1.0" encoding="utf-8"?><Relationships xmlns="http://schemas.openxmlformats.org/package/2006/relationships"><Relationship Type="http://schemas.openxmlformats.org/officeDocument/2006/relationships/slide" Target="/ppt/slides/slide672.xml" Id="R436d98b55c0747ee" /><Relationship Type="http://schemas.openxmlformats.org/officeDocument/2006/relationships/notesMaster" Target="/ppt/notesMasters/notesMaster1.xml" Id="R7a925319b6ce49cd" /></Relationships>
</file>

<file path=ppt/notesSlides/_rels/notesSlide673.xml.rels>&#65279;<?xml version="1.0" encoding="utf-8"?><Relationships xmlns="http://schemas.openxmlformats.org/package/2006/relationships"><Relationship Type="http://schemas.openxmlformats.org/officeDocument/2006/relationships/slide" Target="/ppt/slides/slide673.xml" Id="R3b8b5466280347eb" /><Relationship Type="http://schemas.openxmlformats.org/officeDocument/2006/relationships/notesMaster" Target="/ppt/notesMasters/notesMaster1.xml" Id="R4278b3d5de37461a" /></Relationships>
</file>

<file path=ppt/notesSlides/_rels/notesSlide674.xml.rels>&#65279;<?xml version="1.0" encoding="utf-8"?><Relationships xmlns="http://schemas.openxmlformats.org/package/2006/relationships"><Relationship Type="http://schemas.openxmlformats.org/officeDocument/2006/relationships/slide" Target="/ppt/slides/slide674.xml" Id="Rb11ef0868d3b492a" /><Relationship Type="http://schemas.openxmlformats.org/officeDocument/2006/relationships/notesMaster" Target="/ppt/notesMasters/notesMaster1.xml" Id="Red8dcfd81c254156" /></Relationships>
</file>

<file path=ppt/notesSlides/_rels/notesSlide675.xml.rels>&#65279;<?xml version="1.0" encoding="utf-8"?><Relationships xmlns="http://schemas.openxmlformats.org/package/2006/relationships"><Relationship Type="http://schemas.openxmlformats.org/officeDocument/2006/relationships/slide" Target="/ppt/slides/slide675.xml" Id="R3b2662d4e7814379" /><Relationship Type="http://schemas.openxmlformats.org/officeDocument/2006/relationships/notesMaster" Target="/ppt/notesMasters/notesMaster1.xml" Id="Rac21b773045c4d94" /></Relationships>
</file>

<file path=ppt/notesSlides/_rels/notesSlide676.xml.rels>&#65279;<?xml version="1.0" encoding="utf-8"?><Relationships xmlns="http://schemas.openxmlformats.org/package/2006/relationships"><Relationship Type="http://schemas.openxmlformats.org/officeDocument/2006/relationships/slide" Target="/ppt/slides/slide676.xml" Id="R82f79a25168146cb" /><Relationship Type="http://schemas.openxmlformats.org/officeDocument/2006/relationships/notesMaster" Target="/ppt/notesMasters/notesMaster1.xml" Id="Ra29eae721dd641e7" /></Relationships>
</file>

<file path=ppt/notesSlides/_rels/notesSlide678.xml.rels>&#65279;<?xml version="1.0" encoding="utf-8"?><Relationships xmlns="http://schemas.openxmlformats.org/package/2006/relationships"><Relationship Type="http://schemas.openxmlformats.org/officeDocument/2006/relationships/slide" Target="/ppt/slides/slide678.xml" Id="Rc52a18f4b6d14211" /><Relationship Type="http://schemas.openxmlformats.org/officeDocument/2006/relationships/notesMaster" Target="/ppt/notesMasters/notesMaster1.xml" Id="R69b9bf96fae34fe1" /></Relationships>
</file>

<file path=ppt/notesSlides/_rels/notesSlide679.xml.rels>&#65279;<?xml version="1.0" encoding="utf-8"?><Relationships xmlns="http://schemas.openxmlformats.org/package/2006/relationships"><Relationship Type="http://schemas.openxmlformats.org/officeDocument/2006/relationships/slide" Target="/ppt/slides/slide679.xml" Id="Rb9a642c16c784b63" /><Relationship Type="http://schemas.openxmlformats.org/officeDocument/2006/relationships/notesMaster" Target="/ppt/notesMasters/notesMaster1.xml" Id="R640ae7f2a06740e6" /></Relationships>
</file>

<file path=ppt/notesSlides/_rels/notesSlide680.xml.rels>&#65279;<?xml version="1.0" encoding="utf-8"?><Relationships xmlns="http://schemas.openxmlformats.org/package/2006/relationships"><Relationship Type="http://schemas.openxmlformats.org/officeDocument/2006/relationships/slide" Target="/ppt/slides/slide680.xml" Id="Rc457f0a0526f41f9" /><Relationship Type="http://schemas.openxmlformats.org/officeDocument/2006/relationships/notesMaster" Target="/ppt/notesMasters/notesMaster1.xml" Id="R676968cdbcde43c7" /></Relationships>
</file>

<file path=ppt/notesSlides/_rels/notesSlide681.xml.rels>&#65279;<?xml version="1.0" encoding="utf-8"?><Relationships xmlns="http://schemas.openxmlformats.org/package/2006/relationships"><Relationship Type="http://schemas.openxmlformats.org/officeDocument/2006/relationships/slide" Target="/ppt/slides/slide681.xml" Id="R6d25b9ec31eb40f4" /><Relationship Type="http://schemas.openxmlformats.org/officeDocument/2006/relationships/notesMaster" Target="/ppt/notesMasters/notesMaster1.xml" Id="Ra333ea64cf234e51" /></Relationships>
</file>

<file path=ppt/notesSlides/_rels/notesSlide682.xml.rels>&#65279;<?xml version="1.0" encoding="utf-8"?><Relationships xmlns="http://schemas.openxmlformats.org/package/2006/relationships"><Relationship Type="http://schemas.openxmlformats.org/officeDocument/2006/relationships/slide" Target="/ppt/slides/slide682.xml" Id="R2f35563f51dd4298" /><Relationship Type="http://schemas.openxmlformats.org/officeDocument/2006/relationships/notesMaster" Target="/ppt/notesMasters/notesMaster1.xml" Id="Rfbe53c4bce5e43e2" /></Relationships>
</file>

<file path=ppt/notesSlides/_rels/notesSlide683.xml.rels>&#65279;<?xml version="1.0" encoding="utf-8"?><Relationships xmlns="http://schemas.openxmlformats.org/package/2006/relationships"><Relationship Type="http://schemas.openxmlformats.org/officeDocument/2006/relationships/slide" Target="/ppt/slides/slide683.xml" Id="Re05652359a734586" /><Relationship Type="http://schemas.openxmlformats.org/officeDocument/2006/relationships/notesMaster" Target="/ppt/notesMasters/notesMaster1.xml" Id="R3ab7ffab6d6b448e" /></Relationships>
</file>

<file path=ppt/notesSlides/_rels/notesSlide684.xml.rels>&#65279;<?xml version="1.0" encoding="utf-8"?><Relationships xmlns="http://schemas.openxmlformats.org/package/2006/relationships"><Relationship Type="http://schemas.openxmlformats.org/officeDocument/2006/relationships/slide" Target="/ppt/slides/slide684.xml" Id="R64d07fb34e624bfd" /><Relationship Type="http://schemas.openxmlformats.org/officeDocument/2006/relationships/notesMaster" Target="/ppt/notesMasters/notesMaster1.xml" Id="R36528d7e81a14196" /></Relationships>
</file>

<file path=ppt/notesSlides/_rels/notesSlide685.xml.rels>&#65279;<?xml version="1.0" encoding="utf-8"?><Relationships xmlns="http://schemas.openxmlformats.org/package/2006/relationships"><Relationship Type="http://schemas.openxmlformats.org/officeDocument/2006/relationships/slide" Target="/ppt/slides/slide685.xml" Id="Rf684d04fb6d24efe" /><Relationship Type="http://schemas.openxmlformats.org/officeDocument/2006/relationships/notesMaster" Target="/ppt/notesMasters/notesMaster1.xml" Id="Rd092da5f219c4a0b" /></Relationships>
</file>

<file path=ppt/notesSlides/_rels/notesSlide686.xml.rels>&#65279;<?xml version="1.0" encoding="utf-8"?><Relationships xmlns="http://schemas.openxmlformats.org/package/2006/relationships"><Relationship Type="http://schemas.openxmlformats.org/officeDocument/2006/relationships/slide" Target="/ppt/slides/slide686.xml" Id="R9ecd8ba196584714" /><Relationship Type="http://schemas.openxmlformats.org/officeDocument/2006/relationships/notesMaster" Target="/ppt/notesMasters/notesMaster1.xml" Id="R018dbe2987f64e47" /></Relationships>
</file>

<file path=ppt/notesSlides/_rels/notesSlide687.xml.rels>&#65279;<?xml version="1.0" encoding="utf-8"?><Relationships xmlns="http://schemas.openxmlformats.org/package/2006/relationships"><Relationship Type="http://schemas.openxmlformats.org/officeDocument/2006/relationships/slide" Target="/ppt/slides/slide687.xml" Id="Rde049d2adb384a65" /><Relationship Type="http://schemas.openxmlformats.org/officeDocument/2006/relationships/notesMaster" Target="/ppt/notesMasters/notesMaster1.xml" Id="R456f74a91d374381" /></Relationships>
</file>

<file path=ppt/notesSlides/_rels/notesSlide688.xml.rels>&#65279;<?xml version="1.0" encoding="utf-8"?><Relationships xmlns="http://schemas.openxmlformats.org/package/2006/relationships"><Relationship Type="http://schemas.openxmlformats.org/officeDocument/2006/relationships/slide" Target="/ppt/slides/slide688.xml" Id="R28628c770a1c448d" /><Relationship Type="http://schemas.openxmlformats.org/officeDocument/2006/relationships/notesMaster" Target="/ppt/notesMasters/notesMaster1.xml" Id="R854c903cb11d451e" /></Relationships>
</file>

<file path=ppt/notesSlides/_rels/notesSlide689.xml.rels>&#65279;<?xml version="1.0" encoding="utf-8"?><Relationships xmlns="http://schemas.openxmlformats.org/package/2006/relationships"><Relationship Type="http://schemas.openxmlformats.org/officeDocument/2006/relationships/slide" Target="/ppt/slides/slide689.xml" Id="R7eea82727b64426a" /><Relationship Type="http://schemas.openxmlformats.org/officeDocument/2006/relationships/notesMaster" Target="/ppt/notesMasters/notesMaster1.xml" Id="R6b9b9cade5c142ab" /></Relationships>
</file>

<file path=ppt/notesSlides/_rels/notesSlide690.xml.rels>&#65279;<?xml version="1.0" encoding="utf-8"?><Relationships xmlns="http://schemas.openxmlformats.org/package/2006/relationships"><Relationship Type="http://schemas.openxmlformats.org/officeDocument/2006/relationships/slide" Target="/ppt/slides/slide690.xml" Id="R3626701d67f64d76" /><Relationship Type="http://schemas.openxmlformats.org/officeDocument/2006/relationships/notesMaster" Target="/ppt/notesMasters/notesMaster1.xml" Id="R2d591ba1c07a4512" /></Relationships>
</file>

<file path=ppt/notesSlides/_rels/notesSlide691.xml.rels>&#65279;<?xml version="1.0" encoding="utf-8"?><Relationships xmlns="http://schemas.openxmlformats.org/package/2006/relationships"><Relationship Type="http://schemas.openxmlformats.org/officeDocument/2006/relationships/slide" Target="/ppt/slides/slide691.xml" Id="R3830126ebc0d4b9a" /><Relationship Type="http://schemas.openxmlformats.org/officeDocument/2006/relationships/notesMaster" Target="/ppt/notesMasters/notesMaster1.xml" Id="R8fb578e73e684b0c" /></Relationships>
</file>

<file path=ppt/notesSlides/_rels/notesSlide774.xml.rels>&#65279;<?xml version="1.0" encoding="utf-8"?><Relationships xmlns="http://schemas.openxmlformats.org/package/2006/relationships"><Relationship Type="http://schemas.openxmlformats.org/officeDocument/2006/relationships/slide" Target="/ppt/slides/slide774.xml" Id="R844bf7fdaeae4a19" /><Relationship Type="http://schemas.openxmlformats.org/officeDocument/2006/relationships/notesMaster" Target="/ppt/notesMasters/notesMaster1.xml" Id="Red306b62bcf94ddc" /></Relationships>
</file>

<file path=ppt/notesSlides/_rels/notesSlide775.xml.rels>&#65279;<?xml version="1.0" encoding="utf-8"?><Relationships xmlns="http://schemas.openxmlformats.org/package/2006/relationships"><Relationship Type="http://schemas.openxmlformats.org/officeDocument/2006/relationships/slide" Target="/ppt/slides/slide775.xml" Id="R7abd29d1b9294231" /><Relationship Type="http://schemas.openxmlformats.org/officeDocument/2006/relationships/notesMaster" Target="/ppt/notesMasters/notesMaster1.xml" Id="R73a49890b7de460d" /></Relationships>
</file>

<file path=ppt/notesSlides/_rels/notesSlide776.xml.rels>&#65279;<?xml version="1.0" encoding="utf-8"?><Relationships xmlns="http://schemas.openxmlformats.org/package/2006/relationships"><Relationship Type="http://schemas.openxmlformats.org/officeDocument/2006/relationships/slide" Target="/ppt/slides/slide776.xml" Id="Rb917e2acb50f44c4" /><Relationship Type="http://schemas.openxmlformats.org/officeDocument/2006/relationships/notesMaster" Target="/ppt/notesMasters/notesMaster1.xml" Id="R6fa0ac814ae449ac" /></Relationships>
</file>

<file path=ppt/notesSlides/_rels/notesSlide778.xml.rels>&#65279;<?xml version="1.0" encoding="utf-8"?><Relationships xmlns="http://schemas.openxmlformats.org/package/2006/relationships"><Relationship Type="http://schemas.openxmlformats.org/officeDocument/2006/relationships/slide" Target="/ppt/slides/slide778.xml" Id="Rf32a340dc7224c0e" /><Relationship Type="http://schemas.openxmlformats.org/officeDocument/2006/relationships/notesMaster" Target="/ppt/notesMasters/notesMaster1.xml" Id="R6cbb198fa1ce4655" /></Relationships>
</file>

<file path=ppt/notesSlides/_rels/notesSlide779.xml.rels>&#65279;<?xml version="1.0" encoding="utf-8"?><Relationships xmlns="http://schemas.openxmlformats.org/package/2006/relationships"><Relationship Type="http://schemas.openxmlformats.org/officeDocument/2006/relationships/slide" Target="/ppt/slides/slide779.xml" Id="Ra19422779eb54663" /><Relationship Type="http://schemas.openxmlformats.org/officeDocument/2006/relationships/notesMaster" Target="/ppt/notesMasters/notesMaster1.xml" Id="R858719be60f44dc8" /></Relationships>
</file>

<file path=ppt/notesSlides/_rels/notesSlide780.xml.rels>&#65279;<?xml version="1.0" encoding="utf-8"?><Relationships xmlns="http://schemas.openxmlformats.org/package/2006/relationships"><Relationship Type="http://schemas.openxmlformats.org/officeDocument/2006/relationships/slide" Target="/ppt/slides/slide780.xml" Id="R94bf646e4b9f4dec" /><Relationship Type="http://schemas.openxmlformats.org/officeDocument/2006/relationships/notesMaster" Target="/ppt/notesMasters/notesMaster1.xml" Id="R3100361e6f9946eb" /></Relationships>
</file>

<file path=ppt/notesSlides/_rels/notesSlide781.xml.rels>&#65279;<?xml version="1.0" encoding="utf-8"?><Relationships xmlns="http://schemas.openxmlformats.org/package/2006/relationships"><Relationship Type="http://schemas.openxmlformats.org/officeDocument/2006/relationships/slide" Target="/ppt/slides/slide781.xml" Id="R451bf8912a474e7c" /><Relationship Type="http://schemas.openxmlformats.org/officeDocument/2006/relationships/notesMaster" Target="/ppt/notesMasters/notesMaster1.xml" Id="R5c9af2a4051044ce" /></Relationships>
</file>

<file path=ppt/notesSlides/_rels/notesSlide782.xml.rels>&#65279;<?xml version="1.0" encoding="utf-8"?><Relationships xmlns="http://schemas.openxmlformats.org/package/2006/relationships"><Relationship Type="http://schemas.openxmlformats.org/officeDocument/2006/relationships/slide" Target="/ppt/slides/slide782.xml" Id="Rd4ae5c29f62a4651" /><Relationship Type="http://schemas.openxmlformats.org/officeDocument/2006/relationships/notesMaster" Target="/ppt/notesMasters/notesMaster1.xml" Id="Rbf02655ab3fb4041" /></Relationships>
</file>

<file path=ppt/notesSlides/_rels/notesSlide783.xml.rels>&#65279;<?xml version="1.0" encoding="utf-8"?><Relationships xmlns="http://schemas.openxmlformats.org/package/2006/relationships"><Relationship Type="http://schemas.openxmlformats.org/officeDocument/2006/relationships/slide" Target="/ppt/slides/slide783.xml" Id="Ree13b9fa29d74455" /><Relationship Type="http://schemas.openxmlformats.org/officeDocument/2006/relationships/notesMaster" Target="/ppt/notesMasters/notesMaster1.xml" Id="Rd8578bb86a8448d4" /></Relationships>
</file>

<file path=ppt/notesSlides/_rels/notesSlide784.xml.rels>&#65279;<?xml version="1.0" encoding="utf-8"?><Relationships xmlns="http://schemas.openxmlformats.org/package/2006/relationships"><Relationship Type="http://schemas.openxmlformats.org/officeDocument/2006/relationships/slide" Target="/ppt/slides/slide784.xml" Id="R222cb561ab8e4967" /><Relationship Type="http://schemas.openxmlformats.org/officeDocument/2006/relationships/notesMaster" Target="/ppt/notesMasters/notesMaster1.xml" Id="Rf76a553244974429" /></Relationships>
</file>

<file path=ppt/notesSlides/_rels/notesSlide785.xml.rels>&#65279;<?xml version="1.0" encoding="utf-8"?><Relationships xmlns="http://schemas.openxmlformats.org/package/2006/relationships"><Relationship Type="http://schemas.openxmlformats.org/officeDocument/2006/relationships/slide" Target="/ppt/slides/slide785.xml" Id="Rac87b97f00a54c57" /><Relationship Type="http://schemas.openxmlformats.org/officeDocument/2006/relationships/notesMaster" Target="/ppt/notesMasters/notesMaster1.xml" Id="Rd0ac3e9ff37744b7" /></Relationships>
</file>

<file path=ppt/notesSlides/_rels/notesSlide786.xml.rels>&#65279;<?xml version="1.0" encoding="utf-8"?><Relationships xmlns="http://schemas.openxmlformats.org/package/2006/relationships"><Relationship Type="http://schemas.openxmlformats.org/officeDocument/2006/relationships/slide" Target="/ppt/slides/slide786.xml" Id="R73f193d1656f4644" /><Relationship Type="http://schemas.openxmlformats.org/officeDocument/2006/relationships/notesMaster" Target="/ppt/notesMasters/notesMaster1.xml" Id="Rfd091ffcb33d4396" /></Relationships>
</file>

<file path=ppt/notesSlides/_rels/notesSlide787.xml.rels>&#65279;<?xml version="1.0" encoding="utf-8"?><Relationships xmlns="http://schemas.openxmlformats.org/package/2006/relationships"><Relationship Type="http://schemas.openxmlformats.org/officeDocument/2006/relationships/slide" Target="/ppt/slides/slide787.xml" Id="R32d8db1665644ef5" /><Relationship Type="http://schemas.openxmlformats.org/officeDocument/2006/relationships/notesMaster" Target="/ppt/notesMasters/notesMaster1.xml" Id="Rce513a0e87e6427d" /></Relationships>
</file>

<file path=ppt/notesSlides/_rels/notesSlide788.xml.rels>&#65279;<?xml version="1.0" encoding="utf-8"?><Relationships xmlns="http://schemas.openxmlformats.org/package/2006/relationships"><Relationship Type="http://schemas.openxmlformats.org/officeDocument/2006/relationships/slide" Target="/ppt/slides/slide788.xml" Id="R63adcf2b904345b4" /><Relationship Type="http://schemas.openxmlformats.org/officeDocument/2006/relationships/notesMaster" Target="/ppt/notesMasters/notesMaster1.xml" Id="R6d06e09e55da4bc1" /></Relationships>
</file>

<file path=ppt/notesSlides/_rels/notesSlide789.xml.rels>&#65279;<?xml version="1.0" encoding="utf-8"?><Relationships xmlns="http://schemas.openxmlformats.org/package/2006/relationships"><Relationship Type="http://schemas.openxmlformats.org/officeDocument/2006/relationships/slide" Target="/ppt/slides/slide789.xml" Id="R3c342fe0da19491f" /><Relationship Type="http://schemas.openxmlformats.org/officeDocument/2006/relationships/notesMaster" Target="/ppt/notesMasters/notesMaster1.xml" Id="Rcc8831d6e302482a" /></Relationships>
</file>

<file path=ppt/notesSlides/_rels/notesSlide790.xml.rels>&#65279;<?xml version="1.0" encoding="utf-8"?><Relationships xmlns="http://schemas.openxmlformats.org/package/2006/relationships"><Relationship Type="http://schemas.openxmlformats.org/officeDocument/2006/relationships/slide" Target="/ppt/slides/slide790.xml" Id="Rd8ad6c69352b458d" /><Relationship Type="http://schemas.openxmlformats.org/officeDocument/2006/relationships/notesMaster" Target="/ppt/notesMasters/notesMaster1.xml" Id="Rb01eb08425e845fc" /></Relationships>
</file>

<file path=ppt/notesSlides/_rels/notesSlide791.xml.rels>&#65279;<?xml version="1.0" encoding="utf-8"?><Relationships xmlns="http://schemas.openxmlformats.org/package/2006/relationships"><Relationship Type="http://schemas.openxmlformats.org/officeDocument/2006/relationships/slide" Target="/ppt/slides/slide791.xml" Id="R2c81f2c373a74a41" /><Relationship Type="http://schemas.openxmlformats.org/officeDocument/2006/relationships/notesMaster" Target="/ppt/notesMasters/notesMaster1.xml" Id="Ra4609941a94c4f00" /></Relationships>
</file>

<file path=ppt/notesSlides/_rels/notesSlide792.xml.rels>&#65279;<?xml version="1.0" encoding="utf-8"?><Relationships xmlns="http://schemas.openxmlformats.org/package/2006/relationships"><Relationship Type="http://schemas.openxmlformats.org/officeDocument/2006/relationships/slide" Target="/ppt/slides/slide792.xml" Id="R57571f5334e84576" /><Relationship Type="http://schemas.openxmlformats.org/officeDocument/2006/relationships/notesMaster" Target="/ppt/notesMasters/notesMaster1.xml" Id="Rc7a97d96dc8449d5" /></Relationships>
</file>

<file path=ppt/notesSlides/_rels/notesSlide793.xml.rels>&#65279;<?xml version="1.0" encoding="utf-8"?><Relationships xmlns="http://schemas.openxmlformats.org/package/2006/relationships"><Relationship Type="http://schemas.openxmlformats.org/officeDocument/2006/relationships/slide" Target="/ppt/slides/slide793.xml" Id="Reba11d6830c748ec" /><Relationship Type="http://schemas.openxmlformats.org/officeDocument/2006/relationships/notesMaster" Target="/ppt/notesMasters/notesMaster1.xml" Id="Rfb911b7ee94b41d7" /></Relationships>
</file>

<file path=ppt/notesSlides/_rels/notesSlide794.xml.rels>&#65279;<?xml version="1.0" encoding="utf-8"?><Relationships xmlns="http://schemas.openxmlformats.org/package/2006/relationships"><Relationship Type="http://schemas.openxmlformats.org/officeDocument/2006/relationships/slide" Target="/ppt/slides/slide794.xml" Id="R0fd01a2e23aa4c2e" /><Relationship Type="http://schemas.openxmlformats.org/officeDocument/2006/relationships/notesMaster" Target="/ppt/notesMasters/notesMaster1.xml" Id="Rf332cdb1b1c04e6c" /></Relationships>
</file>

<file path=ppt/notesSlides/_rels/notesSlide795.xml.rels>&#65279;<?xml version="1.0" encoding="utf-8"?><Relationships xmlns="http://schemas.openxmlformats.org/package/2006/relationships"><Relationship Type="http://schemas.openxmlformats.org/officeDocument/2006/relationships/slide" Target="/ppt/slides/slide795.xml" Id="Rd4582a17976a4cd0" /><Relationship Type="http://schemas.openxmlformats.org/officeDocument/2006/relationships/notesMaster" Target="/ppt/notesMasters/notesMaster1.xml" Id="R439b25beb5c54042" /></Relationships>
</file>

<file path=ppt/notesSlides/_rels/notesSlide796.xml.rels>&#65279;<?xml version="1.0" encoding="utf-8"?><Relationships xmlns="http://schemas.openxmlformats.org/package/2006/relationships"><Relationship Type="http://schemas.openxmlformats.org/officeDocument/2006/relationships/slide" Target="/ppt/slides/slide796.xml" Id="R71afa7937a0744be" /><Relationship Type="http://schemas.openxmlformats.org/officeDocument/2006/relationships/notesMaster" Target="/ppt/notesMasters/notesMaster1.xml" Id="R1e588a61821446bb" /></Relationships>
</file>

<file path=ppt/notesSlides/_rels/notesSlide797.xml.rels>&#65279;<?xml version="1.0" encoding="utf-8"?><Relationships xmlns="http://schemas.openxmlformats.org/package/2006/relationships"><Relationship Type="http://schemas.openxmlformats.org/officeDocument/2006/relationships/slide" Target="/ppt/slides/slide797.xml" Id="R8800f24a8bf3465a" /><Relationship Type="http://schemas.openxmlformats.org/officeDocument/2006/relationships/notesMaster" Target="/ppt/notesMasters/notesMaster1.xml" Id="R86fc5d1a85a34889" /></Relationships>
</file>

<file path=ppt/notesSlides/_rels/notesSlide798.xml.rels>&#65279;<?xml version="1.0" encoding="utf-8"?><Relationships xmlns="http://schemas.openxmlformats.org/package/2006/relationships"><Relationship Type="http://schemas.openxmlformats.org/officeDocument/2006/relationships/slide" Target="/ppt/slides/slide798.xml" Id="Ra5b93a0ba7ba459b" /><Relationship Type="http://schemas.openxmlformats.org/officeDocument/2006/relationships/notesMaster" Target="/ppt/notesMasters/notesMaster1.xml" Id="R4d98bca926714f9e" /></Relationships>
</file>

<file path=ppt/notesSlides/_rels/notesSlide799.xml.rels>&#65279;<?xml version="1.0" encoding="utf-8"?><Relationships xmlns="http://schemas.openxmlformats.org/package/2006/relationships"><Relationship Type="http://schemas.openxmlformats.org/officeDocument/2006/relationships/slide" Target="/ppt/slides/slide799.xml" Id="R69a2d86b13b7421d" /><Relationship Type="http://schemas.openxmlformats.org/officeDocument/2006/relationships/notesMaster" Target="/ppt/notesMasters/notesMaster1.xml" Id="R64e6fb4ff5594a11" /></Relationships>
</file>

<file path=ppt/notesSlides/_rels/notesSlide800.xml.rels>&#65279;<?xml version="1.0" encoding="utf-8"?><Relationships xmlns="http://schemas.openxmlformats.org/package/2006/relationships"><Relationship Type="http://schemas.openxmlformats.org/officeDocument/2006/relationships/slide" Target="/ppt/slides/slide800.xml" Id="R863036c9ffbe42e8" /><Relationship Type="http://schemas.openxmlformats.org/officeDocument/2006/relationships/notesMaster" Target="/ppt/notesMasters/notesMaster1.xml" Id="R2eecbf9bfc824fef" /></Relationships>
</file>

<file path=ppt/notesSlides/_rels/notesSlide801.xml.rels>&#65279;<?xml version="1.0" encoding="utf-8"?><Relationships xmlns="http://schemas.openxmlformats.org/package/2006/relationships"><Relationship Type="http://schemas.openxmlformats.org/officeDocument/2006/relationships/slide" Target="/ppt/slides/slide801.xml" Id="R3a41c77c2fc54372" /><Relationship Type="http://schemas.openxmlformats.org/officeDocument/2006/relationships/notesMaster" Target="/ppt/notesMasters/notesMaster1.xml" Id="R3b1bedc337e04b27" /></Relationships>
</file>

<file path=ppt/notesSlides/_rels/notesSlide803.xml.rels>&#65279;<?xml version="1.0" encoding="utf-8"?><Relationships xmlns="http://schemas.openxmlformats.org/package/2006/relationships"><Relationship Type="http://schemas.openxmlformats.org/officeDocument/2006/relationships/slide" Target="/ppt/slides/slide803.xml" Id="Reca86ac5506a42c8" /><Relationship Type="http://schemas.openxmlformats.org/officeDocument/2006/relationships/notesMaster" Target="/ppt/notesMasters/notesMaster1.xml" Id="R1cb99930181240be" /></Relationships>
</file>

<file path=ppt/notesSlides/_rels/notesSlide804.xml.rels>&#65279;<?xml version="1.0" encoding="utf-8"?><Relationships xmlns="http://schemas.openxmlformats.org/package/2006/relationships"><Relationship Type="http://schemas.openxmlformats.org/officeDocument/2006/relationships/slide" Target="/ppt/slides/slide804.xml" Id="R796b23866c094ee2" /><Relationship Type="http://schemas.openxmlformats.org/officeDocument/2006/relationships/notesMaster" Target="/ppt/notesMasters/notesMaster1.xml" Id="R49abf86b2ea94112" /></Relationships>
</file>

<file path=ppt/notesSlides/_rels/notesSlide805.xml.rels>&#65279;<?xml version="1.0" encoding="utf-8"?><Relationships xmlns="http://schemas.openxmlformats.org/package/2006/relationships"><Relationship Type="http://schemas.openxmlformats.org/officeDocument/2006/relationships/slide" Target="/ppt/slides/slide805.xml" Id="R6a9e11cc9d6e4148" /><Relationship Type="http://schemas.openxmlformats.org/officeDocument/2006/relationships/notesMaster" Target="/ppt/notesMasters/notesMaster1.xml" Id="R1ed147758d404cb4" /></Relationships>
</file>

<file path=ppt/notesSlides/_rels/notesSlide806.xml.rels>&#65279;<?xml version="1.0" encoding="utf-8"?><Relationships xmlns="http://schemas.openxmlformats.org/package/2006/relationships"><Relationship Type="http://schemas.openxmlformats.org/officeDocument/2006/relationships/slide" Target="/ppt/slides/slide806.xml" Id="R982c79393b194606" /><Relationship Type="http://schemas.openxmlformats.org/officeDocument/2006/relationships/notesMaster" Target="/ppt/notesMasters/notesMaster1.xml" Id="Rb90cddd4db26488e" /></Relationships>
</file>

<file path=ppt/notesSlides/_rels/notesSlide807.xml.rels>&#65279;<?xml version="1.0" encoding="utf-8"?><Relationships xmlns="http://schemas.openxmlformats.org/package/2006/relationships"><Relationship Type="http://schemas.openxmlformats.org/officeDocument/2006/relationships/slide" Target="/ppt/slides/slide807.xml" Id="R699ebadb2c3c40a4" /><Relationship Type="http://schemas.openxmlformats.org/officeDocument/2006/relationships/notesMaster" Target="/ppt/notesMasters/notesMaster1.xml" Id="R5f4957e6bc5342c7" /></Relationships>
</file>

<file path=ppt/notesSlides/_rels/notesSlide808.xml.rels>&#65279;<?xml version="1.0" encoding="utf-8"?><Relationships xmlns="http://schemas.openxmlformats.org/package/2006/relationships"><Relationship Type="http://schemas.openxmlformats.org/officeDocument/2006/relationships/slide" Target="/ppt/slides/slide808.xml" Id="R45349b42897e47f6" /><Relationship Type="http://schemas.openxmlformats.org/officeDocument/2006/relationships/notesMaster" Target="/ppt/notesMasters/notesMaster1.xml" Id="R9bb0007214e94ae7" /></Relationships>
</file>

<file path=ppt/notesSlides/_rels/notesSlide809.xml.rels>&#65279;<?xml version="1.0" encoding="utf-8"?><Relationships xmlns="http://schemas.openxmlformats.org/package/2006/relationships"><Relationship Type="http://schemas.openxmlformats.org/officeDocument/2006/relationships/slide" Target="/ppt/slides/slide809.xml" Id="Re0712e30731b4d5c" /><Relationship Type="http://schemas.openxmlformats.org/officeDocument/2006/relationships/notesMaster" Target="/ppt/notesMasters/notesMaster1.xml" Id="Rd0a133e4d76d472c" /></Relationships>
</file>

<file path=ppt/notesSlides/_rels/notesSlide810.xml.rels>&#65279;<?xml version="1.0" encoding="utf-8"?><Relationships xmlns="http://schemas.openxmlformats.org/package/2006/relationships"><Relationship Type="http://schemas.openxmlformats.org/officeDocument/2006/relationships/slide" Target="/ppt/slides/slide810.xml" Id="R81d2ee65ff1f4bc8" /><Relationship Type="http://schemas.openxmlformats.org/officeDocument/2006/relationships/notesMaster" Target="/ppt/notesMasters/notesMaster1.xml" Id="R32e36ccdef0040f0" /></Relationships>
</file>

<file path=ppt/notesSlides/_rels/notesSlide811.xml.rels>&#65279;<?xml version="1.0" encoding="utf-8"?><Relationships xmlns="http://schemas.openxmlformats.org/package/2006/relationships"><Relationship Type="http://schemas.openxmlformats.org/officeDocument/2006/relationships/slide" Target="/ppt/slides/slide811.xml" Id="R7064541ace4445c9" /><Relationship Type="http://schemas.openxmlformats.org/officeDocument/2006/relationships/notesMaster" Target="/ppt/notesMasters/notesMaster1.xml" Id="R69d19336538a41ba" /></Relationships>
</file>

<file path=ppt/notesSlides/_rels/notesSlide812.xml.rels>&#65279;<?xml version="1.0" encoding="utf-8"?><Relationships xmlns="http://schemas.openxmlformats.org/package/2006/relationships"><Relationship Type="http://schemas.openxmlformats.org/officeDocument/2006/relationships/slide" Target="/ppt/slides/slide812.xml" Id="R283f4e6d95504361" /><Relationship Type="http://schemas.openxmlformats.org/officeDocument/2006/relationships/notesMaster" Target="/ppt/notesMasters/notesMaster1.xml" Id="Rf6ac037444044bb7" /></Relationships>
</file>

<file path=ppt/notesSlides/_rels/notesSlide813.xml.rels>&#65279;<?xml version="1.0" encoding="utf-8"?><Relationships xmlns="http://schemas.openxmlformats.org/package/2006/relationships"><Relationship Type="http://schemas.openxmlformats.org/officeDocument/2006/relationships/slide" Target="/ppt/slides/slide813.xml" Id="R7dcb84bcf8d54a4d" /><Relationship Type="http://schemas.openxmlformats.org/officeDocument/2006/relationships/notesMaster" Target="/ppt/notesMasters/notesMaster1.xml" Id="R1f1f5c762bb54c7f" /></Relationships>
</file>

<file path=ppt/notesSlides/_rels/notesSlide814.xml.rels>&#65279;<?xml version="1.0" encoding="utf-8"?><Relationships xmlns="http://schemas.openxmlformats.org/package/2006/relationships"><Relationship Type="http://schemas.openxmlformats.org/officeDocument/2006/relationships/slide" Target="/ppt/slides/slide814.xml" Id="R8d95934d180347bd" /><Relationship Type="http://schemas.openxmlformats.org/officeDocument/2006/relationships/notesMaster" Target="/ppt/notesMasters/notesMaster1.xml" Id="R833d85941cb7472f" /></Relationships>
</file>

<file path=ppt/notesSlides/_rels/notesSlide815.xml.rels>&#65279;<?xml version="1.0" encoding="utf-8"?><Relationships xmlns="http://schemas.openxmlformats.org/package/2006/relationships"><Relationship Type="http://schemas.openxmlformats.org/officeDocument/2006/relationships/slide" Target="/ppt/slides/slide815.xml" Id="R1d415cfc15a74ca1" /><Relationship Type="http://schemas.openxmlformats.org/officeDocument/2006/relationships/notesMaster" Target="/ppt/notesMasters/notesMaster1.xml" Id="Rdb63100307924756" /></Relationships>
</file>

<file path=ppt/notesSlides/_rels/notesSlide816.xml.rels>&#65279;<?xml version="1.0" encoding="utf-8"?><Relationships xmlns="http://schemas.openxmlformats.org/package/2006/relationships"><Relationship Type="http://schemas.openxmlformats.org/officeDocument/2006/relationships/slide" Target="/ppt/slides/slide816.xml" Id="Ra4b9dfa07b51438c" /><Relationship Type="http://schemas.openxmlformats.org/officeDocument/2006/relationships/notesMaster" Target="/ppt/notesMasters/notesMaster1.xml" Id="Rf770e9b7e2734b86" /></Relationships>
</file>

<file path=ppt/notesSlides/_rels/notesSlide817.xml.rels>&#65279;<?xml version="1.0" encoding="utf-8"?><Relationships xmlns="http://schemas.openxmlformats.org/package/2006/relationships"><Relationship Type="http://schemas.openxmlformats.org/officeDocument/2006/relationships/slide" Target="/ppt/slides/slide817.xml" Id="R871d0a1260e34abe" /><Relationship Type="http://schemas.openxmlformats.org/officeDocument/2006/relationships/notesMaster" Target="/ppt/notesMasters/notesMaster1.xml" Id="R5456380cfb49456e" /></Relationships>
</file>

<file path=ppt/notesSlides/_rels/notesSlide818.xml.rels>&#65279;<?xml version="1.0" encoding="utf-8"?><Relationships xmlns="http://schemas.openxmlformats.org/package/2006/relationships"><Relationship Type="http://schemas.openxmlformats.org/officeDocument/2006/relationships/slide" Target="/ppt/slides/slide818.xml" Id="Re2e7c44aee084c6d" /><Relationship Type="http://schemas.openxmlformats.org/officeDocument/2006/relationships/notesMaster" Target="/ppt/notesMasters/notesMaster1.xml" Id="R69633982d0d74f25" /></Relationships>
</file>

<file path=ppt/notesSlides/_rels/notesSlide819.xml.rels>&#65279;<?xml version="1.0" encoding="utf-8"?><Relationships xmlns="http://schemas.openxmlformats.org/package/2006/relationships"><Relationship Type="http://schemas.openxmlformats.org/officeDocument/2006/relationships/slide" Target="/ppt/slides/slide819.xml" Id="Rfe46f8b7a71643c3" /><Relationship Type="http://schemas.openxmlformats.org/officeDocument/2006/relationships/notesMaster" Target="/ppt/notesMasters/notesMaster1.xml" Id="Rbb5eefe0bb074ac8" /></Relationships>
</file>

<file path=ppt/notesSlides/_rels/notesSlide820.xml.rels>&#65279;<?xml version="1.0" encoding="utf-8"?><Relationships xmlns="http://schemas.openxmlformats.org/package/2006/relationships"><Relationship Type="http://schemas.openxmlformats.org/officeDocument/2006/relationships/slide" Target="/ppt/slides/slide820.xml" Id="R03be9acce0284be7" /><Relationship Type="http://schemas.openxmlformats.org/officeDocument/2006/relationships/notesMaster" Target="/ppt/notesMasters/notesMaster1.xml" Id="R44b907f0550849ce" /></Relationships>
</file>

<file path=ppt/notesSlides/_rels/notesSlide821.xml.rels>&#65279;<?xml version="1.0" encoding="utf-8"?><Relationships xmlns="http://schemas.openxmlformats.org/package/2006/relationships"><Relationship Type="http://schemas.openxmlformats.org/officeDocument/2006/relationships/slide" Target="/ppt/slides/slide821.xml" Id="R54246bc4c7e343bb" /><Relationship Type="http://schemas.openxmlformats.org/officeDocument/2006/relationships/notesMaster" Target="/ppt/notesMasters/notesMaster1.xml" Id="R16d61959bbfa4507" /></Relationships>
</file>

<file path=ppt/notesSlides/_rels/notesSlide822.xml.rels>&#65279;<?xml version="1.0" encoding="utf-8"?><Relationships xmlns="http://schemas.openxmlformats.org/package/2006/relationships"><Relationship Type="http://schemas.openxmlformats.org/officeDocument/2006/relationships/slide" Target="/ppt/slides/slide822.xml" Id="R48deab39e7dd406b" /><Relationship Type="http://schemas.openxmlformats.org/officeDocument/2006/relationships/notesMaster" Target="/ppt/notesMasters/notesMaster1.xml" Id="Ra9ede24611624d29" /></Relationships>
</file>

<file path=ppt/notesSlides/_rels/notesSlide823.xml.rels>&#65279;<?xml version="1.0" encoding="utf-8"?><Relationships xmlns="http://schemas.openxmlformats.org/package/2006/relationships"><Relationship Type="http://schemas.openxmlformats.org/officeDocument/2006/relationships/slide" Target="/ppt/slides/slide823.xml" Id="R4b65085f56394d9e" /><Relationship Type="http://schemas.openxmlformats.org/officeDocument/2006/relationships/notesMaster" Target="/ppt/notesMasters/notesMaster1.xml" Id="R74782d4c53964afb" /></Relationships>
</file>

<file path=ppt/notesSlides/_rels/notesSlide824.xml.rels>&#65279;<?xml version="1.0" encoding="utf-8"?><Relationships xmlns="http://schemas.openxmlformats.org/package/2006/relationships"><Relationship Type="http://schemas.openxmlformats.org/officeDocument/2006/relationships/slide" Target="/ppt/slides/slide824.xml" Id="R33627ecf4d9c4141" /><Relationship Type="http://schemas.openxmlformats.org/officeDocument/2006/relationships/notesMaster" Target="/ppt/notesMasters/notesMaster1.xml" Id="R0a794fe5e0194745" /></Relationships>
</file>

<file path=ppt/notesSlides/_rels/notesSlide825.xml.rels>&#65279;<?xml version="1.0" encoding="utf-8"?><Relationships xmlns="http://schemas.openxmlformats.org/package/2006/relationships"><Relationship Type="http://schemas.openxmlformats.org/officeDocument/2006/relationships/slide" Target="/ppt/slides/slide825.xml" Id="R0012b0213f714c0a" /><Relationship Type="http://schemas.openxmlformats.org/officeDocument/2006/relationships/notesMaster" Target="/ppt/notesMasters/notesMaster1.xml" Id="Rb9fada1cb2414ec7" /></Relationships>
</file>

<file path=ppt/notesSlides/_rels/notesSlide826.xml.rels>&#65279;<?xml version="1.0" encoding="utf-8"?><Relationships xmlns="http://schemas.openxmlformats.org/package/2006/relationships"><Relationship Type="http://schemas.openxmlformats.org/officeDocument/2006/relationships/slide" Target="/ppt/slides/slide826.xml" Id="Rcc78b85a0e804b11" /><Relationship Type="http://schemas.openxmlformats.org/officeDocument/2006/relationships/notesMaster" Target="/ppt/notesMasters/notesMaster1.xml" Id="R821b27ba595d47a0" /></Relationships>
</file>

<file path=ppt/notesSlides/_rels/notesSlide827.xml.rels>&#65279;<?xml version="1.0" encoding="utf-8"?><Relationships xmlns="http://schemas.openxmlformats.org/package/2006/relationships"><Relationship Type="http://schemas.openxmlformats.org/officeDocument/2006/relationships/slide" Target="/ppt/slides/slide827.xml" Id="R67a7d894af1145ed" /><Relationship Type="http://schemas.openxmlformats.org/officeDocument/2006/relationships/notesMaster" Target="/ppt/notesMasters/notesMaster1.xml" Id="Rc76ef4857bc74d9b" /></Relationships>
</file>

<file path=ppt/notesSlides/_rels/notesSlide828.xml.rels>&#65279;<?xml version="1.0" encoding="utf-8"?><Relationships xmlns="http://schemas.openxmlformats.org/package/2006/relationships"><Relationship Type="http://schemas.openxmlformats.org/officeDocument/2006/relationships/slide" Target="/ppt/slides/slide828.xml" Id="Rf5765a4f1e284f4d" /><Relationship Type="http://schemas.openxmlformats.org/officeDocument/2006/relationships/notesMaster" Target="/ppt/notesMasters/notesMaster1.xml" Id="R7915ba7a24f94eca" /></Relationships>
</file>

<file path=ppt/notesSlides/_rels/notesSlide829.xml.rels>&#65279;<?xml version="1.0" encoding="utf-8"?><Relationships xmlns="http://schemas.openxmlformats.org/package/2006/relationships"><Relationship Type="http://schemas.openxmlformats.org/officeDocument/2006/relationships/slide" Target="/ppt/slides/slide829.xml" Id="Rb92199e9628041df" /><Relationship Type="http://schemas.openxmlformats.org/officeDocument/2006/relationships/notesMaster" Target="/ppt/notesMasters/notesMaster1.xml" Id="Ra394af668ac742aa" /></Relationships>
</file>

<file path=ppt/notesSlides/_rels/notesSlide830.xml.rels>&#65279;<?xml version="1.0" encoding="utf-8"?><Relationships xmlns="http://schemas.openxmlformats.org/package/2006/relationships"><Relationship Type="http://schemas.openxmlformats.org/officeDocument/2006/relationships/slide" Target="/ppt/slides/slide830.xml" Id="Rec5005c4b4ef4b07" /><Relationship Type="http://schemas.openxmlformats.org/officeDocument/2006/relationships/notesMaster" Target="/ppt/notesMasters/notesMaster1.xml" Id="Rc5d5fee2eddb45b1" /></Relationships>
</file>

<file path=ppt/notesSlides/_rels/notesSlide831.xml.rels>&#65279;<?xml version="1.0" encoding="utf-8"?><Relationships xmlns="http://schemas.openxmlformats.org/package/2006/relationships"><Relationship Type="http://schemas.openxmlformats.org/officeDocument/2006/relationships/slide" Target="/ppt/slides/slide831.xml" Id="R11905ef0d6b74b98" /><Relationship Type="http://schemas.openxmlformats.org/officeDocument/2006/relationships/notesMaster" Target="/ppt/notesMasters/notesMaster1.xml" Id="R6a53c48792644cb0" /></Relationships>
</file>

<file path=ppt/notesSlides/_rels/notesSlide832.xml.rels>&#65279;<?xml version="1.0" encoding="utf-8"?><Relationships xmlns="http://schemas.openxmlformats.org/package/2006/relationships"><Relationship Type="http://schemas.openxmlformats.org/officeDocument/2006/relationships/slide" Target="/ppt/slides/slide832.xml" Id="Rb88efa1e97ae401d" /><Relationship Type="http://schemas.openxmlformats.org/officeDocument/2006/relationships/notesMaster" Target="/ppt/notesMasters/notesMaster1.xml" Id="Raf24a37622c64855" /></Relationships>
</file>

<file path=ppt/notesSlides/_rels/notesSlide833.xml.rels>&#65279;<?xml version="1.0" encoding="utf-8"?><Relationships xmlns="http://schemas.openxmlformats.org/package/2006/relationships"><Relationship Type="http://schemas.openxmlformats.org/officeDocument/2006/relationships/slide" Target="/ppt/slides/slide833.xml" Id="R840c78082f8b4dcb" /><Relationship Type="http://schemas.openxmlformats.org/officeDocument/2006/relationships/notesMaster" Target="/ppt/notesMasters/notesMaster1.xml" Id="R2ef0b6bf71e844ee" /></Relationships>
</file>

<file path=ppt/notesSlides/_rels/notesSlide834.xml.rels>&#65279;<?xml version="1.0" encoding="utf-8"?><Relationships xmlns="http://schemas.openxmlformats.org/package/2006/relationships"><Relationship Type="http://schemas.openxmlformats.org/officeDocument/2006/relationships/slide" Target="/ppt/slides/slide834.xml" Id="R36554be2889340a4" /><Relationship Type="http://schemas.openxmlformats.org/officeDocument/2006/relationships/notesMaster" Target="/ppt/notesMasters/notesMaster1.xml" Id="Rd81b329194784051" /></Relationships>
</file>

<file path=ppt/notesSlides/_rels/notesSlide835.xml.rels>&#65279;<?xml version="1.0" encoding="utf-8"?><Relationships xmlns="http://schemas.openxmlformats.org/package/2006/relationships"><Relationship Type="http://schemas.openxmlformats.org/officeDocument/2006/relationships/slide" Target="/ppt/slides/slide835.xml" Id="R65b71fed5bb942a6" /><Relationship Type="http://schemas.openxmlformats.org/officeDocument/2006/relationships/notesMaster" Target="/ppt/notesMasters/notesMaster1.xml" Id="Rf99460fdb4c946c1" /></Relationships>
</file>

<file path=ppt/notesSlides/_rels/notesSlide836.xml.rels>&#65279;<?xml version="1.0" encoding="utf-8"?><Relationships xmlns="http://schemas.openxmlformats.org/package/2006/relationships"><Relationship Type="http://schemas.openxmlformats.org/officeDocument/2006/relationships/slide" Target="/ppt/slides/slide836.xml" Id="Rdcfe678520f74bc7" /><Relationship Type="http://schemas.openxmlformats.org/officeDocument/2006/relationships/notesMaster" Target="/ppt/notesMasters/notesMaster1.xml" Id="R3f3db4182c9a465a" /></Relationships>
</file>

<file path=ppt/notesSlides/_rels/notesSlide837.xml.rels>&#65279;<?xml version="1.0" encoding="utf-8"?><Relationships xmlns="http://schemas.openxmlformats.org/package/2006/relationships"><Relationship Type="http://schemas.openxmlformats.org/officeDocument/2006/relationships/slide" Target="/ppt/slides/slide837.xml" Id="Rc0d813fc107f41b7" /><Relationship Type="http://schemas.openxmlformats.org/officeDocument/2006/relationships/notesMaster" Target="/ppt/notesMasters/notesMaster1.xml" Id="Rc6c06561c8244fd1" /></Relationships>
</file>

<file path=ppt/notesSlides/_rels/notesSlide838.xml.rels>&#65279;<?xml version="1.0" encoding="utf-8"?><Relationships xmlns="http://schemas.openxmlformats.org/package/2006/relationships"><Relationship Type="http://schemas.openxmlformats.org/officeDocument/2006/relationships/slide" Target="/ppt/slides/slide838.xml" Id="Rf66f869093894d0f" /><Relationship Type="http://schemas.openxmlformats.org/officeDocument/2006/relationships/notesMaster" Target="/ppt/notesMasters/notesMaster1.xml" Id="Ra8deff35ba06442b" /></Relationships>
</file>

<file path=ppt/notesSlides/_rels/notesSlide839.xml.rels>&#65279;<?xml version="1.0" encoding="utf-8"?><Relationships xmlns="http://schemas.openxmlformats.org/package/2006/relationships"><Relationship Type="http://schemas.openxmlformats.org/officeDocument/2006/relationships/slide" Target="/ppt/slides/slide839.xml" Id="R297fc3a0c68e4379" /><Relationship Type="http://schemas.openxmlformats.org/officeDocument/2006/relationships/notesMaster" Target="/ppt/notesMasters/notesMaster1.xml" Id="Re77d40de864e41a9" /></Relationships>
</file>

<file path=ppt/notesSlides/_rels/notesSlide840.xml.rels>&#65279;<?xml version="1.0" encoding="utf-8"?><Relationships xmlns="http://schemas.openxmlformats.org/package/2006/relationships"><Relationship Type="http://schemas.openxmlformats.org/officeDocument/2006/relationships/slide" Target="/ppt/slides/slide840.xml" Id="R08c5214007ed4ec7" /><Relationship Type="http://schemas.openxmlformats.org/officeDocument/2006/relationships/notesMaster" Target="/ppt/notesMasters/notesMaster1.xml" Id="Rf90696b35f9f4d88" /></Relationships>
</file>

<file path=ppt/notesSlides/_rels/notesSlide841.xml.rels>&#65279;<?xml version="1.0" encoding="utf-8"?><Relationships xmlns="http://schemas.openxmlformats.org/package/2006/relationships"><Relationship Type="http://schemas.openxmlformats.org/officeDocument/2006/relationships/slide" Target="/ppt/slides/slide841.xml" Id="R640251a6c32b46c9" /><Relationship Type="http://schemas.openxmlformats.org/officeDocument/2006/relationships/notesMaster" Target="/ppt/notesMasters/notesMaster1.xml" Id="Ra3b5e750afa144a9" /></Relationships>
</file>

<file path=ppt/notesSlides/_rels/notesSlide842.xml.rels>&#65279;<?xml version="1.0" encoding="utf-8"?><Relationships xmlns="http://schemas.openxmlformats.org/package/2006/relationships"><Relationship Type="http://schemas.openxmlformats.org/officeDocument/2006/relationships/slide" Target="/ppt/slides/slide842.xml" Id="R9255b0ce6f8141d0" /><Relationship Type="http://schemas.openxmlformats.org/officeDocument/2006/relationships/notesMaster" Target="/ppt/notesMasters/notesMaster1.xml" Id="Ra4f8ad74c4494d71" /></Relationships>
</file>

<file path=ppt/notesSlides/_rels/notesSlide843.xml.rels>&#65279;<?xml version="1.0" encoding="utf-8"?><Relationships xmlns="http://schemas.openxmlformats.org/package/2006/relationships"><Relationship Type="http://schemas.openxmlformats.org/officeDocument/2006/relationships/slide" Target="/ppt/slides/slide843.xml" Id="R402fbbadcbee449a" /><Relationship Type="http://schemas.openxmlformats.org/officeDocument/2006/relationships/notesMaster" Target="/ppt/notesMasters/notesMaster1.xml" Id="Re03afb0e6f754fbb" /></Relationships>
</file>

<file path=ppt/notesSlides/_rels/notesSlide844.xml.rels>&#65279;<?xml version="1.0" encoding="utf-8"?><Relationships xmlns="http://schemas.openxmlformats.org/package/2006/relationships"><Relationship Type="http://schemas.openxmlformats.org/officeDocument/2006/relationships/slide" Target="/ppt/slides/slide844.xml" Id="R3d6bebd83fd3410f" /><Relationship Type="http://schemas.openxmlformats.org/officeDocument/2006/relationships/notesMaster" Target="/ppt/notesMasters/notesMaster1.xml" Id="Rc8c1555cf7bc413b" /></Relationships>
</file>

<file path=ppt/notesSlides/_rels/notesSlide845.xml.rels>&#65279;<?xml version="1.0" encoding="utf-8"?><Relationships xmlns="http://schemas.openxmlformats.org/package/2006/relationships"><Relationship Type="http://schemas.openxmlformats.org/officeDocument/2006/relationships/slide" Target="/ppt/slides/slide845.xml" Id="R3d4ef4898f184eef" /><Relationship Type="http://schemas.openxmlformats.org/officeDocument/2006/relationships/notesMaster" Target="/ppt/notesMasters/notesMaster1.xml" Id="R686cd20056f2451e" /></Relationships>
</file>

<file path=ppt/notesSlides/_rels/notesSlide846.xml.rels>&#65279;<?xml version="1.0" encoding="utf-8"?><Relationships xmlns="http://schemas.openxmlformats.org/package/2006/relationships"><Relationship Type="http://schemas.openxmlformats.org/officeDocument/2006/relationships/slide" Target="/ppt/slides/slide846.xml" Id="R1600d71187f74f21" /><Relationship Type="http://schemas.openxmlformats.org/officeDocument/2006/relationships/notesMaster" Target="/ppt/notesMasters/notesMaster1.xml" Id="Rda16722a9bb249cc" /></Relationships>
</file>

<file path=ppt/notesSlides/_rels/notesSlide847.xml.rels>&#65279;<?xml version="1.0" encoding="utf-8"?><Relationships xmlns="http://schemas.openxmlformats.org/package/2006/relationships"><Relationship Type="http://schemas.openxmlformats.org/officeDocument/2006/relationships/slide" Target="/ppt/slides/slide847.xml" Id="R0f4e82277c844bd5" /><Relationship Type="http://schemas.openxmlformats.org/officeDocument/2006/relationships/notesMaster" Target="/ppt/notesMasters/notesMaster1.xml" Id="R6817f019518e44e1" /></Relationships>
</file>

<file path=ppt/notesSlides/_rels/notesSlide848.xml.rels>&#65279;<?xml version="1.0" encoding="utf-8"?><Relationships xmlns="http://schemas.openxmlformats.org/package/2006/relationships"><Relationship Type="http://schemas.openxmlformats.org/officeDocument/2006/relationships/slide" Target="/ppt/slides/slide848.xml" Id="R7010bdf94ed349aa" /><Relationship Type="http://schemas.openxmlformats.org/officeDocument/2006/relationships/notesMaster" Target="/ppt/notesMasters/notesMaster1.xml" Id="R92382c1fa4d74b66" /></Relationships>
</file>

<file path=ppt/notesSlides/_rels/notesSlide849.xml.rels>&#65279;<?xml version="1.0" encoding="utf-8"?><Relationships xmlns="http://schemas.openxmlformats.org/package/2006/relationships"><Relationship Type="http://schemas.openxmlformats.org/officeDocument/2006/relationships/slide" Target="/ppt/slides/slide849.xml" Id="R9d7c7095ac324fe8" /><Relationship Type="http://schemas.openxmlformats.org/officeDocument/2006/relationships/notesMaster" Target="/ppt/notesMasters/notesMaster1.xml" Id="R0cab89d199844459" /></Relationships>
</file>

<file path=ppt/notesSlides/_rels/notesSlide850.xml.rels>&#65279;<?xml version="1.0" encoding="utf-8"?><Relationships xmlns="http://schemas.openxmlformats.org/package/2006/relationships"><Relationship Type="http://schemas.openxmlformats.org/officeDocument/2006/relationships/slide" Target="/ppt/slides/slide850.xml" Id="R0958d41a22b64ae9" /><Relationship Type="http://schemas.openxmlformats.org/officeDocument/2006/relationships/notesMaster" Target="/ppt/notesMasters/notesMaster1.xml" Id="Rd9d3931486574f3d" /></Relationships>
</file>

<file path=ppt/notesSlides/_rels/notesSlide851.xml.rels>&#65279;<?xml version="1.0" encoding="utf-8"?><Relationships xmlns="http://schemas.openxmlformats.org/package/2006/relationships"><Relationship Type="http://schemas.openxmlformats.org/officeDocument/2006/relationships/slide" Target="/ppt/slides/slide851.xml" Id="Ra1ab18acc5ad4cf3" /><Relationship Type="http://schemas.openxmlformats.org/officeDocument/2006/relationships/notesMaster" Target="/ppt/notesMasters/notesMaster1.xml" Id="Ra6e64e09b8fa412f" /></Relationships>
</file>

<file path=ppt/notesSlides/_rels/notesSlide852.xml.rels>&#65279;<?xml version="1.0" encoding="utf-8"?><Relationships xmlns="http://schemas.openxmlformats.org/package/2006/relationships"><Relationship Type="http://schemas.openxmlformats.org/officeDocument/2006/relationships/slide" Target="/ppt/slides/slide852.xml" Id="R21ee68dd26e343b6" /><Relationship Type="http://schemas.openxmlformats.org/officeDocument/2006/relationships/notesMaster" Target="/ppt/notesMasters/notesMaster1.xml" Id="R6f4983c30be547a3" /></Relationships>
</file>

<file path=ppt/notesSlides/_rels/notesSlide853.xml.rels>&#65279;<?xml version="1.0" encoding="utf-8"?><Relationships xmlns="http://schemas.openxmlformats.org/package/2006/relationships"><Relationship Type="http://schemas.openxmlformats.org/officeDocument/2006/relationships/slide" Target="/ppt/slides/slide853.xml" Id="R7732fd1dae694ead" /><Relationship Type="http://schemas.openxmlformats.org/officeDocument/2006/relationships/notesMaster" Target="/ppt/notesMasters/notesMaster1.xml" Id="Re34846b01515481c" /></Relationships>
</file>

<file path=ppt/notesSlides/_rels/notesSlide854.xml.rels>&#65279;<?xml version="1.0" encoding="utf-8"?><Relationships xmlns="http://schemas.openxmlformats.org/package/2006/relationships"><Relationship Type="http://schemas.openxmlformats.org/officeDocument/2006/relationships/slide" Target="/ppt/slides/slide854.xml" Id="R24bf5853035e4066" /><Relationship Type="http://schemas.openxmlformats.org/officeDocument/2006/relationships/notesMaster" Target="/ppt/notesMasters/notesMaster1.xml" Id="Rafbc92ed70ad42a7" /></Relationships>
</file>

<file path=ppt/notesSlides/_rels/notesSlide855.xml.rels>&#65279;<?xml version="1.0" encoding="utf-8"?><Relationships xmlns="http://schemas.openxmlformats.org/package/2006/relationships"><Relationship Type="http://schemas.openxmlformats.org/officeDocument/2006/relationships/slide" Target="/ppt/slides/slide855.xml" Id="R0f38d02c971a4c67" /><Relationship Type="http://schemas.openxmlformats.org/officeDocument/2006/relationships/notesMaster" Target="/ppt/notesMasters/notesMaster1.xml" Id="R1034df33abc84c64" /></Relationships>
</file>

<file path=ppt/notesSlides/_rels/notesSlide856.xml.rels>&#65279;<?xml version="1.0" encoding="utf-8"?><Relationships xmlns="http://schemas.openxmlformats.org/package/2006/relationships"><Relationship Type="http://schemas.openxmlformats.org/officeDocument/2006/relationships/slide" Target="/ppt/slides/slide856.xml" Id="Rd2c3c2ba199c4b9d" /><Relationship Type="http://schemas.openxmlformats.org/officeDocument/2006/relationships/notesMaster" Target="/ppt/notesMasters/notesMaster1.xml" Id="R0194f0d45ef6495a" /></Relationships>
</file>

<file path=ppt/notesSlides/_rels/notesSlide857.xml.rels>&#65279;<?xml version="1.0" encoding="utf-8"?><Relationships xmlns="http://schemas.openxmlformats.org/package/2006/relationships"><Relationship Type="http://schemas.openxmlformats.org/officeDocument/2006/relationships/slide" Target="/ppt/slides/slide857.xml" Id="R654a9e5b10a74d46" /><Relationship Type="http://schemas.openxmlformats.org/officeDocument/2006/relationships/notesMaster" Target="/ppt/notesMasters/notesMaster1.xml" Id="Rb408f9b178644885" /></Relationships>
</file>

<file path=ppt/notesSlides/_rels/notesSlide858.xml.rels>&#65279;<?xml version="1.0" encoding="utf-8"?><Relationships xmlns="http://schemas.openxmlformats.org/package/2006/relationships"><Relationship Type="http://schemas.openxmlformats.org/officeDocument/2006/relationships/slide" Target="/ppt/slides/slide858.xml" Id="Redbea177437343db" /><Relationship Type="http://schemas.openxmlformats.org/officeDocument/2006/relationships/notesMaster" Target="/ppt/notesMasters/notesMaster1.xml" Id="Rca7e8fd0d1774e0f" /></Relationships>
</file>

<file path=ppt/notesSlides/_rels/notesSlide859.xml.rels>&#65279;<?xml version="1.0" encoding="utf-8"?><Relationships xmlns="http://schemas.openxmlformats.org/package/2006/relationships"><Relationship Type="http://schemas.openxmlformats.org/officeDocument/2006/relationships/slide" Target="/ppt/slides/slide859.xml" Id="Rba7e43c6ba364e37" /><Relationship Type="http://schemas.openxmlformats.org/officeDocument/2006/relationships/notesMaster" Target="/ppt/notesMasters/notesMaster1.xml" Id="Rb9dbc25a8cfe4999" /></Relationships>
</file>

<file path=ppt/notesSlides/_rels/notesSlide860.xml.rels>&#65279;<?xml version="1.0" encoding="utf-8"?><Relationships xmlns="http://schemas.openxmlformats.org/package/2006/relationships"><Relationship Type="http://schemas.openxmlformats.org/officeDocument/2006/relationships/slide" Target="/ppt/slides/slide860.xml" Id="R9bb0aaf9fb6d49b5" /><Relationship Type="http://schemas.openxmlformats.org/officeDocument/2006/relationships/notesMaster" Target="/ppt/notesMasters/notesMaster1.xml" Id="R43902b7713c64197" /></Relationships>
</file>

<file path=ppt/notesSlides/_rels/notesSlide861.xml.rels>&#65279;<?xml version="1.0" encoding="utf-8"?><Relationships xmlns="http://schemas.openxmlformats.org/package/2006/relationships"><Relationship Type="http://schemas.openxmlformats.org/officeDocument/2006/relationships/slide" Target="/ppt/slides/slide861.xml" Id="R6899707272a24c5b" /><Relationship Type="http://schemas.openxmlformats.org/officeDocument/2006/relationships/notesMaster" Target="/ppt/notesMasters/notesMaster1.xml" Id="Rc832ea6d40d94753" /></Relationships>
</file>

<file path=ppt/notesSlides/_rels/notesSlide862.xml.rels>&#65279;<?xml version="1.0" encoding="utf-8"?><Relationships xmlns="http://schemas.openxmlformats.org/package/2006/relationships"><Relationship Type="http://schemas.openxmlformats.org/officeDocument/2006/relationships/slide" Target="/ppt/slides/slide862.xml" Id="R0b4ea9dca5c44ab3" /><Relationship Type="http://schemas.openxmlformats.org/officeDocument/2006/relationships/notesMaster" Target="/ppt/notesMasters/notesMaster1.xml" Id="R9e43627a3cbd4568" /></Relationships>
</file>

<file path=ppt/notesSlides/_rels/notesSlide863.xml.rels>&#65279;<?xml version="1.0" encoding="utf-8"?><Relationships xmlns="http://schemas.openxmlformats.org/package/2006/relationships"><Relationship Type="http://schemas.openxmlformats.org/officeDocument/2006/relationships/slide" Target="/ppt/slides/slide863.xml" Id="R9ff3b35adc714b5e" /><Relationship Type="http://schemas.openxmlformats.org/officeDocument/2006/relationships/notesMaster" Target="/ppt/notesMasters/notesMaster1.xml" Id="R185444631ed741ae" /></Relationships>
</file>

<file path=ppt/notesSlides/_rels/notesSlide864.xml.rels>&#65279;<?xml version="1.0" encoding="utf-8"?><Relationships xmlns="http://schemas.openxmlformats.org/package/2006/relationships"><Relationship Type="http://schemas.openxmlformats.org/officeDocument/2006/relationships/slide" Target="/ppt/slides/slide864.xml" Id="Rd97d7a8970a041ce" /><Relationship Type="http://schemas.openxmlformats.org/officeDocument/2006/relationships/notesMaster" Target="/ppt/notesMasters/notesMaster1.xml" Id="Ra7270d21c62448dc" /></Relationships>
</file>

<file path=ppt/notesSlides/_rels/notesSlide865.xml.rels>&#65279;<?xml version="1.0" encoding="utf-8"?><Relationships xmlns="http://schemas.openxmlformats.org/package/2006/relationships"><Relationship Type="http://schemas.openxmlformats.org/officeDocument/2006/relationships/slide" Target="/ppt/slides/slide865.xml" Id="R51dce25668884b17" /><Relationship Type="http://schemas.openxmlformats.org/officeDocument/2006/relationships/notesMaster" Target="/ppt/notesMasters/notesMaster1.xml" Id="R3cbaa8c4c10f47e1" /></Relationships>
</file>

<file path=ppt/notesSlides/_rels/notesSlide866.xml.rels>&#65279;<?xml version="1.0" encoding="utf-8"?><Relationships xmlns="http://schemas.openxmlformats.org/package/2006/relationships"><Relationship Type="http://schemas.openxmlformats.org/officeDocument/2006/relationships/slide" Target="/ppt/slides/slide866.xml" Id="Rd8011f08c0b643c7" /><Relationship Type="http://schemas.openxmlformats.org/officeDocument/2006/relationships/notesMaster" Target="/ppt/notesMasters/notesMaster1.xml" Id="R89da4c19d31040c1" /></Relationships>
</file>

<file path=ppt/notesSlides/_rels/notesSlide868.xml.rels>&#65279;<?xml version="1.0" encoding="utf-8"?><Relationships xmlns="http://schemas.openxmlformats.org/package/2006/relationships"><Relationship Type="http://schemas.openxmlformats.org/officeDocument/2006/relationships/slide" Target="/ppt/slides/slide868.xml" Id="Rd6ccbccd31cc4d9f" /><Relationship Type="http://schemas.openxmlformats.org/officeDocument/2006/relationships/notesMaster" Target="/ppt/notesMasters/notesMaster1.xml" Id="R8616325faaef43c1" /></Relationships>
</file>

<file path=ppt/notesSlides/_rels/notesSlide869.xml.rels>&#65279;<?xml version="1.0" encoding="utf-8"?><Relationships xmlns="http://schemas.openxmlformats.org/package/2006/relationships"><Relationship Type="http://schemas.openxmlformats.org/officeDocument/2006/relationships/slide" Target="/ppt/slides/slide869.xml" Id="R51fa156f7b4e460e" /><Relationship Type="http://schemas.openxmlformats.org/officeDocument/2006/relationships/notesMaster" Target="/ppt/notesMasters/notesMaster1.xml" Id="R72db4a9a15274333" /></Relationships>
</file>

<file path=ppt/notesSlides/_rels/notesSlide870.xml.rels>&#65279;<?xml version="1.0" encoding="utf-8"?><Relationships xmlns="http://schemas.openxmlformats.org/package/2006/relationships"><Relationship Type="http://schemas.openxmlformats.org/officeDocument/2006/relationships/slide" Target="/ppt/slides/slide870.xml" Id="R239c2f78b1404dc2" /><Relationship Type="http://schemas.openxmlformats.org/officeDocument/2006/relationships/notesMaster" Target="/ppt/notesMasters/notesMaster1.xml" Id="R887d125424d24eab" /></Relationships>
</file>

<file path=ppt/notesSlides/_rels/notesSlide871.xml.rels>&#65279;<?xml version="1.0" encoding="utf-8"?><Relationships xmlns="http://schemas.openxmlformats.org/package/2006/relationships"><Relationship Type="http://schemas.openxmlformats.org/officeDocument/2006/relationships/slide" Target="/ppt/slides/slide871.xml" Id="R0f878c7da51d406e" /><Relationship Type="http://schemas.openxmlformats.org/officeDocument/2006/relationships/notesMaster" Target="/ppt/notesMasters/notesMaster1.xml" Id="R8dd63aace672438e" /></Relationships>
</file>

<file path=ppt/notesSlides/_rels/notesSlide872.xml.rels>&#65279;<?xml version="1.0" encoding="utf-8"?><Relationships xmlns="http://schemas.openxmlformats.org/package/2006/relationships"><Relationship Type="http://schemas.openxmlformats.org/officeDocument/2006/relationships/slide" Target="/ppt/slides/slide872.xml" Id="R496369c683b0489b" /><Relationship Type="http://schemas.openxmlformats.org/officeDocument/2006/relationships/notesMaster" Target="/ppt/notesMasters/notesMaster1.xml" Id="R0280c4ee385b4029" /></Relationships>
</file>

<file path=ppt/notesSlides/_rels/notesSlide873.xml.rels>&#65279;<?xml version="1.0" encoding="utf-8"?><Relationships xmlns="http://schemas.openxmlformats.org/package/2006/relationships"><Relationship Type="http://schemas.openxmlformats.org/officeDocument/2006/relationships/slide" Target="/ppt/slides/slide873.xml" Id="R87d0a29bfc5a48c2" /><Relationship Type="http://schemas.openxmlformats.org/officeDocument/2006/relationships/notesMaster" Target="/ppt/notesMasters/notesMaster1.xml" Id="R3585c33efb414757" /></Relationships>
</file>

<file path=ppt/notesSlides/_rels/notesSlide874.xml.rels>&#65279;<?xml version="1.0" encoding="utf-8"?><Relationships xmlns="http://schemas.openxmlformats.org/package/2006/relationships"><Relationship Type="http://schemas.openxmlformats.org/officeDocument/2006/relationships/slide" Target="/ppt/slides/slide874.xml" Id="R17393b10d80f4086" /><Relationship Type="http://schemas.openxmlformats.org/officeDocument/2006/relationships/notesMaster" Target="/ppt/notesMasters/notesMaster1.xml" Id="R7616c8ed0af04dca" /></Relationships>
</file>

<file path=ppt/notesSlides/_rels/notesSlide875.xml.rels>&#65279;<?xml version="1.0" encoding="utf-8"?><Relationships xmlns="http://schemas.openxmlformats.org/package/2006/relationships"><Relationship Type="http://schemas.openxmlformats.org/officeDocument/2006/relationships/slide" Target="/ppt/slides/slide875.xml" Id="Ra4db57a6cd684211" /><Relationship Type="http://schemas.openxmlformats.org/officeDocument/2006/relationships/notesMaster" Target="/ppt/notesMasters/notesMaster1.xml" Id="R4a5a9cb9847e4295" /></Relationships>
</file>

<file path=ppt/notesSlides/_rels/notesSlide876.xml.rels>&#65279;<?xml version="1.0" encoding="utf-8"?><Relationships xmlns="http://schemas.openxmlformats.org/package/2006/relationships"><Relationship Type="http://schemas.openxmlformats.org/officeDocument/2006/relationships/slide" Target="/ppt/slides/slide876.xml" Id="Rbd6d98fa98ca472e" /><Relationship Type="http://schemas.openxmlformats.org/officeDocument/2006/relationships/notesMaster" Target="/ppt/notesMasters/notesMaster1.xml" Id="Rdfbfd2ba174845df" /></Relationships>
</file>

<file path=ppt/notesSlides/_rels/notesSlide877.xml.rels>&#65279;<?xml version="1.0" encoding="utf-8"?><Relationships xmlns="http://schemas.openxmlformats.org/package/2006/relationships"><Relationship Type="http://schemas.openxmlformats.org/officeDocument/2006/relationships/slide" Target="/ppt/slides/slide877.xml" Id="R1c3f04b56f7f4dc1" /><Relationship Type="http://schemas.openxmlformats.org/officeDocument/2006/relationships/notesMaster" Target="/ppt/notesMasters/notesMaster1.xml" Id="Rc5b5a632586a496f" /></Relationships>
</file>

<file path=ppt/notesSlides/_rels/notesSlide878.xml.rels>&#65279;<?xml version="1.0" encoding="utf-8"?><Relationships xmlns="http://schemas.openxmlformats.org/package/2006/relationships"><Relationship Type="http://schemas.openxmlformats.org/officeDocument/2006/relationships/slide" Target="/ppt/slides/slide878.xml" Id="Rb6e328e8c6db40fc" /><Relationship Type="http://schemas.openxmlformats.org/officeDocument/2006/relationships/notesMaster" Target="/ppt/notesMasters/notesMaster1.xml" Id="R30731778e6264d98" /></Relationships>
</file>

<file path=ppt/notesSlides/_rels/notesSlide879.xml.rels>&#65279;<?xml version="1.0" encoding="utf-8"?><Relationships xmlns="http://schemas.openxmlformats.org/package/2006/relationships"><Relationship Type="http://schemas.openxmlformats.org/officeDocument/2006/relationships/slide" Target="/ppt/slides/slide879.xml" Id="Rbc45d5d81eaa421a" /><Relationship Type="http://schemas.openxmlformats.org/officeDocument/2006/relationships/notesMaster" Target="/ppt/notesMasters/notesMaster1.xml" Id="Rfa385046d01d4dea" /></Relationships>
</file>

<file path=ppt/notesSlides/_rels/notesSlide880.xml.rels>&#65279;<?xml version="1.0" encoding="utf-8"?><Relationships xmlns="http://schemas.openxmlformats.org/package/2006/relationships"><Relationship Type="http://schemas.openxmlformats.org/officeDocument/2006/relationships/slide" Target="/ppt/slides/slide880.xml" Id="R8c4a6fcb364a4836" /><Relationship Type="http://schemas.openxmlformats.org/officeDocument/2006/relationships/notesMaster" Target="/ppt/notesMasters/notesMaster1.xml" Id="R21d192b84d5c46ff" /></Relationships>
</file>

<file path=ppt/notesSlides/_rels/notesSlide881.xml.rels>&#65279;<?xml version="1.0" encoding="utf-8"?><Relationships xmlns="http://schemas.openxmlformats.org/package/2006/relationships"><Relationship Type="http://schemas.openxmlformats.org/officeDocument/2006/relationships/slide" Target="/ppt/slides/slide881.xml" Id="Rb6fdd8a49a134f35" /><Relationship Type="http://schemas.openxmlformats.org/officeDocument/2006/relationships/notesMaster" Target="/ppt/notesMasters/notesMaster1.xml" Id="R29afc63792614202" /></Relationships>
</file>

<file path=ppt/notesSlides/_rels/notesSlide882.xml.rels>&#65279;<?xml version="1.0" encoding="utf-8"?><Relationships xmlns="http://schemas.openxmlformats.org/package/2006/relationships"><Relationship Type="http://schemas.openxmlformats.org/officeDocument/2006/relationships/slide" Target="/ppt/slides/slide882.xml" Id="R86067ea6e43147c3" /><Relationship Type="http://schemas.openxmlformats.org/officeDocument/2006/relationships/notesMaster" Target="/ppt/notesMasters/notesMaster1.xml" Id="Rb01be5ccf9ad4210" /></Relationships>
</file>

<file path=ppt/notesSlides/_rels/notesSlide883.xml.rels>&#65279;<?xml version="1.0" encoding="utf-8"?><Relationships xmlns="http://schemas.openxmlformats.org/package/2006/relationships"><Relationship Type="http://schemas.openxmlformats.org/officeDocument/2006/relationships/slide" Target="/ppt/slides/slide883.xml" Id="Ra6b58cbe3f6a479a" /><Relationship Type="http://schemas.openxmlformats.org/officeDocument/2006/relationships/notesMaster" Target="/ppt/notesMasters/notesMaster1.xml" Id="R6e6a3e4ba1434497" /></Relationships>
</file>

<file path=ppt/notesSlides/_rels/notesSlide884.xml.rels>&#65279;<?xml version="1.0" encoding="utf-8"?><Relationships xmlns="http://schemas.openxmlformats.org/package/2006/relationships"><Relationship Type="http://schemas.openxmlformats.org/officeDocument/2006/relationships/slide" Target="/ppt/slides/slide884.xml" Id="R79eab10ce30d4174" /><Relationship Type="http://schemas.openxmlformats.org/officeDocument/2006/relationships/notesMaster" Target="/ppt/notesMasters/notesMaster1.xml" Id="R967e1a13f92a4bdf" /></Relationships>
</file>

<file path=ppt/notesSlides/_rels/notesSlide885.xml.rels>&#65279;<?xml version="1.0" encoding="utf-8"?><Relationships xmlns="http://schemas.openxmlformats.org/package/2006/relationships"><Relationship Type="http://schemas.openxmlformats.org/officeDocument/2006/relationships/slide" Target="/ppt/slides/slide885.xml" Id="Rf94eba8a195143fa" /><Relationship Type="http://schemas.openxmlformats.org/officeDocument/2006/relationships/notesMaster" Target="/ppt/notesMasters/notesMaster1.xml" Id="Ra99cea48479f44bc" /></Relationships>
</file>

<file path=ppt/notesSlides/_rels/notesSlide886.xml.rels>&#65279;<?xml version="1.0" encoding="utf-8"?><Relationships xmlns="http://schemas.openxmlformats.org/package/2006/relationships"><Relationship Type="http://schemas.openxmlformats.org/officeDocument/2006/relationships/slide" Target="/ppt/slides/slide886.xml" Id="Rcfbd9be6606444ea" /><Relationship Type="http://schemas.openxmlformats.org/officeDocument/2006/relationships/notesMaster" Target="/ppt/notesMasters/notesMaster1.xml" Id="Rdb17c01862904cc9" /></Relationships>
</file>

<file path=ppt/notesSlides/_rels/notesSlide887.xml.rels>&#65279;<?xml version="1.0" encoding="utf-8"?><Relationships xmlns="http://schemas.openxmlformats.org/package/2006/relationships"><Relationship Type="http://schemas.openxmlformats.org/officeDocument/2006/relationships/slide" Target="/ppt/slides/slide887.xml" Id="Rd6ef526fa612422d" /><Relationship Type="http://schemas.openxmlformats.org/officeDocument/2006/relationships/notesMaster" Target="/ppt/notesMasters/notesMaster1.xml" Id="Re900f19a9ffa4ebe" /></Relationships>
</file>

<file path=ppt/notesSlides/_rels/notesSlide888.xml.rels>&#65279;<?xml version="1.0" encoding="utf-8"?><Relationships xmlns="http://schemas.openxmlformats.org/package/2006/relationships"><Relationship Type="http://schemas.openxmlformats.org/officeDocument/2006/relationships/slide" Target="/ppt/slides/slide888.xml" Id="R53bbb78197f5414b" /><Relationship Type="http://schemas.openxmlformats.org/officeDocument/2006/relationships/notesMaster" Target="/ppt/notesMasters/notesMaster1.xml" Id="R2cd61513dbd3405c" /></Relationships>
</file>

<file path=ppt/notesSlides/_rels/notesSlide889.xml.rels>&#65279;<?xml version="1.0" encoding="utf-8"?><Relationships xmlns="http://schemas.openxmlformats.org/package/2006/relationships"><Relationship Type="http://schemas.openxmlformats.org/officeDocument/2006/relationships/slide" Target="/ppt/slides/slide889.xml" Id="R391e022910f14371" /><Relationship Type="http://schemas.openxmlformats.org/officeDocument/2006/relationships/notesMaster" Target="/ppt/notesMasters/notesMaster1.xml" Id="Rfc80bd7318004fa9" /></Relationships>
</file>

<file path=ppt/notesSlides/_rels/notesSlide890.xml.rels>&#65279;<?xml version="1.0" encoding="utf-8"?><Relationships xmlns="http://schemas.openxmlformats.org/package/2006/relationships"><Relationship Type="http://schemas.openxmlformats.org/officeDocument/2006/relationships/slide" Target="/ppt/slides/slide890.xml" Id="R17d8bd95f0a1479c" /><Relationship Type="http://schemas.openxmlformats.org/officeDocument/2006/relationships/notesMaster" Target="/ppt/notesMasters/notesMaster1.xml" Id="Rb586a61283134c0a" /></Relationships>
</file>

<file path=ppt/notesSlides/_rels/notesSlide891.xml.rels>&#65279;<?xml version="1.0" encoding="utf-8"?><Relationships xmlns="http://schemas.openxmlformats.org/package/2006/relationships"><Relationship Type="http://schemas.openxmlformats.org/officeDocument/2006/relationships/slide" Target="/ppt/slides/slide891.xml" Id="R05f647a4c853431c" /><Relationship Type="http://schemas.openxmlformats.org/officeDocument/2006/relationships/notesMaster" Target="/ppt/notesMasters/notesMaster1.xml" Id="R7a13fb59ce164505" /></Relationships>
</file>

<file path=ppt/notesSlides/_rels/notesSlide892.xml.rels>&#65279;<?xml version="1.0" encoding="utf-8"?><Relationships xmlns="http://schemas.openxmlformats.org/package/2006/relationships"><Relationship Type="http://schemas.openxmlformats.org/officeDocument/2006/relationships/slide" Target="/ppt/slides/slide892.xml" Id="R58cc9c08a1c5422c" /><Relationship Type="http://schemas.openxmlformats.org/officeDocument/2006/relationships/notesMaster" Target="/ppt/notesMasters/notesMaster1.xml" Id="R11acb2f087924882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836cd47c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860932063470d" /><Relationship Type="http://schemas.openxmlformats.org/officeDocument/2006/relationships/slideLayout" Target="/ppt/slideLayouts/slideLayout1.xml" Id="R1263a99b425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3a99b425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6b6377e9c4125" /><Relationship Type="http://schemas.openxmlformats.org/officeDocument/2006/relationships/image" Target="/ppt/media/image5.png" Id="Rc400864e56104e8c" /><Relationship Type="http://schemas.openxmlformats.org/officeDocument/2006/relationships/notesSlide" Target="/ppt/notesSlides/notesSlide3.xml" Id="R5aa286a25eee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969f1e3d4fc7" /><Relationship Type="http://schemas.openxmlformats.org/officeDocument/2006/relationships/notesSlide" Target="/ppt/notesSlides/notesSlide4.xml" Id="R9081d19e881f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9d808051b42cd" /><Relationship Type="http://schemas.openxmlformats.org/officeDocument/2006/relationships/notesSlide" Target="/ppt/notesSlides/notesSlide5.xml" Id="R6c6602d01ef1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2aea6336b4212" /><Relationship Type="http://schemas.openxmlformats.org/officeDocument/2006/relationships/notesSlide" Target="/ppt/notesSlides/notesSlide7.xml" Id="R4e156f1b8f74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18d111654835" /><Relationship Type="http://schemas.openxmlformats.org/officeDocument/2006/relationships/image" Target="/ppt/media/image6.png" Id="Rb10e9c2af6934659" /><Relationship Type="http://schemas.openxmlformats.org/officeDocument/2006/relationships/notesSlide" Target="/ppt/notesSlides/notesSlide8.xml" Id="Rbf918013bf0a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8d5a2d2b42dc" /><Relationship Type="http://schemas.openxmlformats.org/officeDocument/2006/relationships/image" Target="/ppt/media/image6.png" Id="R613ae640ada74d66" /><Relationship Type="http://schemas.openxmlformats.org/officeDocument/2006/relationships/notesSlide" Target="/ppt/notesSlides/notesSlide9.xml" Id="R5cb57602359b4b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386db11a4a04" /><Relationship Type="http://schemas.openxmlformats.org/officeDocument/2006/relationships/image" Target="/ppt/media/image7.png" Id="R7b4b82d2f33f4d96" /><Relationship Type="http://schemas.openxmlformats.org/officeDocument/2006/relationships/notesSlide" Target="/ppt/notesSlides/notesSlide10.xml" Id="R71a26551560b45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5499565048d2" /><Relationship Type="http://schemas.openxmlformats.org/officeDocument/2006/relationships/image" Target="/ppt/media/image7.png" Id="R4ff47cac31ed41f9" /><Relationship Type="http://schemas.openxmlformats.org/officeDocument/2006/relationships/notesSlide" Target="/ppt/notesSlides/notesSlide11.xml" Id="Rfea7ba344f3843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500228e384722" /><Relationship Type="http://schemas.openxmlformats.org/officeDocument/2006/relationships/image" Target="/ppt/media/image7.png" Id="R9515a660e8ca46ce" /><Relationship Type="http://schemas.openxmlformats.org/officeDocument/2006/relationships/notesSlide" Target="/ppt/notesSlides/notesSlide12.xml" Id="R5985ed857a9341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0b7ff0554086" /><Relationship Type="http://schemas.openxmlformats.org/officeDocument/2006/relationships/notesSlide" Target="/ppt/notesSlides/notesSlide13.xml" Id="Rf5c63657be814b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e71d0b2544d18" /><Relationship Type="http://schemas.openxmlformats.org/officeDocument/2006/relationships/notesSlide" Target="/ppt/notesSlides/notesSlide14.xml" Id="Rcabbe0aaa1bb40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ea10f3a34abb" /><Relationship Type="http://schemas.openxmlformats.org/officeDocument/2006/relationships/image" Target="/ppt/media/image8.png" Id="Ra4ce1bf5bdac4e5c" /><Relationship Type="http://schemas.openxmlformats.org/officeDocument/2006/relationships/notesSlide" Target="/ppt/notesSlides/notesSlide15.xml" Id="R4f248b49835743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18e778164d95" /><Relationship Type="http://schemas.openxmlformats.org/officeDocument/2006/relationships/image" Target="/ppt/media/image9.png" Id="R2ff83ecf73034ca2" /><Relationship Type="http://schemas.openxmlformats.org/officeDocument/2006/relationships/notesSlide" Target="/ppt/notesSlides/notesSlide16.xml" Id="Re492c85ec21441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be126e50c461d" /><Relationship Type="http://schemas.openxmlformats.org/officeDocument/2006/relationships/image" Target="/ppt/media/image9.png" Id="Rcaeaf6c137de432e" /><Relationship Type="http://schemas.openxmlformats.org/officeDocument/2006/relationships/notesSlide" Target="/ppt/notesSlides/notesSlide17.xml" Id="R84e662abcf1548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bf9e726da44c6" /><Relationship Type="http://schemas.openxmlformats.org/officeDocument/2006/relationships/image" Target="/ppt/media/image10.png" Id="Rb2009171b866485c" /><Relationship Type="http://schemas.openxmlformats.org/officeDocument/2006/relationships/notesSlide" Target="/ppt/notesSlides/notesSlide18.xml" Id="R80ca65b1785048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3815541e47f2" /><Relationship Type="http://schemas.openxmlformats.org/officeDocument/2006/relationships/image" Target="/ppt/media/image11.png" Id="Rb13dd9d6838c4a52" /><Relationship Type="http://schemas.openxmlformats.org/officeDocument/2006/relationships/notesSlide" Target="/ppt/notesSlides/notesSlide19.xml" Id="R2f7eeb172cee42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960321144d9d" /><Relationship Type="http://schemas.openxmlformats.org/officeDocument/2006/relationships/notesSlide" Target="/ppt/notesSlides/notesSlide20.xml" Id="Rc90637d2d5a24f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96f562914df8" /><Relationship Type="http://schemas.openxmlformats.org/officeDocument/2006/relationships/notesSlide" Target="/ppt/notesSlides/notesSlide21.xml" Id="R2618df877bef49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6e3c3c8fe460f" /><Relationship Type="http://schemas.openxmlformats.org/officeDocument/2006/relationships/image" Target="/ppt/media/image12.png" Id="R190c77296e974bfa" /><Relationship Type="http://schemas.openxmlformats.org/officeDocument/2006/relationships/notesSlide" Target="/ppt/notesSlides/notesSlide22.xml" Id="R7ac3cf89fcf54c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bec88f1b43e2" /><Relationship Type="http://schemas.openxmlformats.org/officeDocument/2006/relationships/image" Target="/ppt/media/image12.png" Id="R18cdc3ba53d14b5a" /><Relationship Type="http://schemas.openxmlformats.org/officeDocument/2006/relationships/notesSlide" Target="/ppt/notesSlides/notesSlide23.xml" Id="R8be8a488167a4c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51ed892348d8" /><Relationship Type="http://schemas.openxmlformats.org/officeDocument/2006/relationships/image" Target="/ppt/media/image12.png" Id="R623b810a6efe483b" /><Relationship Type="http://schemas.openxmlformats.org/officeDocument/2006/relationships/notesSlide" Target="/ppt/notesSlides/notesSlide24.xml" Id="R1e2d69a1eac24a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4d66f81f4b22" /><Relationship Type="http://schemas.openxmlformats.org/officeDocument/2006/relationships/image" Target="/ppt/media/image12.png" Id="Rddf7cdcfc1e1425f" /><Relationship Type="http://schemas.openxmlformats.org/officeDocument/2006/relationships/notesSlide" Target="/ppt/notesSlides/notesSlide25.xml" Id="R41ab049f593144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159547914aeb" /><Relationship Type="http://schemas.openxmlformats.org/officeDocument/2006/relationships/notesSlide" Target="/ppt/notesSlides/notesSlide26.xml" Id="R4395f9d35aaa4d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16b83b9a4735" /><Relationship Type="http://schemas.openxmlformats.org/officeDocument/2006/relationships/notesSlide" Target="/ppt/notesSlides/notesSlide27.xml" Id="R54a3ec6dff7743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fb77b5e74476" /><Relationship Type="http://schemas.openxmlformats.org/officeDocument/2006/relationships/image" Target="/ppt/media/image13.png" Id="R05434b9232fc4596" /><Relationship Type="http://schemas.openxmlformats.org/officeDocument/2006/relationships/notesSlide" Target="/ppt/notesSlides/notesSlide28.xml" Id="R15e167e127b74f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75f2de044bd4" /><Relationship Type="http://schemas.openxmlformats.org/officeDocument/2006/relationships/image" Target="/ppt/media/image13.png" Id="R3c5f912577444d11" /><Relationship Type="http://schemas.openxmlformats.org/officeDocument/2006/relationships/notesSlide" Target="/ppt/notesSlides/notesSlide29.xml" Id="R3a0d61fbbae447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2d42e4214917" /><Relationship Type="http://schemas.openxmlformats.org/officeDocument/2006/relationships/image" Target="/ppt/media/image13.png" Id="Rc5f755aa1db94fd1" /><Relationship Type="http://schemas.openxmlformats.org/officeDocument/2006/relationships/notesSlide" Target="/ppt/notesSlides/notesSlide30.xml" Id="Re15f0d109cd04a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d692bc9f431e" /><Relationship Type="http://schemas.openxmlformats.org/officeDocument/2006/relationships/image" Target="/ppt/media/image14.png" Id="Rb3f7a72a697f4e25" /><Relationship Type="http://schemas.openxmlformats.org/officeDocument/2006/relationships/notesSlide" Target="/ppt/notesSlides/notesSlide31.xml" Id="Re03731ef345c4a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f7d4717146b6" /><Relationship Type="http://schemas.openxmlformats.org/officeDocument/2006/relationships/image" Target="/ppt/media/image14.png" Id="Radfbe42c855f4e9f" /><Relationship Type="http://schemas.openxmlformats.org/officeDocument/2006/relationships/notesSlide" Target="/ppt/notesSlides/notesSlide32.xml" Id="R0a3121c7bab745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d5cc40fd4d88" /><Relationship Type="http://schemas.openxmlformats.org/officeDocument/2006/relationships/notesSlide" Target="/ppt/notesSlides/notesSlide33.xml" Id="R60a2ebb15cc34a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1a58b26f4174" /><Relationship Type="http://schemas.openxmlformats.org/officeDocument/2006/relationships/notesSlide" Target="/ppt/notesSlides/notesSlide34.xml" Id="R8955deee19464d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42a558b0448ec" /><Relationship Type="http://schemas.openxmlformats.org/officeDocument/2006/relationships/image" Target="/ppt/media/image15.png" Id="R9e213a5ec14d4b0a" /><Relationship Type="http://schemas.openxmlformats.org/officeDocument/2006/relationships/notesSlide" Target="/ppt/notesSlides/notesSlide35.xml" Id="Rda3140c38d0846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874568da402b" /><Relationship Type="http://schemas.openxmlformats.org/officeDocument/2006/relationships/image" Target="/ppt/media/image16.png" Id="Ra0bdee70c83b467d" /><Relationship Type="http://schemas.openxmlformats.org/officeDocument/2006/relationships/notesSlide" Target="/ppt/notesSlides/notesSlide36.xml" Id="Re63081d8958e489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4a8f9b5e4b61" /><Relationship Type="http://schemas.openxmlformats.org/officeDocument/2006/relationships/image" Target="/ppt/media/image16.png" Id="R5fff1897897a4fca" /><Relationship Type="http://schemas.openxmlformats.org/officeDocument/2006/relationships/notesSlide" Target="/ppt/notesSlides/notesSlide37.xml" Id="Reaa9dfaf9e4544d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861ad148147ac" /><Relationship Type="http://schemas.openxmlformats.org/officeDocument/2006/relationships/image" Target="/ppt/media/image17.png" Id="Ra86780d9576b42a3" /><Relationship Type="http://schemas.openxmlformats.org/officeDocument/2006/relationships/notesSlide" Target="/ppt/notesSlides/notesSlide38.xml" Id="R5ca379ed4ba44b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0800980348cf" /><Relationship Type="http://schemas.openxmlformats.org/officeDocument/2006/relationships/image" Target="/ppt/media/image17.png" Id="Rb95c3199f6014b08" /><Relationship Type="http://schemas.openxmlformats.org/officeDocument/2006/relationships/notesSlide" Target="/ppt/notesSlides/notesSlide39.xml" Id="R9b66dc6cf29949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33ec0490247e6" /><Relationship Type="http://schemas.openxmlformats.org/officeDocument/2006/relationships/notesSlide" Target="/ppt/notesSlides/notesSlide40.xml" Id="R7b5ffa105ae14ee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bc6ebb65492a" /><Relationship Type="http://schemas.openxmlformats.org/officeDocument/2006/relationships/notesSlide" Target="/ppt/notesSlides/notesSlide41.xml" Id="R6e6ee3f85abd4d2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be4ad1d14b99" /><Relationship Type="http://schemas.openxmlformats.org/officeDocument/2006/relationships/image" Target="/ppt/media/image18.png" Id="Ree75ba2b96264f69" /><Relationship Type="http://schemas.openxmlformats.org/officeDocument/2006/relationships/notesSlide" Target="/ppt/notesSlides/notesSlide42.xml" Id="R44e14dc9c66c49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e4c0b6804ee0" /><Relationship Type="http://schemas.openxmlformats.org/officeDocument/2006/relationships/image" Target="/ppt/media/image19.png" Id="R8935c820a2414071" /><Relationship Type="http://schemas.openxmlformats.org/officeDocument/2006/relationships/notesSlide" Target="/ppt/notesSlides/notesSlide43.xml" Id="R864a73eab4ba406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d75065144013" /><Relationship Type="http://schemas.openxmlformats.org/officeDocument/2006/relationships/image" Target="/ppt/media/image20.png" Id="Ra2accc7134d845ad" /><Relationship Type="http://schemas.openxmlformats.org/officeDocument/2006/relationships/notesSlide" Target="/ppt/notesSlides/notesSlide44.xml" Id="R712e422866fa473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2e0c2da924501" /><Relationship Type="http://schemas.openxmlformats.org/officeDocument/2006/relationships/image" Target="/ppt/media/image20.png" Id="R8f4afa8b553949d6" /><Relationship Type="http://schemas.openxmlformats.org/officeDocument/2006/relationships/notesSlide" Target="/ppt/notesSlides/notesSlide45.xml" Id="R0b8c8df2ffc7479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f24e3c694435" /><Relationship Type="http://schemas.openxmlformats.org/officeDocument/2006/relationships/image" Target="/ppt/media/image20.png" Id="R5fd0590dda854c7f" /><Relationship Type="http://schemas.openxmlformats.org/officeDocument/2006/relationships/notesSlide" Target="/ppt/notesSlides/notesSlide46.xml" Id="Rc0307d4581e447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c2e8215c0402a" /><Relationship Type="http://schemas.openxmlformats.org/officeDocument/2006/relationships/notesSlide" Target="/ppt/notesSlides/notesSlide47.xml" Id="Ra374b3d3bf4443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9a0e4fd34914" /><Relationship Type="http://schemas.openxmlformats.org/officeDocument/2006/relationships/notesSlide" Target="/ppt/notesSlides/notesSlide48.xml" Id="Rf85208aca43d4aa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d5a0894ea46e9" /><Relationship Type="http://schemas.openxmlformats.org/officeDocument/2006/relationships/image" Target="/ppt/media/image21.png" Id="R7a2bac82ec31483a" /><Relationship Type="http://schemas.openxmlformats.org/officeDocument/2006/relationships/notesSlide" Target="/ppt/notesSlides/notesSlide49.xml" Id="R99960f02d4a5485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76292b5a412d" /><Relationship Type="http://schemas.openxmlformats.org/officeDocument/2006/relationships/image" Target="/ppt/media/image21.png" Id="R36c29225a8e14f5d" /><Relationship Type="http://schemas.openxmlformats.org/officeDocument/2006/relationships/notesSlide" Target="/ppt/notesSlides/notesSlide50.xml" Id="R4d5b90c1d18b4e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18a93bc14b76" /><Relationship Type="http://schemas.openxmlformats.org/officeDocument/2006/relationships/image" Target="/ppt/media/image21.png" Id="R9566503e03b64695" /><Relationship Type="http://schemas.openxmlformats.org/officeDocument/2006/relationships/notesSlide" Target="/ppt/notesSlides/notesSlide51.xml" Id="R14074d8833aa45b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241d00bc4e6b" /><Relationship Type="http://schemas.openxmlformats.org/officeDocument/2006/relationships/image" Target="/ppt/media/image22.png" Id="R85594235bfda4790" /><Relationship Type="http://schemas.openxmlformats.org/officeDocument/2006/relationships/notesSlide" Target="/ppt/notesSlides/notesSlide52.xml" Id="R03b2a3efe2c1448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5222ddbeb4e76" /><Relationship Type="http://schemas.openxmlformats.org/officeDocument/2006/relationships/image" Target="/ppt/media/image22.png" Id="R4db96754289144f5" /><Relationship Type="http://schemas.openxmlformats.org/officeDocument/2006/relationships/notesSlide" Target="/ppt/notesSlides/notesSlide53.xml" Id="Re265d0bbf2f4490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c6258d7f4573" /><Relationship Type="http://schemas.openxmlformats.org/officeDocument/2006/relationships/notesSlide" Target="/ppt/notesSlides/notesSlide54.xml" Id="Re27bd9471d6a49c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e809adda9450a" /><Relationship Type="http://schemas.openxmlformats.org/officeDocument/2006/relationships/notesSlide" Target="/ppt/notesSlides/notesSlide55.xml" Id="R3715f7609bae42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a7bb8d9f845c1" /><Relationship Type="http://schemas.openxmlformats.org/officeDocument/2006/relationships/image" Target="/ppt/media/image23.png" Id="Rcf31448210b34419" /><Relationship Type="http://schemas.openxmlformats.org/officeDocument/2006/relationships/notesSlide" Target="/ppt/notesSlides/notesSlide56.xml" Id="R6ef62ee3efee45b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eee0e4403414b" /><Relationship Type="http://schemas.openxmlformats.org/officeDocument/2006/relationships/image" Target="/ppt/media/image24.png" Id="Ree1f100e985f4100" /><Relationship Type="http://schemas.openxmlformats.org/officeDocument/2006/relationships/notesSlide" Target="/ppt/notesSlides/notesSlide57.xml" Id="R5a3cf5463726433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b8661890b4b20" /><Relationship Type="http://schemas.openxmlformats.org/officeDocument/2006/relationships/image" Target="/ppt/media/image25.png" Id="R6efcb98bdd314fd6" /><Relationship Type="http://schemas.openxmlformats.org/officeDocument/2006/relationships/notesSlide" Target="/ppt/notesSlides/notesSlide58.xml" Id="R877292ecbfe84cb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54fa0aec84fa4" /><Relationship Type="http://schemas.openxmlformats.org/officeDocument/2006/relationships/image" Target="/ppt/media/image26.png" Id="Rf1a91be5aae34d17" /><Relationship Type="http://schemas.openxmlformats.org/officeDocument/2006/relationships/notesSlide" Target="/ppt/notesSlides/notesSlide59.xml" Id="R98c5c42821314ed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7a39885b4509" /><Relationship Type="http://schemas.openxmlformats.org/officeDocument/2006/relationships/image" Target="/ppt/media/image27.png" Id="Rd0f1ce95f6024ba0" /><Relationship Type="http://schemas.openxmlformats.org/officeDocument/2006/relationships/notesSlide" Target="/ppt/notesSlides/notesSlide60.xml" Id="R221873a3942144d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9dcfcc0be495b" /><Relationship Type="http://schemas.openxmlformats.org/officeDocument/2006/relationships/notesSlide" Target="/ppt/notesSlides/notesSlide61.xml" Id="R186fc94cd3594c0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78e795b364f29" /><Relationship Type="http://schemas.openxmlformats.org/officeDocument/2006/relationships/notesSlide" Target="/ppt/notesSlides/notesSlide63.xml" Id="R21d955adb85c4a5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f5a415f446df" /><Relationship Type="http://schemas.openxmlformats.org/officeDocument/2006/relationships/image" Target="/ppt/media/image28.png" Id="R43d5881b50074e04" /><Relationship Type="http://schemas.openxmlformats.org/officeDocument/2006/relationships/notesSlide" Target="/ppt/notesSlides/notesSlide64.xml" Id="R713ba34845854c4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57ab0f6014f2d" /><Relationship Type="http://schemas.openxmlformats.org/officeDocument/2006/relationships/image" Target="/ppt/media/image28.png" Id="Rf819c1b07d864272" /><Relationship Type="http://schemas.openxmlformats.org/officeDocument/2006/relationships/notesSlide" Target="/ppt/notesSlides/notesSlide65.xml" Id="R0d1aa107d1b1489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a83a1eb9549cc" /><Relationship Type="http://schemas.openxmlformats.org/officeDocument/2006/relationships/image" Target="/ppt/media/image29.png" Id="Radcccdee11234093" /><Relationship Type="http://schemas.openxmlformats.org/officeDocument/2006/relationships/notesSlide" Target="/ppt/notesSlides/notesSlide66.xml" Id="R2b0918685f7446c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00bb35f024523" /><Relationship Type="http://schemas.openxmlformats.org/officeDocument/2006/relationships/image" Target="/ppt/media/image30.png" Id="R724c97f2f959470c" /><Relationship Type="http://schemas.openxmlformats.org/officeDocument/2006/relationships/notesSlide" Target="/ppt/notesSlides/notesSlide67.xml" Id="R119cb3111ec54ab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082ac36814909" /><Relationship Type="http://schemas.openxmlformats.org/officeDocument/2006/relationships/image" Target="/ppt/media/image31.png" Id="Rb4b00003edd64104" /><Relationship Type="http://schemas.openxmlformats.org/officeDocument/2006/relationships/notesSlide" Target="/ppt/notesSlides/notesSlide68.xml" Id="R0e158d0f476b441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c81ec97c47c1" /><Relationship Type="http://schemas.openxmlformats.org/officeDocument/2006/relationships/notesSlide" Target="/ppt/notesSlides/notesSlide69.xml" Id="R6efd17f5e2f1480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2caf47584369" /><Relationship Type="http://schemas.openxmlformats.org/officeDocument/2006/relationships/notesSlide" Target="/ppt/notesSlides/notesSlide70.xml" Id="R3855a796192d4bb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4171a5ff4d66" /><Relationship Type="http://schemas.openxmlformats.org/officeDocument/2006/relationships/image" Target="/ppt/media/image32.png" Id="R5812a09f1ea54021" /><Relationship Type="http://schemas.openxmlformats.org/officeDocument/2006/relationships/notesSlide" Target="/ppt/notesSlides/notesSlide71.xml" Id="R364a65a566bd4ab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08339f5cc4f49" /><Relationship Type="http://schemas.openxmlformats.org/officeDocument/2006/relationships/image" Target="/ppt/media/image33.png" Id="R8955c818886b4496" /><Relationship Type="http://schemas.openxmlformats.org/officeDocument/2006/relationships/notesSlide" Target="/ppt/notesSlides/notesSlide72.xml" Id="Rba0499fb8a654b4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8e4b3e5fa48d6" /><Relationship Type="http://schemas.openxmlformats.org/officeDocument/2006/relationships/image" Target="/ppt/media/image34.png" Id="R3534d21b94ec4daa" /><Relationship Type="http://schemas.openxmlformats.org/officeDocument/2006/relationships/notesSlide" Target="/ppt/notesSlides/notesSlide73.xml" Id="R05cd5ce51de0432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5df71e7b4f72" /><Relationship Type="http://schemas.openxmlformats.org/officeDocument/2006/relationships/image" Target="/ppt/media/image35.png" Id="Rade24bd4084046ea" /><Relationship Type="http://schemas.openxmlformats.org/officeDocument/2006/relationships/notesSlide" Target="/ppt/notesSlides/notesSlide74.xml" Id="Ra9d36f889efd43d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484c95ad45e6" /><Relationship Type="http://schemas.openxmlformats.org/officeDocument/2006/relationships/image" Target="/ppt/media/image35.png" Id="R67ac63c61cc54589" /><Relationship Type="http://schemas.openxmlformats.org/officeDocument/2006/relationships/notesSlide" Target="/ppt/notesSlides/notesSlide75.xml" Id="R0b4d354f7cd1487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fd6c9b154929" /><Relationship Type="http://schemas.openxmlformats.org/officeDocument/2006/relationships/notesSlide" Target="/ppt/notesSlides/notesSlide76.xml" Id="Raa2e886379b84d5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48e393a34be9" /><Relationship Type="http://schemas.openxmlformats.org/officeDocument/2006/relationships/notesSlide" Target="/ppt/notesSlides/notesSlide77.xml" Id="R23f08e67044946c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01afc7a84e13" /><Relationship Type="http://schemas.openxmlformats.org/officeDocument/2006/relationships/image" Target="/ppt/media/image36.png" Id="R948bdfc699744334" /><Relationship Type="http://schemas.openxmlformats.org/officeDocument/2006/relationships/notesSlide" Target="/ppt/notesSlides/notesSlide78.xml" Id="Rc7ffcfc0127f4ff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f53b6cd748a0" /><Relationship Type="http://schemas.openxmlformats.org/officeDocument/2006/relationships/image" Target="/ppt/media/image37.png" Id="R1ffda2a7e9664b06" /><Relationship Type="http://schemas.openxmlformats.org/officeDocument/2006/relationships/notesSlide" Target="/ppt/notesSlides/notesSlide79.xml" Id="Ra13b7b0f5e3f43d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ccde3dea4113" /><Relationship Type="http://schemas.openxmlformats.org/officeDocument/2006/relationships/image" Target="/ppt/media/image37.png" Id="R23228db324f64c1b" /><Relationship Type="http://schemas.openxmlformats.org/officeDocument/2006/relationships/notesSlide" Target="/ppt/notesSlides/notesSlide80.xml" Id="R8692e1f779c5428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c607af944065" /><Relationship Type="http://schemas.openxmlformats.org/officeDocument/2006/relationships/image" Target="/ppt/media/image38.png" Id="Re31315326cc644fa" /><Relationship Type="http://schemas.openxmlformats.org/officeDocument/2006/relationships/notesSlide" Target="/ppt/notesSlides/notesSlide81.xml" Id="Rbcbec2bdd76e429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8882241e64304" /><Relationship Type="http://schemas.openxmlformats.org/officeDocument/2006/relationships/image" Target="/ppt/media/image39.png" Id="R8719692c56324e08" /><Relationship Type="http://schemas.openxmlformats.org/officeDocument/2006/relationships/notesSlide" Target="/ppt/notesSlides/notesSlide82.xml" Id="Rd33fe1b0196144a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06fca7294692" /><Relationship Type="http://schemas.openxmlformats.org/officeDocument/2006/relationships/notesSlide" Target="/ppt/notesSlides/notesSlide83.xml" Id="R02c7e7bdb7f142d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5cf51566a42b7" /><Relationship Type="http://schemas.openxmlformats.org/officeDocument/2006/relationships/notesSlide" Target="/ppt/notesSlides/notesSlide84.xml" Id="R4ecbdbf02c32491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29dced1234d5b" /><Relationship Type="http://schemas.openxmlformats.org/officeDocument/2006/relationships/image" Target="/ppt/media/image40.png" Id="R9d61297e63b9485c" /><Relationship Type="http://schemas.openxmlformats.org/officeDocument/2006/relationships/notesSlide" Target="/ppt/notesSlides/notesSlide85.xml" Id="R2d23e712c5b2478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ce5de25094d4a" /><Relationship Type="http://schemas.openxmlformats.org/officeDocument/2006/relationships/image" Target="/ppt/media/image41.png" Id="Raed1330dd9504998" /><Relationship Type="http://schemas.openxmlformats.org/officeDocument/2006/relationships/notesSlide" Target="/ppt/notesSlides/notesSlide86.xml" Id="Re8fde21c788641d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6b21b9b3435f" /><Relationship Type="http://schemas.openxmlformats.org/officeDocument/2006/relationships/image" Target="/ppt/media/image42.png" Id="Re66644ca753d4e7a" /><Relationship Type="http://schemas.openxmlformats.org/officeDocument/2006/relationships/notesSlide" Target="/ppt/notesSlides/notesSlide87.xml" Id="R9c17a04f8d5c4b9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7ef6eb56464f" /><Relationship Type="http://schemas.openxmlformats.org/officeDocument/2006/relationships/image" Target="/ppt/media/image43.png" Id="R98014cc4f9044834" /><Relationship Type="http://schemas.openxmlformats.org/officeDocument/2006/relationships/notesSlide" Target="/ppt/notesSlides/notesSlide88.xml" Id="R40d207d399294bed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313334384c18" /><Relationship Type="http://schemas.openxmlformats.org/officeDocument/2006/relationships/image" Target="/ppt/media/image44.png" Id="R056c1e9540de4cea" /><Relationship Type="http://schemas.openxmlformats.org/officeDocument/2006/relationships/notesSlide" Target="/ppt/notesSlides/notesSlide89.xml" Id="Re4a5f78c296e428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4487bbfd4a7b" /><Relationship Type="http://schemas.openxmlformats.org/officeDocument/2006/relationships/notesSlide" Target="/ppt/notesSlides/notesSlide90.xml" Id="R4911fe9a296943b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75a73b9724b31" /><Relationship Type="http://schemas.openxmlformats.org/officeDocument/2006/relationships/notesSlide" Target="/ppt/notesSlides/notesSlide91.xml" Id="R0b7ab927a19f417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cc59286c49a0" /><Relationship Type="http://schemas.openxmlformats.org/officeDocument/2006/relationships/image" Target="/ppt/media/image45.png" Id="R0a72bd93fc754e5a" /><Relationship Type="http://schemas.openxmlformats.org/officeDocument/2006/relationships/notesSlide" Target="/ppt/notesSlides/notesSlide92.xml" Id="Rcbc8d059381e4c0d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2648c5dd4bf3" /><Relationship Type="http://schemas.openxmlformats.org/officeDocument/2006/relationships/image" Target="/ppt/media/image45.png" Id="R0b163b2feff142c8" /><Relationship Type="http://schemas.openxmlformats.org/officeDocument/2006/relationships/notesSlide" Target="/ppt/notesSlides/notesSlide93.xml" Id="Rc2d6501689b24f8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ffcac2194ffc" /><Relationship Type="http://schemas.openxmlformats.org/officeDocument/2006/relationships/image" Target="/ppt/media/image46.png" Id="Ra5aa9f58ad964ebc" /><Relationship Type="http://schemas.openxmlformats.org/officeDocument/2006/relationships/notesSlide" Target="/ppt/notesSlides/notesSlide94.xml" Id="R7ef892e839cd40e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4da1a2d440ca" /><Relationship Type="http://schemas.openxmlformats.org/officeDocument/2006/relationships/image" Target="/ppt/media/image47.png" Id="R0e58786782564119" /><Relationship Type="http://schemas.openxmlformats.org/officeDocument/2006/relationships/notesSlide" Target="/ppt/notesSlides/notesSlide95.xml" Id="Rb65387c83dbf415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1285b0ac46ce" /><Relationship Type="http://schemas.openxmlformats.org/officeDocument/2006/relationships/image" Target="/ppt/media/image48.png" Id="R78b3bfb9dfed4533" /><Relationship Type="http://schemas.openxmlformats.org/officeDocument/2006/relationships/notesSlide" Target="/ppt/notesSlides/notesSlide96.xml" Id="R9e56eac4ac3240f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8de1fbd94d98" /><Relationship Type="http://schemas.openxmlformats.org/officeDocument/2006/relationships/notesSlide" Target="/ppt/notesSlides/notesSlide97.xml" Id="Rfe96d2577373433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d8672fc44fba" /><Relationship Type="http://schemas.openxmlformats.org/officeDocument/2006/relationships/notesSlide" Target="/ppt/notesSlides/notesSlide98.xml" Id="R9dff1ef028fe491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85f9b313465e" /><Relationship Type="http://schemas.openxmlformats.org/officeDocument/2006/relationships/image" Target="/ppt/media/image49.png" Id="R2b7e1504aea94756" /><Relationship Type="http://schemas.openxmlformats.org/officeDocument/2006/relationships/notesSlide" Target="/ppt/notesSlides/notesSlide99.xml" Id="Ra7176c91dad545b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e873d9124672" /><Relationship Type="http://schemas.openxmlformats.org/officeDocument/2006/relationships/image" Target="/ppt/media/image50.png" Id="Ra02debbd3de944d3" /><Relationship Type="http://schemas.openxmlformats.org/officeDocument/2006/relationships/notesSlide" Target="/ppt/notesSlides/notesSlide100.xml" Id="R171468539677451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fde75dd74e15" /><Relationship Type="http://schemas.openxmlformats.org/officeDocument/2006/relationships/image" Target="/ppt/media/image51.png" Id="Rc8db5c86eb794e3d" /><Relationship Type="http://schemas.openxmlformats.org/officeDocument/2006/relationships/notesSlide" Target="/ppt/notesSlides/notesSlide101.xml" Id="Rc7526cc6d71e43c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e8b200b704720" /><Relationship Type="http://schemas.openxmlformats.org/officeDocument/2006/relationships/image" Target="/ppt/media/image52.png" Id="R6a8fbeaac2c74632" /><Relationship Type="http://schemas.openxmlformats.org/officeDocument/2006/relationships/notesSlide" Target="/ppt/notesSlides/notesSlide102.xml" Id="R550deede70d04a6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b9a7155b4699" /><Relationship Type="http://schemas.openxmlformats.org/officeDocument/2006/relationships/image" Target="/ppt/media/image53.png" Id="R562c4123c6314ce0" /><Relationship Type="http://schemas.openxmlformats.org/officeDocument/2006/relationships/notesSlide" Target="/ppt/notesSlides/notesSlide103.xml" Id="R17dcc9aefe214fa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3dc60afe4e00" /><Relationship Type="http://schemas.openxmlformats.org/officeDocument/2006/relationships/notesSlide" Target="/ppt/notesSlides/notesSlide104.xml" Id="R066510c6a9af43e8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682fbeb2d4c4c" /><Relationship Type="http://schemas.openxmlformats.org/officeDocument/2006/relationships/notesSlide" Target="/ppt/notesSlides/notesSlide105.xml" Id="R96d58eddcd184ef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2295993cb4f1b" /><Relationship Type="http://schemas.openxmlformats.org/officeDocument/2006/relationships/image" Target="/ppt/media/image54.png" Id="R9e7dec311eb9410e" /><Relationship Type="http://schemas.openxmlformats.org/officeDocument/2006/relationships/notesSlide" Target="/ppt/notesSlides/notesSlide106.xml" Id="R6141a36d49d941e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0c56c90e14acf" /><Relationship Type="http://schemas.openxmlformats.org/officeDocument/2006/relationships/image" Target="/ppt/media/image55.png" Id="Re61eb165c1d3437d" /><Relationship Type="http://schemas.openxmlformats.org/officeDocument/2006/relationships/notesSlide" Target="/ppt/notesSlides/notesSlide107.xml" Id="Rca453e0315b24a23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0b79a4444daa" /><Relationship Type="http://schemas.openxmlformats.org/officeDocument/2006/relationships/image" Target="/ppt/media/image55.png" Id="Rfadbb0a0691f468f" /><Relationship Type="http://schemas.openxmlformats.org/officeDocument/2006/relationships/notesSlide" Target="/ppt/notesSlides/notesSlide108.xml" Id="Rd8a18b5608ea4fd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3baf609de48b8" /><Relationship Type="http://schemas.openxmlformats.org/officeDocument/2006/relationships/image" Target="/ppt/media/image56.png" Id="R69e2519cd0a1488a" /><Relationship Type="http://schemas.openxmlformats.org/officeDocument/2006/relationships/notesSlide" Target="/ppt/notesSlides/notesSlide109.xml" Id="R87c8c9f7f2b04c1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23c176d554981" /><Relationship Type="http://schemas.openxmlformats.org/officeDocument/2006/relationships/image" Target="/ppt/media/image57.png" Id="R22078b0ad6754be7" /><Relationship Type="http://schemas.openxmlformats.org/officeDocument/2006/relationships/notesSlide" Target="/ppt/notesSlides/notesSlide110.xml" Id="Rc7807d065cc140b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79883c244aa1" /><Relationship Type="http://schemas.openxmlformats.org/officeDocument/2006/relationships/notesSlide" Target="/ppt/notesSlides/notesSlide111.xml" Id="Re8afd7a224fa43d6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9063c98741cd" /><Relationship Type="http://schemas.openxmlformats.org/officeDocument/2006/relationships/notesSlide" Target="/ppt/notesSlides/notesSlide112.xml" Id="R78bb77899393430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1b919db464d17" /><Relationship Type="http://schemas.openxmlformats.org/officeDocument/2006/relationships/image" Target="/ppt/media/image58.png" Id="R73a0556e82cd4997" /><Relationship Type="http://schemas.openxmlformats.org/officeDocument/2006/relationships/notesSlide" Target="/ppt/notesSlides/notesSlide113.xml" Id="R6dda66b70a3b4a63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69bf18c241a6" /><Relationship Type="http://schemas.openxmlformats.org/officeDocument/2006/relationships/image" Target="/ppt/media/image59.png" Id="R37b8645ee4534727" /><Relationship Type="http://schemas.openxmlformats.org/officeDocument/2006/relationships/notesSlide" Target="/ppt/notesSlides/notesSlide114.xml" Id="Ra3821c3371de4b9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aff761204580" /><Relationship Type="http://schemas.openxmlformats.org/officeDocument/2006/relationships/image" Target="/ppt/media/image60.png" Id="R0844f5164b9f4795" /><Relationship Type="http://schemas.openxmlformats.org/officeDocument/2006/relationships/notesSlide" Target="/ppt/notesSlides/notesSlide115.xml" Id="R7ae2068a3a6e408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eb05204149e7" /><Relationship Type="http://schemas.openxmlformats.org/officeDocument/2006/relationships/image" Target="/ppt/media/image61.png" Id="Rce96480861c344c5" /><Relationship Type="http://schemas.openxmlformats.org/officeDocument/2006/relationships/notesSlide" Target="/ppt/notesSlides/notesSlide116.xml" Id="Rbd6071a7ba12498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cb33ddbd4339" /><Relationship Type="http://schemas.openxmlformats.org/officeDocument/2006/relationships/image" Target="/ppt/media/image62.png" Id="Rd20456fecb8b4071" /><Relationship Type="http://schemas.openxmlformats.org/officeDocument/2006/relationships/notesSlide" Target="/ppt/notesSlides/notesSlide117.xml" Id="R398f703caf76487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aff79450f4bbc" /><Relationship Type="http://schemas.openxmlformats.org/officeDocument/2006/relationships/notesSlide" Target="/ppt/notesSlides/notesSlide118.xml" Id="R5b9ae5be4cc14b9a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5f4043914415e" /><Relationship Type="http://schemas.openxmlformats.org/officeDocument/2006/relationships/notesSlide" Target="/ppt/notesSlides/notesSlide120.xml" Id="Rdfc2438617c946e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36fd9bfd4ece" /><Relationship Type="http://schemas.openxmlformats.org/officeDocument/2006/relationships/image" Target="/ppt/media/image63.png" Id="Rccd82dacdc594b3f" /><Relationship Type="http://schemas.openxmlformats.org/officeDocument/2006/relationships/notesSlide" Target="/ppt/notesSlides/notesSlide121.xml" Id="R60b81a9664a4462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a6630a52b4c86" /><Relationship Type="http://schemas.openxmlformats.org/officeDocument/2006/relationships/image" Target="/ppt/media/image63.png" Id="R7085800671b64bb9" /><Relationship Type="http://schemas.openxmlformats.org/officeDocument/2006/relationships/notesSlide" Target="/ppt/notesSlides/notesSlide122.xml" Id="R8237c8742fef436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64196c25f47a7" /><Relationship Type="http://schemas.openxmlformats.org/officeDocument/2006/relationships/image" Target="/ppt/media/image63.png" Id="R1478a50a50a04873" /><Relationship Type="http://schemas.openxmlformats.org/officeDocument/2006/relationships/notesSlide" Target="/ppt/notesSlides/notesSlide123.xml" Id="R63e67b116cdd45a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f44df1934a10" /><Relationship Type="http://schemas.openxmlformats.org/officeDocument/2006/relationships/image" Target="/ppt/media/image63.png" Id="R68f55d99c63b48ed" /><Relationship Type="http://schemas.openxmlformats.org/officeDocument/2006/relationships/notesSlide" Target="/ppt/notesSlides/notesSlide124.xml" Id="Rf5b648eeec4348f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af7fd11349c3" /><Relationship Type="http://schemas.openxmlformats.org/officeDocument/2006/relationships/image" Target="/ppt/media/image63.png" Id="Rde10c5efb1b5412f" /><Relationship Type="http://schemas.openxmlformats.org/officeDocument/2006/relationships/notesSlide" Target="/ppt/notesSlides/notesSlide125.xml" Id="Rd32962f5f707431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b24901b04ad8" /><Relationship Type="http://schemas.openxmlformats.org/officeDocument/2006/relationships/notesSlide" Target="/ppt/notesSlides/notesSlide126.xml" Id="R53a31491731e49c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0e6d0f4664655" /><Relationship Type="http://schemas.openxmlformats.org/officeDocument/2006/relationships/notesSlide" Target="/ppt/notesSlides/notesSlide127.xml" Id="R3e05fb6772cb43e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85e0c16a4be8" /><Relationship Type="http://schemas.openxmlformats.org/officeDocument/2006/relationships/image" Target="/ppt/media/image64.png" Id="R432dc1f9eb814e73" /><Relationship Type="http://schemas.openxmlformats.org/officeDocument/2006/relationships/notesSlide" Target="/ppt/notesSlides/notesSlide128.xml" Id="R3530654308db4c2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fbafcc444ac4" /><Relationship Type="http://schemas.openxmlformats.org/officeDocument/2006/relationships/image" Target="/ppt/media/image64.png" Id="Re9429a40f1544e08" /><Relationship Type="http://schemas.openxmlformats.org/officeDocument/2006/relationships/notesSlide" Target="/ppt/notesSlides/notesSlide129.xml" Id="R9313afced8e242bd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6a49cf8b441f6" /><Relationship Type="http://schemas.openxmlformats.org/officeDocument/2006/relationships/image" Target="/ppt/media/image64.png" Id="R68e5cb6d9aaa4092" /><Relationship Type="http://schemas.openxmlformats.org/officeDocument/2006/relationships/notesSlide" Target="/ppt/notesSlides/notesSlide130.xml" Id="R52d959a2aef148d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ba3de87f4bcc" /><Relationship Type="http://schemas.openxmlformats.org/officeDocument/2006/relationships/image" Target="/ppt/media/image64.png" Id="R17934c5db92b4b69" /><Relationship Type="http://schemas.openxmlformats.org/officeDocument/2006/relationships/notesSlide" Target="/ppt/notesSlides/notesSlide131.xml" Id="R0fcf68018e2248e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d73d2b71b4101" /><Relationship Type="http://schemas.openxmlformats.org/officeDocument/2006/relationships/image" Target="/ppt/media/image65.png" Id="R222fba1fa25a42b1" /><Relationship Type="http://schemas.openxmlformats.org/officeDocument/2006/relationships/notesSlide" Target="/ppt/notesSlides/notesSlide132.xml" Id="Re905f84550c540ee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6244e73f442b" /><Relationship Type="http://schemas.openxmlformats.org/officeDocument/2006/relationships/notesSlide" Target="/ppt/notesSlides/notesSlide133.xml" Id="R2ccf7975c66b4b56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ea82f7b14313" /><Relationship Type="http://schemas.openxmlformats.org/officeDocument/2006/relationships/image" Target="/ppt/media/image66.png" Id="R5ca46f12d6364c33" /><Relationship Type="http://schemas.openxmlformats.org/officeDocument/2006/relationships/notesSlide" Target="/ppt/notesSlides/notesSlide216.xml" Id="Rb3d6ab51d4e945b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a151f29245da" /><Relationship Type="http://schemas.openxmlformats.org/officeDocument/2006/relationships/notesSlide" Target="/ppt/notesSlides/notesSlide217.xml" Id="R634f21cc9a00484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b925bc5aa40bf" /><Relationship Type="http://schemas.openxmlformats.org/officeDocument/2006/relationships/notesSlide" Target="/ppt/notesSlides/notesSlide218.xml" Id="R59fa351797d04b9c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4f50c23814f56" /><Relationship Type="http://schemas.openxmlformats.org/officeDocument/2006/relationships/notesSlide" Target="/ppt/notesSlides/notesSlide220.xml" Id="Rff8509f4db884737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e0402fa174eae" /><Relationship Type="http://schemas.openxmlformats.org/officeDocument/2006/relationships/image" Target="/ppt/media/image67.png" Id="Race138a6fced4c97" /><Relationship Type="http://schemas.openxmlformats.org/officeDocument/2006/relationships/notesSlide" Target="/ppt/notesSlides/notesSlide221.xml" Id="R278622b39c324360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1020c8c85474d" /><Relationship Type="http://schemas.openxmlformats.org/officeDocument/2006/relationships/image" Target="/ppt/media/image68.png" Id="R92f94dd7510a4024" /><Relationship Type="http://schemas.openxmlformats.org/officeDocument/2006/relationships/notesSlide" Target="/ppt/notesSlides/notesSlide222.xml" Id="R3d023a2df70c4bd2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096b67ba4ea8" /><Relationship Type="http://schemas.openxmlformats.org/officeDocument/2006/relationships/image" Target="/ppt/media/image68.png" Id="Raa51d44494e64769" /><Relationship Type="http://schemas.openxmlformats.org/officeDocument/2006/relationships/notesSlide" Target="/ppt/notesSlides/notesSlide223.xml" Id="R7bdb0dd478074d6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76b2837134fc7" /><Relationship Type="http://schemas.openxmlformats.org/officeDocument/2006/relationships/image" Target="/ppt/media/image69.png" Id="R5d4a0feb17e04ead" /><Relationship Type="http://schemas.openxmlformats.org/officeDocument/2006/relationships/notesSlide" Target="/ppt/notesSlides/notesSlide224.xml" Id="R49576527670d4996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b10941064f46" /><Relationship Type="http://schemas.openxmlformats.org/officeDocument/2006/relationships/notesSlide" Target="/ppt/notesSlides/notesSlide225.xml" Id="Rca2ce94a97794dda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102334e54699" /><Relationship Type="http://schemas.openxmlformats.org/officeDocument/2006/relationships/notesSlide" Target="/ppt/notesSlides/notesSlide226.xml" Id="Rb4a29897b9e148f9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3ad8163d4d31" /><Relationship Type="http://schemas.openxmlformats.org/officeDocument/2006/relationships/image" Target="/ppt/media/image70.png" Id="R5c68a85f09ba4128" /><Relationship Type="http://schemas.openxmlformats.org/officeDocument/2006/relationships/notesSlide" Target="/ppt/notesSlides/notesSlide227.xml" Id="Re40500a6170a49fc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f5cb57f49498d" /><Relationship Type="http://schemas.openxmlformats.org/officeDocument/2006/relationships/image" Target="/ppt/media/image70.png" Id="R264b78d9c91f4264" /><Relationship Type="http://schemas.openxmlformats.org/officeDocument/2006/relationships/notesSlide" Target="/ppt/notesSlides/notesSlide228.xml" Id="R6caefee6e2a24be4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a661fb364909" /><Relationship Type="http://schemas.openxmlformats.org/officeDocument/2006/relationships/image" Target="/ppt/media/image70.png" Id="R5fd0eb6ef46c43e9" /><Relationship Type="http://schemas.openxmlformats.org/officeDocument/2006/relationships/notesSlide" Target="/ppt/notesSlides/notesSlide229.xml" Id="R2c061c1b47474ffe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4adfd2f2c4665" /><Relationship Type="http://schemas.openxmlformats.org/officeDocument/2006/relationships/image" Target="/ppt/media/image70.png" Id="Reac5af616d904d23" /><Relationship Type="http://schemas.openxmlformats.org/officeDocument/2006/relationships/notesSlide" Target="/ppt/notesSlides/notesSlide230.xml" Id="Rdd0a5dc108274393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5e86f0abd4370" /><Relationship Type="http://schemas.openxmlformats.org/officeDocument/2006/relationships/notesSlide" Target="/ppt/notesSlides/notesSlide231.xml" Id="R129de12041b34ecc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b6aff28314878" /><Relationship Type="http://schemas.openxmlformats.org/officeDocument/2006/relationships/notesSlide" Target="/ppt/notesSlides/notesSlide232.xml" Id="R7b376e0562aa4ce0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5da0c4ec4103" /><Relationship Type="http://schemas.openxmlformats.org/officeDocument/2006/relationships/image" Target="/ppt/media/image71.png" Id="Rd7f000e0418d4cbb" /><Relationship Type="http://schemas.openxmlformats.org/officeDocument/2006/relationships/notesSlide" Target="/ppt/notesSlides/notesSlide233.xml" Id="R86e4edc26dd7406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5cbfb000b45e2" /><Relationship Type="http://schemas.openxmlformats.org/officeDocument/2006/relationships/image" Target="/ppt/media/image71.png" Id="R4df1af24b7044845" /><Relationship Type="http://schemas.openxmlformats.org/officeDocument/2006/relationships/notesSlide" Target="/ppt/notesSlides/notesSlide234.xml" Id="R95a592d2a6ca46d5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c086ae93a448a" /><Relationship Type="http://schemas.openxmlformats.org/officeDocument/2006/relationships/image" Target="/ppt/media/image72.png" Id="Rb09a3c1416ba40ee" /><Relationship Type="http://schemas.openxmlformats.org/officeDocument/2006/relationships/notesSlide" Target="/ppt/notesSlides/notesSlide235.xml" Id="Rd56a80c587a64f4e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cd496520b4dca" /><Relationship Type="http://schemas.openxmlformats.org/officeDocument/2006/relationships/image" Target="/ppt/media/image72.png" Id="R08f04026932044ec" /><Relationship Type="http://schemas.openxmlformats.org/officeDocument/2006/relationships/notesSlide" Target="/ppt/notesSlides/notesSlide236.xml" Id="R263a4d765be24c00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f11654c74262" /><Relationship Type="http://schemas.openxmlformats.org/officeDocument/2006/relationships/notesSlide" Target="/ppt/notesSlides/notesSlide237.xml" Id="R30f4753ffc9a4c4a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8281b16f4799" /><Relationship Type="http://schemas.openxmlformats.org/officeDocument/2006/relationships/notesSlide" Target="/ppt/notesSlides/notesSlide238.xml" Id="Rbfa8a7acd20f4699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f8a1b00a485c" /><Relationship Type="http://schemas.openxmlformats.org/officeDocument/2006/relationships/image" Target="/ppt/media/image73.png" Id="Rbd0b016d4c8a4994" /><Relationship Type="http://schemas.openxmlformats.org/officeDocument/2006/relationships/notesSlide" Target="/ppt/notesSlides/notesSlide239.xml" Id="R2a7ef2c2d65f4b89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0a9ee63e44f6" /><Relationship Type="http://schemas.openxmlformats.org/officeDocument/2006/relationships/image" Target="/ppt/media/image73.png" Id="R43251d0d787f41da" /><Relationship Type="http://schemas.openxmlformats.org/officeDocument/2006/relationships/notesSlide" Target="/ppt/notesSlides/notesSlide240.xml" Id="R9acf64fd28ea49f8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dc6b45484ef8" /><Relationship Type="http://schemas.openxmlformats.org/officeDocument/2006/relationships/image" Target="/ppt/media/image74.png" Id="Rd71f4c91b01c4056" /><Relationship Type="http://schemas.openxmlformats.org/officeDocument/2006/relationships/notesSlide" Target="/ppt/notesSlides/notesSlide241.xml" Id="R2e99c0c672a74335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a0138e5a4a9a" /><Relationship Type="http://schemas.openxmlformats.org/officeDocument/2006/relationships/image" Target="/ppt/media/image74.png" Id="R8ee36f7989594018" /><Relationship Type="http://schemas.openxmlformats.org/officeDocument/2006/relationships/notesSlide" Target="/ppt/notesSlides/notesSlide242.xml" Id="R42443e538a5e4c4f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7bfa244be4809" /><Relationship Type="http://schemas.openxmlformats.org/officeDocument/2006/relationships/notesSlide" Target="/ppt/notesSlides/notesSlide243.xml" Id="R0068514b532f4e95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71a0adda4a85" /><Relationship Type="http://schemas.openxmlformats.org/officeDocument/2006/relationships/notesSlide" Target="/ppt/notesSlides/notesSlide245.xml" Id="Rc00ca05145c040ce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3bdf2c626453b" /><Relationship Type="http://schemas.openxmlformats.org/officeDocument/2006/relationships/image" Target="/ppt/media/image75.png" Id="R6cc8ccc41d304e3a" /><Relationship Type="http://schemas.openxmlformats.org/officeDocument/2006/relationships/notesSlide" Target="/ppt/notesSlides/notesSlide246.xml" Id="Ra3daaa545ea841b1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b39bf71642dd" /><Relationship Type="http://schemas.openxmlformats.org/officeDocument/2006/relationships/image" Target="/ppt/media/image76.png" Id="R53dfcea4cbed4b39" /><Relationship Type="http://schemas.openxmlformats.org/officeDocument/2006/relationships/notesSlide" Target="/ppt/notesSlides/notesSlide247.xml" Id="R7244b80e66964e4f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1b3ac048440e" /><Relationship Type="http://schemas.openxmlformats.org/officeDocument/2006/relationships/image" Target="/ppt/media/image76.png" Id="R264cb0abe0104a08" /><Relationship Type="http://schemas.openxmlformats.org/officeDocument/2006/relationships/notesSlide" Target="/ppt/notesSlides/notesSlide248.xml" Id="Rfc1a892857ba4955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046e91fb4cd7" /><Relationship Type="http://schemas.openxmlformats.org/officeDocument/2006/relationships/image" Target="/ppt/media/image76.png" Id="Rb571d44b39514fee" /><Relationship Type="http://schemas.openxmlformats.org/officeDocument/2006/relationships/notesSlide" Target="/ppt/notesSlides/notesSlide249.xml" Id="R6a385b4df0df4eb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5cb039a6e480b" /><Relationship Type="http://schemas.openxmlformats.org/officeDocument/2006/relationships/notesSlide" Target="/ppt/notesSlides/notesSlide250.xml" Id="Raf09e9724da84f6f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463796dd4e45" /><Relationship Type="http://schemas.openxmlformats.org/officeDocument/2006/relationships/notesSlide" Target="/ppt/notesSlides/notesSlide251.xml" Id="R46788b98e340480d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ad2a821c45b2" /><Relationship Type="http://schemas.openxmlformats.org/officeDocument/2006/relationships/image" Target="/ppt/media/image77.png" Id="R3b3f52d49d56496a" /><Relationship Type="http://schemas.openxmlformats.org/officeDocument/2006/relationships/notesSlide" Target="/ppt/notesSlides/notesSlide252.xml" Id="R62f3544dfa8f416c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30b7c0a348f5" /><Relationship Type="http://schemas.openxmlformats.org/officeDocument/2006/relationships/image" Target="/ppt/media/image77.png" Id="R83bd19b8f6844779" /><Relationship Type="http://schemas.openxmlformats.org/officeDocument/2006/relationships/notesSlide" Target="/ppt/notesSlides/notesSlide253.xml" Id="Rae3b0a84e3a34875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8ad5718049d9" /><Relationship Type="http://schemas.openxmlformats.org/officeDocument/2006/relationships/image" Target="/ppt/media/image78.png" Id="R2ca7b1048c30496c" /><Relationship Type="http://schemas.openxmlformats.org/officeDocument/2006/relationships/notesSlide" Target="/ppt/notesSlides/notesSlide254.xml" Id="R76c6417c15294c8b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4b55c3b94966" /><Relationship Type="http://schemas.openxmlformats.org/officeDocument/2006/relationships/image" Target="/ppt/media/image78.png" Id="R50da17fa43494f67" /><Relationship Type="http://schemas.openxmlformats.org/officeDocument/2006/relationships/notesSlide" Target="/ppt/notesSlides/notesSlide255.xml" Id="Rb57aef40ae324874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ae30e3df4e7b" /><Relationship Type="http://schemas.openxmlformats.org/officeDocument/2006/relationships/notesSlide" Target="/ppt/notesSlides/notesSlide256.xml" Id="R170cc9c7e98946e6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a626e12a4c64" /><Relationship Type="http://schemas.openxmlformats.org/officeDocument/2006/relationships/notesSlide" Target="/ppt/notesSlides/notesSlide257.xml" Id="Ra7d76e3473094841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38f182d6243de" /><Relationship Type="http://schemas.openxmlformats.org/officeDocument/2006/relationships/image" Target="/ppt/media/image79.png" Id="R9cf9881cd8144e27" /><Relationship Type="http://schemas.openxmlformats.org/officeDocument/2006/relationships/notesSlide" Target="/ppt/notesSlides/notesSlide258.xml" Id="R036a907a5a6e479e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8b0b43054d79" /><Relationship Type="http://schemas.openxmlformats.org/officeDocument/2006/relationships/image" Target="/ppt/media/image80.png" Id="Ref96918b0d9d4f1f" /><Relationship Type="http://schemas.openxmlformats.org/officeDocument/2006/relationships/notesSlide" Target="/ppt/notesSlides/notesSlide259.xml" Id="R37f7d7d733cd4f03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2250bf2274114" /><Relationship Type="http://schemas.openxmlformats.org/officeDocument/2006/relationships/image" Target="/ppt/media/image81.png" Id="R6eff570007a74923" /><Relationship Type="http://schemas.openxmlformats.org/officeDocument/2006/relationships/notesSlide" Target="/ppt/notesSlides/notesSlide260.xml" Id="R0faacaf3755a4b0b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cae5c503470f" /><Relationship Type="http://schemas.openxmlformats.org/officeDocument/2006/relationships/image" Target="/ppt/media/image81.png" Id="R8a967c9310564b88" /><Relationship Type="http://schemas.openxmlformats.org/officeDocument/2006/relationships/notesSlide" Target="/ppt/notesSlides/notesSlide261.xml" Id="Rbf35eb9916594ca8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cd65b92d44ff" /><Relationship Type="http://schemas.openxmlformats.org/officeDocument/2006/relationships/notesSlide" Target="/ppt/notesSlides/notesSlide262.xml" Id="Ra6fe7620d4214e0c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fe08ad594fa4" /><Relationship Type="http://schemas.openxmlformats.org/officeDocument/2006/relationships/notesSlide" Target="/ppt/notesSlides/notesSlide263.xml" Id="Rfcbd8063eb4e4629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dbb3719e14ea5" /><Relationship Type="http://schemas.openxmlformats.org/officeDocument/2006/relationships/image" Target="/ppt/media/image82.png" Id="Rfc402fa34eb94d3a" /><Relationship Type="http://schemas.openxmlformats.org/officeDocument/2006/relationships/notesSlide" Target="/ppt/notesSlides/notesSlide264.xml" Id="Raeaafa9aa4a1438d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3efe085a545e4" /><Relationship Type="http://schemas.openxmlformats.org/officeDocument/2006/relationships/image" Target="/ppt/media/image83.png" Id="Rb5e109a3b6844b97" /><Relationship Type="http://schemas.openxmlformats.org/officeDocument/2006/relationships/notesSlide" Target="/ppt/notesSlides/notesSlide265.xml" Id="R8ee4d30e701d4efc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0fd9c5d7483e" /><Relationship Type="http://schemas.openxmlformats.org/officeDocument/2006/relationships/image" Target="/ppt/media/image84.png" Id="R3175143ef72143f4" /><Relationship Type="http://schemas.openxmlformats.org/officeDocument/2006/relationships/notesSlide" Target="/ppt/notesSlides/notesSlide266.xml" Id="R0c3bf6ff941449a0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570402a734aee" /><Relationship Type="http://schemas.openxmlformats.org/officeDocument/2006/relationships/image" Target="/ppt/media/image85.png" Id="Rb1d1861b63244670" /><Relationship Type="http://schemas.openxmlformats.org/officeDocument/2006/relationships/notesSlide" Target="/ppt/notesSlides/notesSlide267.xml" Id="R2cd5369a01cb4355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086900bd448c" /><Relationship Type="http://schemas.openxmlformats.org/officeDocument/2006/relationships/image" Target="/ppt/media/image86.png" Id="R561b115a8aac4784" /><Relationship Type="http://schemas.openxmlformats.org/officeDocument/2006/relationships/notesSlide" Target="/ppt/notesSlides/notesSlide268.xml" Id="R2e249eea59ac4502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bf59ff25422b" /><Relationship Type="http://schemas.openxmlformats.org/officeDocument/2006/relationships/notesSlide" Target="/ppt/notesSlides/notesSlide269.xml" Id="R78def06d5cb24f23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ba5d629ea4660" /><Relationship Type="http://schemas.openxmlformats.org/officeDocument/2006/relationships/notesSlide" Target="/ppt/notesSlides/notesSlide270.xml" Id="R1c86a18d7fbb433d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c3dff8584283" /><Relationship Type="http://schemas.openxmlformats.org/officeDocument/2006/relationships/image" Target="/ppt/media/image87.png" Id="Rd7b406a5c84d4e91" /><Relationship Type="http://schemas.openxmlformats.org/officeDocument/2006/relationships/notesSlide" Target="/ppt/notesSlides/notesSlide271.xml" Id="Rb92efe15b8d446dd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9f8d7186249f0" /><Relationship Type="http://schemas.openxmlformats.org/officeDocument/2006/relationships/image" Target="/ppt/media/image88.png" Id="R6ddf5b71d1214b1e" /><Relationship Type="http://schemas.openxmlformats.org/officeDocument/2006/relationships/notesSlide" Target="/ppt/notesSlides/notesSlide272.xml" Id="Ra0e246da518540b5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e4bd9937482d" /><Relationship Type="http://schemas.openxmlformats.org/officeDocument/2006/relationships/image" Target="/ppt/media/image88.png" Id="Re7e51c8a49c043d5" /><Relationship Type="http://schemas.openxmlformats.org/officeDocument/2006/relationships/notesSlide" Target="/ppt/notesSlides/notesSlide273.xml" Id="Rd5f055c2b4734d39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a4232a00840bb" /><Relationship Type="http://schemas.openxmlformats.org/officeDocument/2006/relationships/image" Target="/ppt/media/image89.png" Id="R0656c8b0da6b4189" /><Relationship Type="http://schemas.openxmlformats.org/officeDocument/2006/relationships/notesSlide" Target="/ppt/notesSlides/notesSlide274.xml" Id="Rffc6eda597f240f8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f58b88a754f0a" /><Relationship Type="http://schemas.openxmlformats.org/officeDocument/2006/relationships/notesSlide" Target="/ppt/notesSlides/notesSlide275.xml" Id="R9ba3c13ec8094912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550508f14646" /><Relationship Type="http://schemas.openxmlformats.org/officeDocument/2006/relationships/notesSlide" Target="/ppt/notesSlides/notesSlide276.xml" Id="R52d206cfe7a8477a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1eef824d94034" /><Relationship Type="http://schemas.openxmlformats.org/officeDocument/2006/relationships/image" Target="/ppt/media/image90.png" Id="R14c7393b33af4b22" /><Relationship Type="http://schemas.openxmlformats.org/officeDocument/2006/relationships/notesSlide" Target="/ppt/notesSlides/notesSlide277.xml" Id="Rc8f9fccc95af405a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49dd53b6347e5" /><Relationship Type="http://schemas.openxmlformats.org/officeDocument/2006/relationships/image" Target="/ppt/media/image91.png" Id="Rce40ee6869454df9" /><Relationship Type="http://schemas.openxmlformats.org/officeDocument/2006/relationships/notesSlide" Target="/ppt/notesSlides/notesSlide278.xml" Id="Rbad1c7cc217b4f10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8904b247a408c" /><Relationship Type="http://schemas.openxmlformats.org/officeDocument/2006/relationships/image" Target="/ppt/media/image92.png" Id="R84dffe6e551a4cdb" /><Relationship Type="http://schemas.openxmlformats.org/officeDocument/2006/relationships/notesSlide" Target="/ppt/notesSlides/notesSlide279.xml" Id="R8f606f38299440c6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718cf20d94d28" /><Relationship Type="http://schemas.openxmlformats.org/officeDocument/2006/relationships/image" Target="/ppt/media/image93.png" Id="R2156d0951cb642b2" /><Relationship Type="http://schemas.openxmlformats.org/officeDocument/2006/relationships/notesSlide" Target="/ppt/notesSlides/notesSlide280.xml" Id="R2540234337484806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78036b224725" /><Relationship Type="http://schemas.openxmlformats.org/officeDocument/2006/relationships/image" Target="/ppt/media/image93.png" Id="R9b91ee7d98ba4466" /><Relationship Type="http://schemas.openxmlformats.org/officeDocument/2006/relationships/notesSlide" Target="/ppt/notesSlides/notesSlide281.xml" Id="R6d9b3f3ed6e249c8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4189f0434074" /><Relationship Type="http://schemas.openxmlformats.org/officeDocument/2006/relationships/notesSlide" Target="/ppt/notesSlides/notesSlide282.xml" Id="R0abb22539f7b48fd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21ebc8544ddb" /><Relationship Type="http://schemas.openxmlformats.org/officeDocument/2006/relationships/notesSlide" Target="/ppt/notesSlides/notesSlide283.xml" Id="R5135e7d6d6204450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ea0173404985" /><Relationship Type="http://schemas.openxmlformats.org/officeDocument/2006/relationships/image" Target="/ppt/media/image94.png" Id="Rce2102e6a1d943bf" /><Relationship Type="http://schemas.openxmlformats.org/officeDocument/2006/relationships/notesSlide" Target="/ppt/notesSlides/notesSlide284.xml" Id="R2289c85292f546be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8d76fb6d42c7" /><Relationship Type="http://schemas.openxmlformats.org/officeDocument/2006/relationships/image" Target="/ppt/media/image95.png" Id="R7cd47eab67154d26" /><Relationship Type="http://schemas.openxmlformats.org/officeDocument/2006/relationships/notesSlide" Target="/ppt/notesSlides/notesSlide285.xml" Id="R682b73b038fa4ac4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4179ba954b36" /><Relationship Type="http://schemas.openxmlformats.org/officeDocument/2006/relationships/image" Target="/ppt/media/image95.png" Id="R56ec2c7e84d3480a" /><Relationship Type="http://schemas.openxmlformats.org/officeDocument/2006/relationships/notesSlide" Target="/ppt/notesSlides/notesSlide286.xml" Id="Rd7ea74690bcc49ea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95e9b5444365" /><Relationship Type="http://schemas.openxmlformats.org/officeDocument/2006/relationships/image" Target="/ppt/media/image94.png" Id="R4356074e6bac4253" /><Relationship Type="http://schemas.openxmlformats.org/officeDocument/2006/relationships/notesSlide" Target="/ppt/notesSlides/notesSlide287.xml" Id="R45d22949d26b491a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347219af4c02" /><Relationship Type="http://schemas.openxmlformats.org/officeDocument/2006/relationships/notesSlide" Target="/ppt/notesSlides/notesSlide288.xml" Id="Rf200eb814ef54adc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68ddf1014269" /><Relationship Type="http://schemas.openxmlformats.org/officeDocument/2006/relationships/notesSlide" Target="/ppt/notesSlides/notesSlide289.xml" Id="Rb4f0efcf7bba4dd6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c51e6f364ee0" /><Relationship Type="http://schemas.openxmlformats.org/officeDocument/2006/relationships/image" Target="/ppt/media/image96.png" Id="Rcc537a8d74b04349" /><Relationship Type="http://schemas.openxmlformats.org/officeDocument/2006/relationships/notesSlide" Target="/ppt/notesSlides/notesSlide290.xml" Id="Rc0ac4ac3acc5433b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e9e2e78034803" /><Relationship Type="http://schemas.openxmlformats.org/officeDocument/2006/relationships/image" Target="/ppt/media/image97.png" Id="R7affed94c3d84f8a" /><Relationship Type="http://schemas.openxmlformats.org/officeDocument/2006/relationships/notesSlide" Target="/ppt/notesSlides/notesSlide291.xml" Id="R91a112b3f1c94e12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7d8baad394900" /><Relationship Type="http://schemas.openxmlformats.org/officeDocument/2006/relationships/image" Target="/ppt/media/image98.png" Id="Rec7c7ba6618e4ad9" /><Relationship Type="http://schemas.openxmlformats.org/officeDocument/2006/relationships/notesSlide" Target="/ppt/notesSlides/notesSlide292.xml" Id="R38bc0cb34f35478c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b2ddffc44642" /><Relationship Type="http://schemas.openxmlformats.org/officeDocument/2006/relationships/image" Target="/ppt/media/image99.png" Id="R6add31023c0d43a1" /><Relationship Type="http://schemas.openxmlformats.org/officeDocument/2006/relationships/notesSlide" Target="/ppt/notesSlides/notesSlide293.xml" Id="Red4a7a8f0e8146c3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fed96d214fa5" /><Relationship Type="http://schemas.openxmlformats.org/officeDocument/2006/relationships/image" Target="/ppt/media/image100.png" Id="R963627c7fc0e476d" /><Relationship Type="http://schemas.openxmlformats.org/officeDocument/2006/relationships/notesSlide" Target="/ppt/notesSlides/notesSlide294.xml" Id="R30c808791f6240b5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3a6dcaa44cf8" /><Relationship Type="http://schemas.openxmlformats.org/officeDocument/2006/relationships/notesSlide" Target="/ppt/notesSlides/notesSlide295.xml" Id="R3c7307ec9abc4cd4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b48bf2aa848e5" /><Relationship Type="http://schemas.openxmlformats.org/officeDocument/2006/relationships/notesSlide" Target="/ppt/notesSlides/notesSlide296.xml" Id="Rf510e8dc67a44034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3111ae02471c" /><Relationship Type="http://schemas.openxmlformats.org/officeDocument/2006/relationships/image" Target="/ppt/media/image101.png" Id="R060dace51456492c" /><Relationship Type="http://schemas.openxmlformats.org/officeDocument/2006/relationships/notesSlide" Target="/ppt/notesSlides/notesSlide297.xml" Id="R4e56fc4102114905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415e70eb45d4" /><Relationship Type="http://schemas.openxmlformats.org/officeDocument/2006/relationships/image" Target="/ppt/media/image101.png" Id="R461a6daf5752492d" /><Relationship Type="http://schemas.openxmlformats.org/officeDocument/2006/relationships/notesSlide" Target="/ppt/notesSlides/notesSlide298.xml" Id="R87f0678d135c4be3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48d8736343c6" /><Relationship Type="http://schemas.openxmlformats.org/officeDocument/2006/relationships/image" Target="/ppt/media/image102.png" Id="Rfe2bf5fdbc264151" /><Relationship Type="http://schemas.openxmlformats.org/officeDocument/2006/relationships/notesSlide" Target="/ppt/notesSlides/notesSlide299.xml" Id="R1bd4cc7ea3944f37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249587884048" /><Relationship Type="http://schemas.openxmlformats.org/officeDocument/2006/relationships/image" Target="/ppt/media/image102.png" Id="R4a15ee6aff9d466d" /><Relationship Type="http://schemas.openxmlformats.org/officeDocument/2006/relationships/notesSlide" Target="/ppt/notesSlides/notesSlide300.xml" Id="R81df6a01355845d3" /></Relationships>
</file>

<file path=ppt/slides/_rels/slide3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586136c44e0d" /><Relationship Type="http://schemas.openxmlformats.org/officeDocument/2006/relationships/notesSlide" Target="/ppt/notesSlides/notesSlide301.xml" Id="Rbdca9b04449a4a01" /></Relationships>
</file>

<file path=ppt/slides/_rels/slide3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fa48dffd84be8" /><Relationship Type="http://schemas.openxmlformats.org/officeDocument/2006/relationships/notesSlide" Target="/ppt/notesSlides/notesSlide302.xml" Id="R236f4d2bb7aa44d5" /></Relationships>
</file>

<file path=ppt/slides/_rels/slide3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8157ef487493d" /><Relationship Type="http://schemas.openxmlformats.org/officeDocument/2006/relationships/image" Target="/ppt/media/image103.png" Id="Re036b99d3b844f61" /><Relationship Type="http://schemas.openxmlformats.org/officeDocument/2006/relationships/notesSlide" Target="/ppt/notesSlides/notesSlide303.xml" Id="Rcf47dfb24d99406b" /></Relationships>
</file>

<file path=ppt/slides/_rels/slide3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12f80c5e8478b" /><Relationship Type="http://schemas.openxmlformats.org/officeDocument/2006/relationships/image" Target="/ppt/media/image104.png" Id="R69ff04bfd3dc4ff5" /><Relationship Type="http://schemas.openxmlformats.org/officeDocument/2006/relationships/notesSlide" Target="/ppt/notesSlides/notesSlide304.xml" Id="R737a102c44a541d0" /></Relationships>
</file>

<file path=ppt/slides/_rels/slide3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7bd1790644669" /><Relationship Type="http://schemas.openxmlformats.org/officeDocument/2006/relationships/image" Target="/ppt/media/image104.png" Id="R4b7f9a7c7c94490e" /><Relationship Type="http://schemas.openxmlformats.org/officeDocument/2006/relationships/notesSlide" Target="/ppt/notesSlides/notesSlide305.xml" Id="R7947c5c23bbb41a5" /></Relationships>
</file>

<file path=ppt/slides/_rels/slide3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254844ac5406b" /><Relationship Type="http://schemas.openxmlformats.org/officeDocument/2006/relationships/image" Target="/ppt/media/image105.png" Id="R743f640d6fd84d33" /><Relationship Type="http://schemas.openxmlformats.org/officeDocument/2006/relationships/notesSlide" Target="/ppt/notesSlides/notesSlide306.xml" Id="R8957ff2bd9054588" /></Relationships>
</file>

<file path=ppt/slides/_rels/slide3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89a001b8484e" /><Relationship Type="http://schemas.openxmlformats.org/officeDocument/2006/relationships/image" Target="/ppt/media/image106.png" Id="Rc3be25bc1a744d9a" /><Relationship Type="http://schemas.openxmlformats.org/officeDocument/2006/relationships/notesSlide" Target="/ppt/notesSlides/notesSlide307.xml" Id="Re232314f34c54e83" /></Relationships>
</file>

<file path=ppt/slides/_rels/slide3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1203a8bd94122" /><Relationship Type="http://schemas.openxmlformats.org/officeDocument/2006/relationships/notesSlide" Target="/ppt/notesSlides/notesSlide308.xml" Id="R77163dc640e9421f" /></Relationships>
</file>

<file path=ppt/slides/_rels/slide3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b8ca0fc54e96" /><Relationship Type="http://schemas.openxmlformats.org/officeDocument/2006/relationships/notesSlide" Target="/ppt/notesSlides/notesSlide310.xml" Id="R13d642d5b60542a5" /></Relationships>
</file>

<file path=ppt/slides/_rels/slide3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5b0bd1974824" /><Relationship Type="http://schemas.openxmlformats.org/officeDocument/2006/relationships/image" Target="/ppt/media/image107.png" Id="R691fc4958f9f45ee" /><Relationship Type="http://schemas.openxmlformats.org/officeDocument/2006/relationships/notesSlide" Target="/ppt/notesSlides/notesSlide311.xml" Id="R784d4765d3664049" /></Relationships>
</file>

<file path=ppt/slides/_rels/slide3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96bd8afd4734" /><Relationship Type="http://schemas.openxmlformats.org/officeDocument/2006/relationships/image" Target="/ppt/media/image107.png" Id="Rc3e7166f8b6744ca" /><Relationship Type="http://schemas.openxmlformats.org/officeDocument/2006/relationships/notesSlide" Target="/ppt/notesSlides/notesSlide312.xml" Id="Re5af9991b771495f" /></Relationships>
</file>

<file path=ppt/slides/_rels/slide3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5b51881f64e7b" /><Relationship Type="http://schemas.openxmlformats.org/officeDocument/2006/relationships/image" Target="/ppt/media/image107.png" Id="R1eda618aab7d4000" /><Relationship Type="http://schemas.openxmlformats.org/officeDocument/2006/relationships/notesSlide" Target="/ppt/notesSlides/notesSlide313.xml" Id="Rb2ce968bb8f6455d" /></Relationships>
</file>

<file path=ppt/slides/_rels/slide3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ddd1097d40f4" /><Relationship Type="http://schemas.openxmlformats.org/officeDocument/2006/relationships/image" Target="/ppt/media/image107.png" Id="Rda4b97ffa45f4056" /><Relationship Type="http://schemas.openxmlformats.org/officeDocument/2006/relationships/notesSlide" Target="/ppt/notesSlides/notesSlide314.xml" Id="R7fdc760f9ee04d09" /></Relationships>
</file>

<file path=ppt/slides/_rels/slide3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556f61bd44bd" /><Relationship Type="http://schemas.openxmlformats.org/officeDocument/2006/relationships/notesSlide" Target="/ppt/notesSlides/notesSlide315.xml" Id="R9c5eb30a28c6419b" /></Relationships>
</file>

<file path=ppt/slides/_rels/slide3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d9694d234430" /><Relationship Type="http://schemas.openxmlformats.org/officeDocument/2006/relationships/notesSlide" Target="/ppt/notesSlides/notesSlide316.xml" Id="R2a1eebb267b240d0" /></Relationships>
</file>

<file path=ppt/slides/_rels/slide3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215b34284274" /><Relationship Type="http://schemas.openxmlformats.org/officeDocument/2006/relationships/image" Target="/ppt/media/image108.png" Id="R16126183a9554d07" /><Relationship Type="http://schemas.openxmlformats.org/officeDocument/2006/relationships/notesSlide" Target="/ppt/notesSlides/notesSlide317.xml" Id="Rb519a853f3ea4d8b" /></Relationships>
</file>

<file path=ppt/slides/_rels/slide3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f0beeebb84e1d" /><Relationship Type="http://schemas.openxmlformats.org/officeDocument/2006/relationships/image" Target="/ppt/media/image108.png" Id="Rd2c65b8ca5614f96" /><Relationship Type="http://schemas.openxmlformats.org/officeDocument/2006/relationships/notesSlide" Target="/ppt/notesSlides/notesSlide318.xml" Id="R35e1245d1e094c96" /></Relationships>
</file>

<file path=ppt/slides/_rels/slide3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3f31651c416c" /><Relationship Type="http://schemas.openxmlformats.org/officeDocument/2006/relationships/image" Target="/ppt/media/image109.png" Id="Rb4f7153994d045cd" /><Relationship Type="http://schemas.openxmlformats.org/officeDocument/2006/relationships/notesSlide" Target="/ppt/notesSlides/notesSlide319.xml" Id="R41e6bccaab594ce4" /></Relationships>
</file>

<file path=ppt/slides/_rels/slide3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1c3dd32f44f0f" /><Relationship Type="http://schemas.openxmlformats.org/officeDocument/2006/relationships/image" Target="/ppt/media/image109.png" Id="R35fed6c8e3f94a65" /><Relationship Type="http://schemas.openxmlformats.org/officeDocument/2006/relationships/notesSlide" Target="/ppt/notesSlides/notesSlide320.xml" Id="R670d51bc6341467d" /></Relationships>
</file>

<file path=ppt/slides/_rels/slide3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7e83904e465f" /><Relationship Type="http://schemas.openxmlformats.org/officeDocument/2006/relationships/notesSlide" Target="/ppt/notesSlides/notesSlide321.xml" Id="R8063be66c1044cc7" /></Relationships>
</file>

<file path=ppt/slides/_rels/slide3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b06b465454b12" /><Relationship Type="http://schemas.openxmlformats.org/officeDocument/2006/relationships/notesSlide" Target="/ppt/notesSlides/notesSlide322.xml" Id="Rfd4e61de42094c5a" /></Relationships>
</file>

<file path=ppt/slides/_rels/slide3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1169ad4b44de3" /><Relationship Type="http://schemas.openxmlformats.org/officeDocument/2006/relationships/image" Target="/ppt/media/image110.png" Id="R12e8b661bf8840a0" /><Relationship Type="http://schemas.openxmlformats.org/officeDocument/2006/relationships/notesSlide" Target="/ppt/notesSlides/notesSlide323.xml" Id="R7260bfd872194533" /></Relationships>
</file>

<file path=ppt/slides/_rels/slide3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40e76f374662" /><Relationship Type="http://schemas.openxmlformats.org/officeDocument/2006/relationships/image" Target="/ppt/media/image110.png" Id="R14a659d6d0df47dd" /><Relationship Type="http://schemas.openxmlformats.org/officeDocument/2006/relationships/notesSlide" Target="/ppt/notesSlides/notesSlide324.xml" Id="R20289ea394cc4dd7" /></Relationships>
</file>

<file path=ppt/slides/_rels/slide3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9ef9c2984099" /><Relationship Type="http://schemas.openxmlformats.org/officeDocument/2006/relationships/image" Target="/ppt/media/image110.png" Id="R77edab486a8d482d" /><Relationship Type="http://schemas.openxmlformats.org/officeDocument/2006/relationships/notesSlide" Target="/ppt/notesSlides/notesSlide325.xml" Id="Ra93dccd8fd9b4d43" /></Relationships>
</file>

<file path=ppt/slides/_rels/slide3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7e7cab5e344e8" /><Relationship Type="http://schemas.openxmlformats.org/officeDocument/2006/relationships/image" Target="/ppt/media/image110.png" Id="Rb91835533843451d" /><Relationship Type="http://schemas.openxmlformats.org/officeDocument/2006/relationships/notesSlide" Target="/ppt/notesSlides/notesSlide326.xml" Id="R2f4c319cbad642b6" /></Relationships>
</file>

<file path=ppt/slides/_rels/slide3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806da8494597" /><Relationship Type="http://schemas.openxmlformats.org/officeDocument/2006/relationships/notesSlide" Target="/ppt/notesSlides/notesSlide327.xml" Id="R0f7080dbe9394da2" /></Relationships>
</file>

<file path=ppt/slides/_rels/slide3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d2bfdf254720" /><Relationship Type="http://schemas.openxmlformats.org/officeDocument/2006/relationships/notesSlide" Target="/ppt/notesSlides/notesSlide328.xml" Id="R6b0773456a304dd5" /></Relationships>
</file>

<file path=ppt/slides/_rels/slide3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a076d8ea44847" /><Relationship Type="http://schemas.openxmlformats.org/officeDocument/2006/relationships/image" Target="/ppt/media/image111.png" Id="R73466b5d14be4d6c" /><Relationship Type="http://schemas.openxmlformats.org/officeDocument/2006/relationships/notesSlide" Target="/ppt/notesSlides/notesSlide329.xml" Id="R48ec3c3bc95d484d" /></Relationships>
</file>

<file path=ppt/slides/_rels/slide3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86db843f4ce5" /><Relationship Type="http://schemas.openxmlformats.org/officeDocument/2006/relationships/image" Target="/ppt/media/image111.png" Id="R546adb03f04e4bb5" /><Relationship Type="http://schemas.openxmlformats.org/officeDocument/2006/relationships/notesSlide" Target="/ppt/notesSlides/notesSlide330.xml" Id="R6f8af39784a1499c" /></Relationships>
</file>

<file path=ppt/slides/_rels/slide3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f6dcfc0742dd" /><Relationship Type="http://schemas.openxmlformats.org/officeDocument/2006/relationships/image" Target="/ppt/media/image112.png" Id="R1d29e09d49fa4925" /><Relationship Type="http://schemas.openxmlformats.org/officeDocument/2006/relationships/notesSlide" Target="/ppt/notesSlides/notesSlide331.xml" Id="Rf20270c4d3b94d75" /></Relationships>
</file>

<file path=ppt/slides/_rels/slide3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a40cdad1e411f" /><Relationship Type="http://schemas.openxmlformats.org/officeDocument/2006/relationships/image" Target="/ppt/media/image112.png" Id="R6939563c83954b52" /><Relationship Type="http://schemas.openxmlformats.org/officeDocument/2006/relationships/notesSlide" Target="/ppt/notesSlides/notesSlide332.xml" Id="R2d2a295c84ed4f46" /></Relationships>
</file>

<file path=ppt/slides/_rels/slide3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eb9001aa4803" /><Relationship Type="http://schemas.openxmlformats.org/officeDocument/2006/relationships/image" Target="/ppt/media/image112.png" Id="R5d0ecf2604844558" /><Relationship Type="http://schemas.openxmlformats.org/officeDocument/2006/relationships/notesSlide" Target="/ppt/notesSlides/notesSlide333.xml" Id="Reab67ca42f1d4080" /></Relationships>
</file>

<file path=ppt/slides/_rels/slide3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c75dac8b54a27" /><Relationship Type="http://schemas.openxmlformats.org/officeDocument/2006/relationships/notesSlide" Target="/ppt/notesSlides/notesSlide334.xml" Id="R6c5b1122232b4a48" /></Relationships>
</file>

<file path=ppt/slides/_rels/slide5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fc479858b49c0" /><Relationship Type="http://schemas.openxmlformats.org/officeDocument/2006/relationships/image" Target="/ppt/media/image5.png" Id="R5035b9109e614cd3" /><Relationship Type="http://schemas.openxmlformats.org/officeDocument/2006/relationships/notesSlide" Target="/ppt/notesSlides/notesSlide561.xml" Id="R3891720cb4154df0" /></Relationships>
</file>

<file path=ppt/slides/_rels/slide5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7250c1814f52" /><Relationship Type="http://schemas.openxmlformats.org/officeDocument/2006/relationships/notesSlide" Target="/ppt/notesSlides/notesSlide562.xml" Id="Rb8240441222b421a" /></Relationships>
</file>

<file path=ppt/slides/_rels/slide5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f7e64f1044d74" /><Relationship Type="http://schemas.openxmlformats.org/officeDocument/2006/relationships/notesSlide" Target="/ppt/notesSlides/notesSlide563.xml" Id="R4da9e251dc8d4b7f" /></Relationships>
</file>

<file path=ppt/slides/_rels/slide5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70190b88046f8" /><Relationship Type="http://schemas.openxmlformats.org/officeDocument/2006/relationships/notesSlide" Target="/ppt/notesSlides/notesSlide565.xml" Id="Ra198126348414502" /></Relationships>
</file>

<file path=ppt/slides/_rels/slide5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cb1dbd8e436d" /><Relationship Type="http://schemas.openxmlformats.org/officeDocument/2006/relationships/image" Target="/ppt/media/image6.png" Id="Rcdea1d4d4ccd42b2" /><Relationship Type="http://schemas.openxmlformats.org/officeDocument/2006/relationships/notesSlide" Target="/ppt/notesSlides/notesSlide566.xml" Id="R3a1aac32df38481b" /></Relationships>
</file>

<file path=ppt/slides/_rels/slide5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61b1115154ba4" /><Relationship Type="http://schemas.openxmlformats.org/officeDocument/2006/relationships/image" Target="/ppt/media/image6.png" Id="Rfc61b9d411cd4901" /><Relationship Type="http://schemas.openxmlformats.org/officeDocument/2006/relationships/notesSlide" Target="/ppt/notesSlides/notesSlide567.xml" Id="R661928b410304b88" /></Relationships>
</file>

<file path=ppt/slides/_rels/slide5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5f379e264af0" /><Relationship Type="http://schemas.openxmlformats.org/officeDocument/2006/relationships/image" Target="/ppt/media/image7.png" Id="R8047547bffdd48d1" /><Relationship Type="http://schemas.openxmlformats.org/officeDocument/2006/relationships/notesSlide" Target="/ppt/notesSlides/notesSlide568.xml" Id="R7079c6d31d384a45" /></Relationships>
</file>

<file path=ppt/slides/_rels/slide5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3d6125ca4d9c" /><Relationship Type="http://schemas.openxmlformats.org/officeDocument/2006/relationships/image" Target="/ppt/media/image7.png" Id="Rf8b44c282fb6437b" /><Relationship Type="http://schemas.openxmlformats.org/officeDocument/2006/relationships/notesSlide" Target="/ppt/notesSlides/notesSlide569.xml" Id="Rf2e6a6c013514022" /></Relationships>
</file>

<file path=ppt/slides/_rels/slide5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dc167d2504c3d" /><Relationship Type="http://schemas.openxmlformats.org/officeDocument/2006/relationships/image" Target="/ppt/media/image7.png" Id="Rd5fb3001f0744a55" /><Relationship Type="http://schemas.openxmlformats.org/officeDocument/2006/relationships/notesSlide" Target="/ppt/notesSlides/notesSlide570.xml" Id="Ra7709d91defb4480" /></Relationships>
</file>

<file path=ppt/slides/_rels/slide5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e6ff7c7854573" /><Relationship Type="http://schemas.openxmlformats.org/officeDocument/2006/relationships/notesSlide" Target="/ppt/notesSlides/notesSlide571.xml" Id="R6840db31633e4481" /></Relationships>
</file>

<file path=ppt/slides/_rels/slide5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2306b0e4f43d2" /><Relationship Type="http://schemas.openxmlformats.org/officeDocument/2006/relationships/notesSlide" Target="/ppt/notesSlides/notesSlide572.xml" Id="Rf768cc459c81480c" /></Relationships>
</file>

<file path=ppt/slides/_rels/slide5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4774daca34687" /><Relationship Type="http://schemas.openxmlformats.org/officeDocument/2006/relationships/image" Target="/ppt/media/image8.png" Id="Rf29946cb9d124aca" /><Relationship Type="http://schemas.openxmlformats.org/officeDocument/2006/relationships/notesSlide" Target="/ppt/notesSlides/notesSlide573.xml" Id="R830edba10c20433c" /></Relationships>
</file>

<file path=ppt/slides/_rels/slide5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3c77f0334d62" /><Relationship Type="http://schemas.openxmlformats.org/officeDocument/2006/relationships/image" Target="/ppt/media/image9.png" Id="R210bb077567c4cbb" /><Relationship Type="http://schemas.openxmlformats.org/officeDocument/2006/relationships/notesSlide" Target="/ppt/notesSlides/notesSlide574.xml" Id="Rc9fa92ac74f14cd6" /></Relationships>
</file>

<file path=ppt/slides/_rels/slide5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b4b3a3f949d5" /><Relationship Type="http://schemas.openxmlformats.org/officeDocument/2006/relationships/image" Target="/ppt/media/image9.png" Id="R1b69068aed38420b" /><Relationship Type="http://schemas.openxmlformats.org/officeDocument/2006/relationships/notesSlide" Target="/ppt/notesSlides/notesSlide575.xml" Id="R765f876109f44f5d" /></Relationships>
</file>

<file path=ppt/slides/_rels/slide5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082483f7346bc" /><Relationship Type="http://schemas.openxmlformats.org/officeDocument/2006/relationships/image" Target="/ppt/media/image10.png" Id="R45c2ac1487f741ff" /><Relationship Type="http://schemas.openxmlformats.org/officeDocument/2006/relationships/notesSlide" Target="/ppt/notesSlides/notesSlide576.xml" Id="R3e2ca86ecad14480" /></Relationships>
</file>

<file path=ppt/slides/_rels/slide5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a5d5c7e1b40d6" /><Relationship Type="http://schemas.openxmlformats.org/officeDocument/2006/relationships/image" Target="/ppt/media/image11.png" Id="Rf67f0ebf0ce4405c" /><Relationship Type="http://schemas.openxmlformats.org/officeDocument/2006/relationships/notesSlide" Target="/ppt/notesSlides/notesSlide577.xml" Id="R7ef0c2ff9faa4bbc" /></Relationships>
</file>

<file path=ppt/slides/_rels/slide5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fe2645d204b89" /><Relationship Type="http://schemas.openxmlformats.org/officeDocument/2006/relationships/notesSlide" Target="/ppt/notesSlides/notesSlide578.xml" Id="R33cdd58a38434bca" /></Relationships>
</file>

<file path=ppt/slides/_rels/slide5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82a29347469a" /><Relationship Type="http://schemas.openxmlformats.org/officeDocument/2006/relationships/notesSlide" Target="/ppt/notesSlides/notesSlide579.xml" Id="R3eb9d10698654eba" /></Relationships>
</file>

<file path=ppt/slides/_rels/slide5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c0957bd94a7d" /><Relationship Type="http://schemas.openxmlformats.org/officeDocument/2006/relationships/image" Target="/ppt/media/image12.png" Id="R4aae2f4030de45e7" /><Relationship Type="http://schemas.openxmlformats.org/officeDocument/2006/relationships/notesSlide" Target="/ppt/notesSlides/notesSlide580.xml" Id="Rf15d4ee2cca9458e" /></Relationships>
</file>

<file path=ppt/slides/_rels/slide5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d369c9adf4bf2" /><Relationship Type="http://schemas.openxmlformats.org/officeDocument/2006/relationships/image" Target="/ppt/media/image12.png" Id="Rb0fa1c5b0ec54b50" /><Relationship Type="http://schemas.openxmlformats.org/officeDocument/2006/relationships/notesSlide" Target="/ppt/notesSlides/notesSlide581.xml" Id="R3b865b681fad4e8f" /></Relationships>
</file>

<file path=ppt/slides/_rels/slide5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e02e89e24b88" /><Relationship Type="http://schemas.openxmlformats.org/officeDocument/2006/relationships/image" Target="/ppt/media/image12.png" Id="Rb27e696fd5fd458d" /><Relationship Type="http://schemas.openxmlformats.org/officeDocument/2006/relationships/notesSlide" Target="/ppt/notesSlides/notesSlide582.xml" Id="R95ed5322fbc74b1f" /></Relationships>
</file>

<file path=ppt/slides/_rels/slide5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67d28128f4fcd" /><Relationship Type="http://schemas.openxmlformats.org/officeDocument/2006/relationships/image" Target="/ppt/media/image12.png" Id="R09331afd81204113" /><Relationship Type="http://schemas.openxmlformats.org/officeDocument/2006/relationships/notesSlide" Target="/ppt/notesSlides/notesSlide583.xml" Id="R56de7e04e36a446d" /></Relationships>
</file>

<file path=ppt/slides/_rels/slide5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f01b530414bbf" /><Relationship Type="http://schemas.openxmlformats.org/officeDocument/2006/relationships/notesSlide" Target="/ppt/notesSlides/notesSlide584.xml" Id="Rf6bda59064654f56" /></Relationships>
</file>

<file path=ppt/slides/_rels/slide5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5386e504f4086" /><Relationship Type="http://schemas.openxmlformats.org/officeDocument/2006/relationships/notesSlide" Target="/ppt/notesSlides/notesSlide585.xml" Id="Rd5c84339852c4565" /></Relationships>
</file>

<file path=ppt/slides/_rels/slide5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2010429d24cff" /><Relationship Type="http://schemas.openxmlformats.org/officeDocument/2006/relationships/image" Target="/ppt/media/image13.png" Id="Rd34eda444a8840eb" /><Relationship Type="http://schemas.openxmlformats.org/officeDocument/2006/relationships/notesSlide" Target="/ppt/notesSlides/notesSlide586.xml" Id="R0e6dd1299cd4478f" /></Relationships>
</file>

<file path=ppt/slides/_rels/slide5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49d5daf642f5" /><Relationship Type="http://schemas.openxmlformats.org/officeDocument/2006/relationships/image" Target="/ppt/media/image13.png" Id="Rf1bd9bc25ef84dae" /><Relationship Type="http://schemas.openxmlformats.org/officeDocument/2006/relationships/notesSlide" Target="/ppt/notesSlides/notesSlide587.xml" Id="Rc24ed9fd487d493a" /></Relationships>
</file>

<file path=ppt/slides/_rels/slide5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6277511164095" /><Relationship Type="http://schemas.openxmlformats.org/officeDocument/2006/relationships/image" Target="/ppt/media/image13.png" Id="Rf8d635f826b042c5" /><Relationship Type="http://schemas.openxmlformats.org/officeDocument/2006/relationships/notesSlide" Target="/ppt/notesSlides/notesSlide588.xml" Id="R352e75ea2f3d41f5" /></Relationships>
</file>

<file path=ppt/slides/_rels/slide5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c020e4da49b1" /><Relationship Type="http://schemas.openxmlformats.org/officeDocument/2006/relationships/image" Target="/ppt/media/image14.png" Id="Rb1c5b71a997c4452" /><Relationship Type="http://schemas.openxmlformats.org/officeDocument/2006/relationships/notesSlide" Target="/ppt/notesSlides/notesSlide589.xml" Id="Rcf28f29f61bc4151" /></Relationships>
</file>

<file path=ppt/slides/_rels/slide5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81949a020450e" /><Relationship Type="http://schemas.openxmlformats.org/officeDocument/2006/relationships/image" Target="/ppt/media/image14.png" Id="R334eae1c4c4145c8" /><Relationship Type="http://schemas.openxmlformats.org/officeDocument/2006/relationships/notesSlide" Target="/ppt/notesSlides/notesSlide590.xml" Id="Rc19da6a60e394788" /></Relationships>
</file>

<file path=ppt/slides/_rels/slide5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40be3c89249b5" /><Relationship Type="http://schemas.openxmlformats.org/officeDocument/2006/relationships/notesSlide" Target="/ppt/notesSlides/notesSlide591.xml" Id="R0323ec0b648c4bce" /></Relationships>
</file>

<file path=ppt/slides/_rels/slide5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cef399704708" /><Relationship Type="http://schemas.openxmlformats.org/officeDocument/2006/relationships/notesSlide" Target="/ppt/notesSlides/notesSlide592.xml" Id="Rca052452a5b44a50" /></Relationships>
</file>

<file path=ppt/slides/_rels/slide5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b99df335f44ed" /><Relationship Type="http://schemas.openxmlformats.org/officeDocument/2006/relationships/image" Target="/ppt/media/image15.png" Id="Rd25ef0f5f40e4992" /><Relationship Type="http://schemas.openxmlformats.org/officeDocument/2006/relationships/notesSlide" Target="/ppt/notesSlides/notesSlide593.xml" Id="R3e8f3f60bfc548c6" /></Relationships>
</file>

<file path=ppt/slides/_rels/slide5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4cd637b6f4b7b" /><Relationship Type="http://schemas.openxmlformats.org/officeDocument/2006/relationships/image" Target="/ppt/media/image16.png" Id="Rbed1bdaa4eae4222" /><Relationship Type="http://schemas.openxmlformats.org/officeDocument/2006/relationships/notesSlide" Target="/ppt/notesSlides/notesSlide594.xml" Id="Re943c000c2b94c9a" /></Relationships>
</file>

<file path=ppt/slides/_rels/slide5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c60480074090" /><Relationship Type="http://schemas.openxmlformats.org/officeDocument/2006/relationships/image" Target="/ppt/media/image16.png" Id="R4073c4d3e73f4ad0" /><Relationship Type="http://schemas.openxmlformats.org/officeDocument/2006/relationships/notesSlide" Target="/ppt/notesSlides/notesSlide595.xml" Id="R89ac9ab77b524d1b" /></Relationships>
</file>

<file path=ppt/slides/_rels/slide5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155807564278" /><Relationship Type="http://schemas.openxmlformats.org/officeDocument/2006/relationships/image" Target="/ppt/media/image17.png" Id="Rfe8b1e4bf8d646f8" /><Relationship Type="http://schemas.openxmlformats.org/officeDocument/2006/relationships/notesSlide" Target="/ppt/notesSlides/notesSlide596.xml" Id="R68670bd966734af0" /></Relationships>
</file>

<file path=ppt/slides/_rels/slide5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b035e7df24920" /><Relationship Type="http://schemas.openxmlformats.org/officeDocument/2006/relationships/image" Target="/ppt/media/image17.png" Id="R9497c697c42e44e3" /><Relationship Type="http://schemas.openxmlformats.org/officeDocument/2006/relationships/notesSlide" Target="/ppt/notesSlides/notesSlide597.xml" Id="R4f5cc934e87d4cc3" /></Relationships>
</file>

<file path=ppt/slides/_rels/slide5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ff8c51b6b4cc4" /><Relationship Type="http://schemas.openxmlformats.org/officeDocument/2006/relationships/notesSlide" Target="/ppt/notesSlides/notesSlide598.xml" Id="Re7621b739e104797" /></Relationships>
</file>

<file path=ppt/slides/_rels/slide5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20a02a9d486c" /><Relationship Type="http://schemas.openxmlformats.org/officeDocument/2006/relationships/notesSlide" Target="/ppt/notesSlides/notesSlide599.xml" Id="R357106b742cd4278" /></Relationships>
</file>

<file path=ppt/slides/_rels/slide6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ad74fb4d4637" /><Relationship Type="http://schemas.openxmlformats.org/officeDocument/2006/relationships/image" Target="/ppt/media/image18.png" Id="R792262987f3d4a08" /><Relationship Type="http://schemas.openxmlformats.org/officeDocument/2006/relationships/notesSlide" Target="/ppt/notesSlides/notesSlide600.xml" Id="R1b59360a95ee4493" /></Relationships>
</file>

<file path=ppt/slides/_rels/slide6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48b330694e72" /><Relationship Type="http://schemas.openxmlformats.org/officeDocument/2006/relationships/image" Target="/ppt/media/image19.png" Id="Rdf64fd19a2f641ba" /><Relationship Type="http://schemas.openxmlformats.org/officeDocument/2006/relationships/notesSlide" Target="/ppt/notesSlides/notesSlide601.xml" Id="R2c7b88e2f09848e4" /></Relationships>
</file>

<file path=ppt/slides/_rels/slide6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cdb5cfe9e43ad" /><Relationship Type="http://schemas.openxmlformats.org/officeDocument/2006/relationships/image" Target="/ppt/media/image20.png" Id="R91db2d6cb0b644bd" /><Relationship Type="http://schemas.openxmlformats.org/officeDocument/2006/relationships/notesSlide" Target="/ppt/notesSlides/notesSlide602.xml" Id="R06c90a7b148c4efa" /></Relationships>
</file>

<file path=ppt/slides/_rels/slide6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db81cf3ec4726" /><Relationship Type="http://schemas.openxmlformats.org/officeDocument/2006/relationships/image" Target="/ppt/media/image20.png" Id="R09a703d628da4200" /><Relationship Type="http://schemas.openxmlformats.org/officeDocument/2006/relationships/notesSlide" Target="/ppt/notesSlides/notesSlide603.xml" Id="R6ad183f93866477e" /></Relationships>
</file>

<file path=ppt/slides/_rels/slide6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ac545db14841" /><Relationship Type="http://schemas.openxmlformats.org/officeDocument/2006/relationships/image" Target="/ppt/media/image20.png" Id="Ra623ee83f6f44c41" /><Relationship Type="http://schemas.openxmlformats.org/officeDocument/2006/relationships/notesSlide" Target="/ppt/notesSlides/notesSlide604.xml" Id="Rd49c2d7a1af5442a" /></Relationships>
</file>

<file path=ppt/slides/_rels/slide6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ab570de454856" /><Relationship Type="http://schemas.openxmlformats.org/officeDocument/2006/relationships/notesSlide" Target="/ppt/notesSlides/notesSlide605.xml" Id="R3503bc2f702745bc" /></Relationships>
</file>

<file path=ppt/slides/_rels/slide6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14242cbd2474e" /><Relationship Type="http://schemas.openxmlformats.org/officeDocument/2006/relationships/notesSlide" Target="/ppt/notesSlides/notesSlide606.xml" Id="Rb45d4d02a0fc4c01" /></Relationships>
</file>

<file path=ppt/slides/_rels/slide6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4816813d435a" /><Relationship Type="http://schemas.openxmlformats.org/officeDocument/2006/relationships/image" Target="/ppt/media/image21.png" Id="Rda6c6f87e89743f4" /><Relationship Type="http://schemas.openxmlformats.org/officeDocument/2006/relationships/notesSlide" Target="/ppt/notesSlides/notesSlide607.xml" Id="Rf741f62654964b26" /></Relationships>
</file>

<file path=ppt/slides/_rels/slide6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dcdf31ef44324" /><Relationship Type="http://schemas.openxmlformats.org/officeDocument/2006/relationships/image" Target="/ppt/media/image21.png" Id="R1beb2d2af3834dcc" /><Relationship Type="http://schemas.openxmlformats.org/officeDocument/2006/relationships/notesSlide" Target="/ppt/notesSlides/notesSlide608.xml" Id="R85dd674ae8734d43" /></Relationships>
</file>

<file path=ppt/slides/_rels/slide6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39a5ff904e6c" /><Relationship Type="http://schemas.openxmlformats.org/officeDocument/2006/relationships/image" Target="/ppt/media/image21.png" Id="R93054b99b85f4272" /><Relationship Type="http://schemas.openxmlformats.org/officeDocument/2006/relationships/notesSlide" Target="/ppt/notesSlides/notesSlide609.xml" Id="R90c9e0cece044434" /></Relationships>
</file>

<file path=ppt/slides/_rels/slide6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8ab7673d4f8d" /><Relationship Type="http://schemas.openxmlformats.org/officeDocument/2006/relationships/image" Target="/ppt/media/image22.png" Id="R1b99a2b521b54464" /><Relationship Type="http://schemas.openxmlformats.org/officeDocument/2006/relationships/notesSlide" Target="/ppt/notesSlides/notesSlide610.xml" Id="R18b113ecac574044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0b10f9a94522" /><Relationship Type="http://schemas.openxmlformats.org/officeDocument/2006/relationships/image" Target="/ppt/media/image22.png" Id="Rf2a4a439e4fe4258" /><Relationship Type="http://schemas.openxmlformats.org/officeDocument/2006/relationships/notesSlide" Target="/ppt/notesSlides/notesSlide611.xml" Id="R71e7f84430ed4dea" /></Relationships>
</file>

<file path=ppt/slides/_rels/slide6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da3fb94d4838" /><Relationship Type="http://schemas.openxmlformats.org/officeDocument/2006/relationships/notesSlide" Target="/ppt/notesSlides/notesSlide612.xml" Id="R5be79dd1cb344d98" /></Relationships>
</file>

<file path=ppt/slides/_rels/slide6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7947613a94a46" /><Relationship Type="http://schemas.openxmlformats.org/officeDocument/2006/relationships/notesSlide" Target="/ppt/notesSlides/notesSlide613.xml" Id="Reb806f4c1cfd4c01" /></Relationships>
</file>

<file path=ppt/slides/_rels/slide6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ac7d1d1474f85" /><Relationship Type="http://schemas.openxmlformats.org/officeDocument/2006/relationships/image" Target="/ppt/media/image23.png" Id="Ra6506e51f45b49a0" /><Relationship Type="http://schemas.openxmlformats.org/officeDocument/2006/relationships/notesSlide" Target="/ppt/notesSlides/notesSlide614.xml" Id="Rda5d25b58eb84c00" /></Relationships>
</file>

<file path=ppt/slides/_rels/slide6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81633551c460a" /><Relationship Type="http://schemas.openxmlformats.org/officeDocument/2006/relationships/image" Target="/ppt/media/image24.png" Id="R5725bc0307cc4462" /><Relationship Type="http://schemas.openxmlformats.org/officeDocument/2006/relationships/notesSlide" Target="/ppt/notesSlides/notesSlide615.xml" Id="Racf45d38bc334b31" /></Relationships>
</file>

<file path=ppt/slides/_rels/slide6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f20265974bb9" /><Relationship Type="http://schemas.openxmlformats.org/officeDocument/2006/relationships/image" Target="/ppt/media/image25.png" Id="Rcbc0ae9ec111443b" /><Relationship Type="http://schemas.openxmlformats.org/officeDocument/2006/relationships/notesSlide" Target="/ppt/notesSlides/notesSlide616.xml" Id="R3488e55ed8d34d4b" /></Relationships>
</file>

<file path=ppt/slides/_rels/slide6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d64830e60419e" /><Relationship Type="http://schemas.openxmlformats.org/officeDocument/2006/relationships/image" Target="/ppt/media/image26.png" Id="Rf63e7c92cb104346" /><Relationship Type="http://schemas.openxmlformats.org/officeDocument/2006/relationships/notesSlide" Target="/ppt/notesSlides/notesSlide617.xml" Id="R52e2a053f7fc40c6" /></Relationships>
</file>

<file path=ppt/slides/_rels/slide6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ab7d70b34609" /><Relationship Type="http://schemas.openxmlformats.org/officeDocument/2006/relationships/image" Target="/ppt/media/image27.png" Id="R76c3fe2fe7cb42a7" /><Relationship Type="http://schemas.openxmlformats.org/officeDocument/2006/relationships/notesSlide" Target="/ppt/notesSlides/notesSlide618.xml" Id="R21712239892c45df" /></Relationships>
</file>

<file path=ppt/slides/_rels/slide6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e6add9024991" /><Relationship Type="http://schemas.openxmlformats.org/officeDocument/2006/relationships/notesSlide" Target="/ppt/notesSlides/notesSlide619.xml" Id="R3f531ad3af8348ec" /></Relationships>
</file>

<file path=ppt/slides/_rels/slide6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392d66c43469d" /><Relationship Type="http://schemas.openxmlformats.org/officeDocument/2006/relationships/notesSlide" Target="/ppt/notesSlides/notesSlide621.xml" Id="R1fe8ac9edcb54bde" /></Relationships>
</file>

<file path=ppt/slides/_rels/slide6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2a27f54e411f" /><Relationship Type="http://schemas.openxmlformats.org/officeDocument/2006/relationships/image" Target="/ppt/media/image28.png" Id="R9f886b1acf414d31" /><Relationship Type="http://schemas.openxmlformats.org/officeDocument/2006/relationships/notesSlide" Target="/ppt/notesSlides/notesSlide622.xml" Id="Re1979e7c7cbd4539" /></Relationships>
</file>

<file path=ppt/slides/_rels/slide6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4a0c482f849c1" /><Relationship Type="http://schemas.openxmlformats.org/officeDocument/2006/relationships/image" Target="/ppt/media/image28.png" Id="R3839032e6514445f" /><Relationship Type="http://schemas.openxmlformats.org/officeDocument/2006/relationships/notesSlide" Target="/ppt/notesSlides/notesSlide623.xml" Id="R20dc7db3179043bf" /></Relationships>
</file>

<file path=ppt/slides/_rels/slide6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dd764e65474b" /><Relationship Type="http://schemas.openxmlformats.org/officeDocument/2006/relationships/image" Target="/ppt/media/image29.png" Id="R7c336ab8a0014a45" /><Relationship Type="http://schemas.openxmlformats.org/officeDocument/2006/relationships/notesSlide" Target="/ppt/notesSlides/notesSlide624.xml" Id="Rf8e0d02f84ba4252" /></Relationships>
</file>

<file path=ppt/slides/_rels/slide6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1bacae6174d62" /><Relationship Type="http://schemas.openxmlformats.org/officeDocument/2006/relationships/image" Target="/ppt/media/image30.png" Id="Rb00d7441e34040c7" /><Relationship Type="http://schemas.openxmlformats.org/officeDocument/2006/relationships/notesSlide" Target="/ppt/notesSlides/notesSlide625.xml" Id="R948f66578eba4b6e" /></Relationships>
</file>

<file path=ppt/slides/_rels/slide6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5fd39415243ab" /><Relationship Type="http://schemas.openxmlformats.org/officeDocument/2006/relationships/image" Target="/ppt/media/image31.png" Id="R1b4891edff824865" /><Relationship Type="http://schemas.openxmlformats.org/officeDocument/2006/relationships/notesSlide" Target="/ppt/notesSlides/notesSlide626.xml" Id="R86d5f736d80c4a61" /></Relationships>
</file>

<file path=ppt/slides/_rels/slide6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f3c6529824009" /><Relationship Type="http://schemas.openxmlformats.org/officeDocument/2006/relationships/notesSlide" Target="/ppt/notesSlides/notesSlide627.xml" Id="Rf8f0e92f4f584a68" /></Relationships>
</file>

<file path=ppt/slides/_rels/slide6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6854a677d4cca" /><Relationship Type="http://schemas.openxmlformats.org/officeDocument/2006/relationships/notesSlide" Target="/ppt/notesSlides/notesSlide628.xml" Id="R623bcbd87f4d4a19" /></Relationships>
</file>

<file path=ppt/slides/_rels/slide6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2ebdbd5cf4aa5" /><Relationship Type="http://schemas.openxmlformats.org/officeDocument/2006/relationships/image" Target="/ppt/media/image32.png" Id="Rc243727328b14cdc" /><Relationship Type="http://schemas.openxmlformats.org/officeDocument/2006/relationships/notesSlide" Target="/ppt/notesSlides/notesSlide629.xml" Id="R6a3fc1274e9b42bb" /></Relationships>
</file>

<file path=ppt/slides/_rels/slide6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770d1f1e4623" /><Relationship Type="http://schemas.openxmlformats.org/officeDocument/2006/relationships/image" Target="/ppt/media/image33.png" Id="R388850f030ab46aa" /><Relationship Type="http://schemas.openxmlformats.org/officeDocument/2006/relationships/notesSlide" Target="/ppt/notesSlides/notesSlide630.xml" Id="R27a27945122f4a1d" /></Relationships>
</file>

<file path=ppt/slides/_rels/slide6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ac55220494c58" /><Relationship Type="http://schemas.openxmlformats.org/officeDocument/2006/relationships/image" Target="/ppt/media/image34.png" Id="Rcd61f02671f54ba6" /><Relationship Type="http://schemas.openxmlformats.org/officeDocument/2006/relationships/notesSlide" Target="/ppt/notesSlides/notesSlide631.xml" Id="Rcc86b179b84147ae" /></Relationships>
</file>

<file path=ppt/slides/_rels/slide6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9786bdc554dcb" /><Relationship Type="http://schemas.openxmlformats.org/officeDocument/2006/relationships/image" Target="/ppt/media/image35.png" Id="Ra9369ce8e7b94e9b" /><Relationship Type="http://schemas.openxmlformats.org/officeDocument/2006/relationships/notesSlide" Target="/ppt/notesSlides/notesSlide632.xml" Id="R9ac41eaf56db4d1d" /></Relationships>
</file>

<file path=ppt/slides/_rels/slide6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8f56212d4fb7" /><Relationship Type="http://schemas.openxmlformats.org/officeDocument/2006/relationships/image" Target="/ppt/media/image35.png" Id="Rb935951e84e743ba" /><Relationship Type="http://schemas.openxmlformats.org/officeDocument/2006/relationships/notesSlide" Target="/ppt/notesSlides/notesSlide633.xml" Id="Rf719b1eccb4f4159" /></Relationships>
</file>

<file path=ppt/slides/_rels/slide6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cbe03abd4834" /><Relationship Type="http://schemas.openxmlformats.org/officeDocument/2006/relationships/notesSlide" Target="/ppt/notesSlides/notesSlide634.xml" Id="R5b648a8bab18496c" /></Relationships>
</file>

<file path=ppt/slides/_rels/slide6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4502cd224777" /><Relationship Type="http://schemas.openxmlformats.org/officeDocument/2006/relationships/notesSlide" Target="/ppt/notesSlides/notesSlide635.xml" Id="R98438cc93739403d" /></Relationships>
</file>

<file path=ppt/slides/_rels/slide6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5badeb5f848e5" /><Relationship Type="http://schemas.openxmlformats.org/officeDocument/2006/relationships/image" Target="/ppt/media/image36.png" Id="R0a96545a5ca74a75" /><Relationship Type="http://schemas.openxmlformats.org/officeDocument/2006/relationships/notesSlide" Target="/ppt/notesSlides/notesSlide636.xml" Id="R9ec34115db5047d5" /></Relationships>
</file>

<file path=ppt/slides/_rels/slide6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e7f88624452e" /><Relationship Type="http://schemas.openxmlformats.org/officeDocument/2006/relationships/image" Target="/ppt/media/image37.png" Id="Rc5f916b942ab4851" /><Relationship Type="http://schemas.openxmlformats.org/officeDocument/2006/relationships/notesSlide" Target="/ppt/notesSlides/notesSlide637.xml" Id="R821a1b70464a48f3" /></Relationships>
</file>

<file path=ppt/slides/_rels/slide6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2453a3c8c4c04" /><Relationship Type="http://schemas.openxmlformats.org/officeDocument/2006/relationships/image" Target="/ppt/media/image37.png" Id="Rc32bdc987f644ea6" /><Relationship Type="http://schemas.openxmlformats.org/officeDocument/2006/relationships/notesSlide" Target="/ppt/notesSlides/notesSlide638.xml" Id="R800c7a76e9ae46ff" /></Relationships>
</file>

<file path=ppt/slides/_rels/slide6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39592628e4ac6" /><Relationship Type="http://schemas.openxmlformats.org/officeDocument/2006/relationships/image" Target="/ppt/media/image38.png" Id="R1f2f3236b36a4696" /><Relationship Type="http://schemas.openxmlformats.org/officeDocument/2006/relationships/notesSlide" Target="/ppt/notesSlides/notesSlide639.xml" Id="R4882079f49ae4cdc" /></Relationships>
</file>

<file path=ppt/slides/_rels/slide6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b5631e60c46f1" /><Relationship Type="http://schemas.openxmlformats.org/officeDocument/2006/relationships/image" Target="/ppt/media/image39.png" Id="Rd7f04e7ced3749c9" /><Relationship Type="http://schemas.openxmlformats.org/officeDocument/2006/relationships/notesSlide" Target="/ppt/notesSlides/notesSlide640.xml" Id="Rc988a9e1292a42fc" /></Relationships>
</file>

<file path=ppt/slides/_rels/slide6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a421e18be4e03" /><Relationship Type="http://schemas.openxmlformats.org/officeDocument/2006/relationships/notesSlide" Target="/ppt/notesSlides/notesSlide641.xml" Id="Rde031c7812a642c7" /></Relationships>
</file>

<file path=ppt/slides/_rels/slide6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fd1377edf4e49" /><Relationship Type="http://schemas.openxmlformats.org/officeDocument/2006/relationships/notesSlide" Target="/ppt/notesSlides/notesSlide642.xml" Id="Rf9215f1a6ac44047" /></Relationships>
</file>

<file path=ppt/slides/_rels/slide6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a1488039a4fdb" /><Relationship Type="http://schemas.openxmlformats.org/officeDocument/2006/relationships/image" Target="/ppt/media/image40.png" Id="Rfbc34575f31b42dc" /><Relationship Type="http://schemas.openxmlformats.org/officeDocument/2006/relationships/notesSlide" Target="/ppt/notesSlides/notesSlide643.xml" Id="R934870d361e3455b" /></Relationships>
</file>

<file path=ppt/slides/_rels/slide6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b7b73adfa4772" /><Relationship Type="http://schemas.openxmlformats.org/officeDocument/2006/relationships/image" Target="/ppt/media/image41.png" Id="R6d67c07270f3481c" /><Relationship Type="http://schemas.openxmlformats.org/officeDocument/2006/relationships/notesSlide" Target="/ppt/notesSlides/notesSlide644.xml" Id="R3ce0d0b574254177" /></Relationships>
</file>

<file path=ppt/slides/_rels/slide6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2aa98b6ac4cda" /><Relationship Type="http://schemas.openxmlformats.org/officeDocument/2006/relationships/image" Target="/ppt/media/image42.png" Id="Rb17724a6328b42a3" /><Relationship Type="http://schemas.openxmlformats.org/officeDocument/2006/relationships/notesSlide" Target="/ppt/notesSlides/notesSlide645.xml" Id="R61d0ae977b37447a" /></Relationships>
</file>

<file path=ppt/slides/_rels/slide6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9da2f1b7a40e6" /><Relationship Type="http://schemas.openxmlformats.org/officeDocument/2006/relationships/image" Target="/ppt/media/image43.png" Id="R4b179ed612394484" /><Relationship Type="http://schemas.openxmlformats.org/officeDocument/2006/relationships/notesSlide" Target="/ppt/notesSlides/notesSlide646.xml" Id="R20b4e011c8da4906" /></Relationships>
</file>

<file path=ppt/slides/_rels/slide6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235733d63489c" /><Relationship Type="http://schemas.openxmlformats.org/officeDocument/2006/relationships/image" Target="/ppt/media/image44.png" Id="R1aec03de99bb4ccc" /><Relationship Type="http://schemas.openxmlformats.org/officeDocument/2006/relationships/notesSlide" Target="/ppt/notesSlides/notesSlide647.xml" Id="R184767e08737443e" /></Relationships>
</file>

<file path=ppt/slides/_rels/slide6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0066a0d94340" /><Relationship Type="http://schemas.openxmlformats.org/officeDocument/2006/relationships/notesSlide" Target="/ppt/notesSlides/notesSlide648.xml" Id="Rc3901fcf3ad248e5" /></Relationships>
</file>

<file path=ppt/slides/_rels/slide6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3f9bf0fe54c66" /><Relationship Type="http://schemas.openxmlformats.org/officeDocument/2006/relationships/notesSlide" Target="/ppt/notesSlides/notesSlide649.xml" Id="Rfddf896ed1ae4935" /></Relationships>
</file>

<file path=ppt/slides/_rels/slide6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04536f0104886" /><Relationship Type="http://schemas.openxmlformats.org/officeDocument/2006/relationships/image" Target="/ppt/media/image45.png" Id="R0b53183fd7804ecf" /><Relationship Type="http://schemas.openxmlformats.org/officeDocument/2006/relationships/notesSlide" Target="/ppt/notesSlides/notesSlide650.xml" Id="Rdfcfc0a3991d4d27" /></Relationships>
</file>

<file path=ppt/slides/_rels/slide6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8e16922c4cc9" /><Relationship Type="http://schemas.openxmlformats.org/officeDocument/2006/relationships/image" Target="/ppt/media/image45.png" Id="Rd0473084b3a145cd" /><Relationship Type="http://schemas.openxmlformats.org/officeDocument/2006/relationships/notesSlide" Target="/ppt/notesSlides/notesSlide651.xml" Id="Rceacceba70504d7e" /></Relationships>
</file>

<file path=ppt/slides/_rels/slide6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578fcca043cb" /><Relationship Type="http://schemas.openxmlformats.org/officeDocument/2006/relationships/image" Target="/ppt/media/image46.png" Id="Raf45901127f249b5" /><Relationship Type="http://schemas.openxmlformats.org/officeDocument/2006/relationships/notesSlide" Target="/ppt/notesSlides/notesSlide652.xml" Id="R77215b5f71c745c1" /></Relationships>
</file>

<file path=ppt/slides/_rels/slide6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59de970824525" /><Relationship Type="http://schemas.openxmlformats.org/officeDocument/2006/relationships/image" Target="/ppt/media/image47.png" Id="R0387a9ff014644ce" /><Relationship Type="http://schemas.openxmlformats.org/officeDocument/2006/relationships/notesSlide" Target="/ppt/notesSlides/notesSlide653.xml" Id="R096fde13ceef483f" /></Relationships>
</file>

<file path=ppt/slides/_rels/slide6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daeb21ab43c0" /><Relationship Type="http://schemas.openxmlformats.org/officeDocument/2006/relationships/image" Target="/ppt/media/image48.png" Id="Ra0ed6bbe334f4068" /><Relationship Type="http://schemas.openxmlformats.org/officeDocument/2006/relationships/notesSlide" Target="/ppt/notesSlides/notesSlide654.xml" Id="R4886a6afa9fe49e2" /></Relationships>
</file>

<file path=ppt/slides/_rels/slide6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ec62f64246b3" /><Relationship Type="http://schemas.openxmlformats.org/officeDocument/2006/relationships/notesSlide" Target="/ppt/notesSlides/notesSlide655.xml" Id="R0076d391b1ff4530" /></Relationships>
</file>

<file path=ppt/slides/_rels/slide6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5910bdd148da" /><Relationship Type="http://schemas.openxmlformats.org/officeDocument/2006/relationships/notesSlide" Target="/ppt/notesSlides/notesSlide656.xml" Id="R6ce2044b95c24a9b" /></Relationships>
</file>

<file path=ppt/slides/_rels/slide6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cd632fba4fd0" /><Relationship Type="http://schemas.openxmlformats.org/officeDocument/2006/relationships/image" Target="/ppt/media/image49.png" Id="R344e5d59d3f14cb8" /><Relationship Type="http://schemas.openxmlformats.org/officeDocument/2006/relationships/notesSlide" Target="/ppt/notesSlides/notesSlide657.xml" Id="R24956dfbcf3b4100" /></Relationships>
</file>

<file path=ppt/slides/_rels/slide6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285669e534033" /><Relationship Type="http://schemas.openxmlformats.org/officeDocument/2006/relationships/image" Target="/ppt/media/image50.png" Id="R322b6c1f5c5c43cf" /><Relationship Type="http://schemas.openxmlformats.org/officeDocument/2006/relationships/notesSlide" Target="/ppt/notesSlides/notesSlide658.xml" Id="R1bd7d4eff8f04fd5" /></Relationships>
</file>

<file path=ppt/slides/_rels/slide6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881db40840e3" /><Relationship Type="http://schemas.openxmlformats.org/officeDocument/2006/relationships/image" Target="/ppt/media/image51.png" Id="R515d3c28e2084dca" /><Relationship Type="http://schemas.openxmlformats.org/officeDocument/2006/relationships/notesSlide" Target="/ppt/notesSlides/notesSlide659.xml" Id="R63b522ebc1794963" /></Relationships>
</file>

<file path=ppt/slides/_rels/slide6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f0821f9f477a" /><Relationship Type="http://schemas.openxmlformats.org/officeDocument/2006/relationships/image" Target="/ppt/media/image52.png" Id="R6bf186e6b48f46d2" /><Relationship Type="http://schemas.openxmlformats.org/officeDocument/2006/relationships/notesSlide" Target="/ppt/notesSlides/notesSlide660.xml" Id="R384680aed4b341a9" /></Relationships>
</file>

<file path=ppt/slides/_rels/slide6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f79ec3a0f42a4" /><Relationship Type="http://schemas.openxmlformats.org/officeDocument/2006/relationships/image" Target="/ppt/media/image53.png" Id="R4f3cf6e0bbef4344" /><Relationship Type="http://schemas.openxmlformats.org/officeDocument/2006/relationships/notesSlide" Target="/ppt/notesSlides/notesSlide661.xml" Id="Re2601159c3864dd6" /></Relationships>
</file>

<file path=ppt/slides/_rels/slide6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48f9ba7441ec" /><Relationship Type="http://schemas.openxmlformats.org/officeDocument/2006/relationships/notesSlide" Target="/ppt/notesSlides/notesSlide662.xml" Id="Rce6867e6e6564acf" /></Relationships>
</file>

<file path=ppt/slides/_rels/slide6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265d92f2841e5" /><Relationship Type="http://schemas.openxmlformats.org/officeDocument/2006/relationships/notesSlide" Target="/ppt/notesSlides/notesSlide663.xml" Id="R1890dd336aa248a7" /></Relationships>
</file>

<file path=ppt/slides/_rels/slide6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b848656c4345" /><Relationship Type="http://schemas.openxmlformats.org/officeDocument/2006/relationships/image" Target="/ppt/media/image54.png" Id="R36e70c95aaee43a6" /><Relationship Type="http://schemas.openxmlformats.org/officeDocument/2006/relationships/notesSlide" Target="/ppt/notesSlides/notesSlide664.xml" Id="R0e983dea215047e4" /></Relationships>
</file>

<file path=ppt/slides/_rels/slide6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e8d6b90534681" /><Relationship Type="http://schemas.openxmlformats.org/officeDocument/2006/relationships/image" Target="/ppt/media/image55.png" Id="Rf54644eda27e4ab0" /><Relationship Type="http://schemas.openxmlformats.org/officeDocument/2006/relationships/notesSlide" Target="/ppt/notesSlides/notesSlide665.xml" Id="R5941f6f33134411f" /></Relationships>
</file>

<file path=ppt/slides/_rels/slide6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e824634542db" /><Relationship Type="http://schemas.openxmlformats.org/officeDocument/2006/relationships/image" Target="/ppt/media/image55.png" Id="R92877e70861a44a4" /><Relationship Type="http://schemas.openxmlformats.org/officeDocument/2006/relationships/notesSlide" Target="/ppt/notesSlides/notesSlide666.xml" Id="R829e2140b50f4b64" /></Relationships>
</file>

<file path=ppt/slides/_rels/slide6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2892fcba4801" /><Relationship Type="http://schemas.openxmlformats.org/officeDocument/2006/relationships/image" Target="/ppt/media/image56.png" Id="R39b0bb713fd04d2e" /><Relationship Type="http://schemas.openxmlformats.org/officeDocument/2006/relationships/notesSlide" Target="/ppt/notesSlides/notesSlide667.xml" Id="R55f90addaddc4881" /></Relationships>
</file>

<file path=ppt/slides/_rels/slide6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2678a259a4f25" /><Relationship Type="http://schemas.openxmlformats.org/officeDocument/2006/relationships/image" Target="/ppt/media/image57.png" Id="R0e2a315b009c4e27" /><Relationship Type="http://schemas.openxmlformats.org/officeDocument/2006/relationships/notesSlide" Target="/ppt/notesSlides/notesSlide668.xml" Id="Re38387aeef9a4ada" /></Relationships>
</file>

<file path=ppt/slides/_rels/slide6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b64ea49124bf8" /><Relationship Type="http://schemas.openxmlformats.org/officeDocument/2006/relationships/notesSlide" Target="/ppt/notesSlides/notesSlide669.xml" Id="Rd664923efba24f3b" /></Relationships>
</file>

<file path=ppt/slides/_rels/slide6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eebb7c2c64494" /><Relationship Type="http://schemas.openxmlformats.org/officeDocument/2006/relationships/notesSlide" Target="/ppt/notesSlides/notesSlide670.xml" Id="R6e416daa19974410" /></Relationships>
</file>

<file path=ppt/slides/_rels/slide6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63c4c5874307" /><Relationship Type="http://schemas.openxmlformats.org/officeDocument/2006/relationships/image" Target="/ppt/media/image58.png" Id="R5d1a954da9bc4161" /><Relationship Type="http://schemas.openxmlformats.org/officeDocument/2006/relationships/notesSlide" Target="/ppt/notesSlides/notesSlide671.xml" Id="R5983971322ae4b2a" /></Relationships>
</file>

<file path=ppt/slides/_rels/slide6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14d68842e476c" /><Relationship Type="http://schemas.openxmlformats.org/officeDocument/2006/relationships/image" Target="/ppt/media/image59.png" Id="R2130aa5b11c84fdb" /><Relationship Type="http://schemas.openxmlformats.org/officeDocument/2006/relationships/notesSlide" Target="/ppt/notesSlides/notesSlide672.xml" Id="R5091bb7373214cde" /></Relationships>
</file>

<file path=ppt/slides/_rels/slide6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f51f2cb224f23" /><Relationship Type="http://schemas.openxmlformats.org/officeDocument/2006/relationships/image" Target="/ppt/media/image60.png" Id="R03fe4029accd4543" /><Relationship Type="http://schemas.openxmlformats.org/officeDocument/2006/relationships/notesSlide" Target="/ppt/notesSlides/notesSlide673.xml" Id="Rf6300e3d24af4a9e" /></Relationships>
</file>

<file path=ppt/slides/_rels/slide6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ce33be66d4a5b" /><Relationship Type="http://schemas.openxmlformats.org/officeDocument/2006/relationships/image" Target="/ppt/media/image61.png" Id="Rfdb8d421ed074532" /><Relationship Type="http://schemas.openxmlformats.org/officeDocument/2006/relationships/notesSlide" Target="/ppt/notesSlides/notesSlide674.xml" Id="R996ba0b3b27f4aa5" /></Relationships>
</file>

<file path=ppt/slides/_rels/slide6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68ce699e844a9" /><Relationship Type="http://schemas.openxmlformats.org/officeDocument/2006/relationships/image" Target="/ppt/media/image62.png" Id="R86fbefea29d648dc" /><Relationship Type="http://schemas.openxmlformats.org/officeDocument/2006/relationships/notesSlide" Target="/ppt/notesSlides/notesSlide675.xml" Id="R6e90b165cd5c4170" /></Relationships>
</file>

<file path=ppt/slides/_rels/slide6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8d850dc814e2f" /><Relationship Type="http://schemas.openxmlformats.org/officeDocument/2006/relationships/notesSlide" Target="/ppt/notesSlides/notesSlide676.xml" Id="Ra268a863ae1240b9" /></Relationships>
</file>

<file path=ppt/slides/_rels/slide6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a857aa0e426a" /><Relationship Type="http://schemas.openxmlformats.org/officeDocument/2006/relationships/notesSlide" Target="/ppt/notesSlides/notesSlide678.xml" Id="Rc0d8562a4bc54685" /></Relationships>
</file>

<file path=ppt/slides/_rels/slide6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dd7e536c407d" /><Relationship Type="http://schemas.openxmlformats.org/officeDocument/2006/relationships/image" Target="/ppt/media/image63.png" Id="R735074f658f442bf" /><Relationship Type="http://schemas.openxmlformats.org/officeDocument/2006/relationships/notesSlide" Target="/ppt/notesSlides/notesSlide679.xml" Id="Re54f160508ba4097" /></Relationships>
</file>

<file path=ppt/slides/_rels/slide6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6619bc7674802" /><Relationship Type="http://schemas.openxmlformats.org/officeDocument/2006/relationships/image" Target="/ppt/media/image63.png" Id="R60e0dda5220c4305" /><Relationship Type="http://schemas.openxmlformats.org/officeDocument/2006/relationships/notesSlide" Target="/ppt/notesSlides/notesSlide680.xml" Id="R930f34b8fee24e77" /></Relationships>
</file>

<file path=ppt/slides/_rels/slide6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de01ade74859" /><Relationship Type="http://schemas.openxmlformats.org/officeDocument/2006/relationships/image" Target="/ppt/media/image63.png" Id="Rf5feed1764fb41a4" /><Relationship Type="http://schemas.openxmlformats.org/officeDocument/2006/relationships/notesSlide" Target="/ppt/notesSlides/notesSlide681.xml" Id="Ra3b282fede9b410a" /></Relationships>
</file>

<file path=ppt/slides/_rels/slide6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b9b13ae54eaa" /><Relationship Type="http://schemas.openxmlformats.org/officeDocument/2006/relationships/image" Target="/ppt/media/image63.png" Id="Rf6156201dc554303" /><Relationship Type="http://schemas.openxmlformats.org/officeDocument/2006/relationships/notesSlide" Target="/ppt/notesSlides/notesSlide682.xml" Id="R3a55358c933a4013" /></Relationships>
</file>

<file path=ppt/slides/_rels/slide6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d130c2c943ee" /><Relationship Type="http://schemas.openxmlformats.org/officeDocument/2006/relationships/image" Target="/ppt/media/image63.png" Id="R0de34b653aa64017" /><Relationship Type="http://schemas.openxmlformats.org/officeDocument/2006/relationships/notesSlide" Target="/ppt/notesSlides/notesSlide683.xml" Id="R88f6e4bbe3a04a13" /></Relationships>
</file>

<file path=ppt/slides/_rels/slide6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680174f784325" /><Relationship Type="http://schemas.openxmlformats.org/officeDocument/2006/relationships/notesSlide" Target="/ppt/notesSlides/notesSlide684.xml" Id="R4ae0c2dcf32b4f75" /></Relationships>
</file>

<file path=ppt/slides/_rels/slide6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5ecf6b6734d8e" /><Relationship Type="http://schemas.openxmlformats.org/officeDocument/2006/relationships/notesSlide" Target="/ppt/notesSlides/notesSlide685.xml" Id="R93ddaf95ef6a4e14" /></Relationships>
</file>

<file path=ppt/slides/_rels/slide6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64a75ed194174" /><Relationship Type="http://schemas.openxmlformats.org/officeDocument/2006/relationships/image" Target="/ppt/media/image64.png" Id="Rcacef20d63d64ec8" /><Relationship Type="http://schemas.openxmlformats.org/officeDocument/2006/relationships/notesSlide" Target="/ppt/notesSlides/notesSlide686.xml" Id="Rf587716dd58d4ff3" /></Relationships>
</file>

<file path=ppt/slides/_rels/slide6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b0f56b014de8" /><Relationship Type="http://schemas.openxmlformats.org/officeDocument/2006/relationships/image" Target="/ppt/media/image64.png" Id="Ra23f135996094237" /><Relationship Type="http://schemas.openxmlformats.org/officeDocument/2006/relationships/notesSlide" Target="/ppt/notesSlides/notesSlide687.xml" Id="R4d5b6563b5ff465e" /></Relationships>
</file>

<file path=ppt/slides/_rels/slide6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35fa24df54f4e" /><Relationship Type="http://schemas.openxmlformats.org/officeDocument/2006/relationships/image" Target="/ppt/media/image64.png" Id="Rc527ac568da0483e" /><Relationship Type="http://schemas.openxmlformats.org/officeDocument/2006/relationships/notesSlide" Target="/ppt/notesSlides/notesSlide688.xml" Id="R0e49fdf7a2664306" /></Relationships>
</file>

<file path=ppt/slides/_rels/slide6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83e5612245a5" /><Relationship Type="http://schemas.openxmlformats.org/officeDocument/2006/relationships/image" Target="/ppt/media/image64.png" Id="R532be5c4d65b46cb" /><Relationship Type="http://schemas.openxmlformats.org/officeDocument/2006/relationships/notesSlide" Target="/ppt/notesSlides/notesSlide689.xml" Id="R28bd053a1e874079" /></Relationships>
</file>

<file path=ppt/slides/_rels/slide6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c7605a2f24c78" /><Relationship Type="http://schemas.openxmlformats.org/officeDocument/2006/relationships/image" Target="/ppt/media/image65.png" Id="R01f05384f0df49df" /><Relationship Type="http://schemas.openxmlformats.org/officeDocument/2006/relationships/notesSlide" Target="/ppt/notesSlides/notesSlide690.xml" Id="R759c8e46bbb94e83" /></Relationships>
</file>

<file path=ppt/slides/_rels/slide6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d357eae5430a" /><Relationship Type="http://schemas.openxmlformats.org/officeDocument/2006/relationships/notesSlide" Target="/ppt/notesSlides/notesSlide691.xml" Id="R9123443df3894d55" /></Relationships>
</file>

<file path=ppt/slides/_rels/slide7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d048fa704f21" /><Relationship Type="http://schemas.openxmlformats.org/officeDocument/2006/relationships/image" Target="/ppt/media/image66.png" Id="R017e24cf9a204f86" /><Relationship Type="http://schemas.openxmlformats.org/officeDocument/2006/relationships/notesSlide" Target="/ppt/notesSlides/notesSlide774.xml" Id="R12f35947322642df" /></Relationships>
</file>

<file path=ppt/slides/_rels/slide7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9a19288634e46" /><Relationship Type="http://schemas.openxmlformats.org/officeDocument/2006/relationships/notesSlide" Target="/ppt/notesSlides/notesSlide775.xml" Id="R09071f16bed64c15" /></Relationships>
</file>

<file path=ppt/slides/_rels/slide7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d6e682eef447d" /><Relationship Type="http://schemas.openxmlformats.org/officeDocument/2006/relationships/notesSlide" Target="/ppt/notesSlides/notesSlide776.xml" Id="R9fdb2bf17f6045a7" /></Relationships>
</file>

<file path=ppt/slides/_rels/slide7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b335ee1f74fda" /><Relationship Type="http://schemas.openxmlformats.org/officeDocument/2006/relationships/notesSlide" Target="/ppt/notesSlides/notesSlide778.xml" Id="R8a351db1bc714dee" /></Relationships>
</file>

<file path=ppt/slides/_rels/slide7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6bce9cf0419a" /><Relationship Type="http://schemas.openxmlformats.org/officeDocument/2006/relationships/image" Target="/ppt/media/image67.png" Id="R4f9eb1702782459d" /><Relationship Type="http://schemas.openxmlformats.org/officeDocument/2006/relationships/notesSlide" Target="/ppt/notesSlides/notesSlide779.xml" Id="R54d4203a364b4d19" /></Relationships>
</file>

<file path=ppt/slides/_rels/slide7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247f6f2614ecb" /><Relationship Type="http://schemas.openxmlformats.org/officeDocument/2006/relationships/image" Target="/ppt/media/image68.png" Id="R345e48aaa0384255" /><Relationship Type="http://schemas.openxmlformats.org/officeDocument/2006/relationships/notesSlide" Target="/ppt/notesSlides/notesSlide780.xml" Id="Rafc81858211b4b62" /></Relationships>
</file>

<file path=ppt/slides/_rels/slide7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1ab23d9d745a5" /><Relationship Type="http://schemas.openxmlformats.org/officeDocument/2006/relationships/image" Target="/ppt/media/image68.png" Id="Rde9b924c97d24dd9" /><Relationship Type="http://schemas.openxmlformats.org/officeDocument/2006/relationships/notesSlide" Target="/ppt/notesSlides/notesSlide781.xml" Id="Rc9e91ad1fd9c4698" /></Relationships>
</file>

<file path=ppt/slides/_rels/slide7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f67dfa68f4650" /><Relationship Type="http://schemas.openxmlformats.org/officeDocument/2006/relationships/image" Target="/ppt/media/image69.png" Id="Rb00a1f5b121e4e55" /><Relationship Type="http://schemas.openxmlformats.org/officeDocument/2006/relationships/notesSlide" Target="/ppt/notesSlides/notesSlide782.xml" Id="Rc3455e3d03194ba1" /></Relationships>
</file>

<file path=ppt/slides/_rels/slide7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b58006694693" /><Relationship Type="http://schemas.openxmlformats.org/officeDocument/2006/relationships/notesSlide" Target="/ppt/notesSlides/notesSlide783.xml" Id="R1bd3481e089f465e" /></Relationships>
</file>

<file path=ppt/slides/_rels/slide7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d811cff14015" /><Relationship Type="http://schemas.openxmlformats.org/officeDocument/2006/relationships/notesSlide" Target="/ppt/notesSlides/notesSlide784.xml" Id="Rdaa5ac1a6d274b2f" /></Relationships>
</file>

<file path=ppt/slides/_rels/slide7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0436db9b49ce" /><Relationship Type="http://schemas.openxmlformats.org/officeDocument/2006/relationships/image" Target="/ppt/media/image70.png" Id="R964920b80a224214" /><Relationship Type="http://schemas.openxmlformats.org/officeDocument/2006/relationships/notesSlide" Target="/ppt/notesSlides/notesSlide785.xml" Id="Re26e0030a0ce427f" /></Relationships>
</file>

<file path=ppt/slides/_rels/slide7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a94206da94778" /><Relationship Type="http://schemas.openxmlformats.org/officeDocument/2006/relationships/image" Target="/ppt/media/image70.png" Id="Rec93ecfa44fa49e8" /><Relationship Type="http://schemas.openxmlformats.org/officeDocument/2006/relationships/notesSlide" Target="/ppt/notesSlides/notesSlide786.xml" Id="R4126c7039a554b92" /></Relationships>
</file>

<file path=ppt/slides/_rels/slide7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106cd1b444fe" /><Relationship Type="http://schemas.openxmlformats.org/officeDocument/2006/relationships/image" Target="/ppt/media/image70.png" Id="R44eae1e96c4844d6" /><Relationship Type="http://schemas.openxmlformats.org/officeDocument/2006/relationships/notesSlide" Target="/ppt/notesSlides/notesSlide787.xml" Id="R916e34c5b4014695" /></Relationships>
</file>

<file path=ppt/slides/_rels/slide7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74fd2f0b4752" /><Relationship Type="http://schemas.openxmlformats.org/officeDocument/2006/relationships/image" Target="/ppt/media/image70.png" Id="R049ff93ab21c4463" /><Relationship Type="http://schemas.openxmlformats.org/officeDocument/2006/relationships/notesSlide" Target="/ppt/notesSlides/notesSlide788.xml" Id="Rc1b5e323eb0443fe" /></Relationships>
</file>

<file path=ppt/slides/_rels/slide7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6cfab5c724751" /><Relationship Type="http://schemas.openxmlformats.org/officeDocument/2006/relationships/notesSlide" Target="/ppt/notesSlides/notesSlide789.xml" Id="Ra3fdd339fd344095" /></Relationships>
</file>

<file path=ppt/slides/_rels/slide7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e3b9a7ceb43fc" /><Relationship Type="http://schemas.openxmlformats.org/officeDocument/2006/relationships/notesSlide" Target="/ppt/notesSlides/notesSlide790.xml" Id="Rbfa3e5eb643e4ccb" /></Relationships>
</file>

<file path=ppt/slides/_rels/slide7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8a3441d7e41d1" /><Relationship Type="http://schemas.openxmlformats.org/officeDocument/2006/relationships/image" Target="/ppt/media/image71.png" Id="R4a0db3e0e1344986" /><Relationship Type="http://schemas.openxmlformats.org/officeDocument/2006/relationships/notesSlide" Target="/ppt/notesSlides/notesSlide791.xml" Id="Rc15be3750dc24bbf" /></Relationships>
</file>

<file path=ppt/slides/_rels/slide7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390e71ea64bab" /><Relationship Type="http://schemas.openxmlformats.org/officeDocument/2006/relationships/image" Target="/ppt/media/image71.png" Id="R1dd5fae9c71c40d5" /><Relationship Type="http://schemas.openxmlformats.org/officeDocument/2006/relationships/notesSlide" Target="/ppt/notesSlides/notesSlide792.xml" Id="Rb10c253d6f2f4d9d" /></Relationships>
</file>

<file path=ppt/slides/_rels/slide7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8074cc484805" /><Relationship Type="http://schemas.openxmlformats.org/officeDocument/2006/relationships/image" Target="/ppt/media/image72.png" Id="R26d515ac9f1d4f72" /><Relationship Type="http://schemas.openxmlformats.org/officeDocument/2006/relationships/notesSlide" Target="/ppt/notesSlides/notesSlide793.xml" Id="R78681ec7261546d4" /></Relationships>
</file>

<file path=ppt/slides/_rels/slide7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4d4b89764004" /><Relationship Type="http://schemas.openxmlformats.org/officeDocument/2006/relationships/image" Target="/ppt/media/image72.png" Id="Rc3faf4ec41eb424c" /><Relationship Type="http://schemas.openxmlformats.org/officeDocument/2006/relationships/notesSlide" Target="/ppt/notesSlides/notesSlide794.xml" Id="Rae8c26356a9e4d7f" /></Relationships>
</file>

<file path=ppt/slides/_rels/slide7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9084353074147" /><Relationship Type="http://schemas.openxmlformats.org/officeDocument/2006/relationships/notesSlide" Target="/ppt/notesSlides/notesSlide795.xml" Id="R7f829311cf40487b" /></Relationships>
</file>

<file path=ppt/slides/_rels/slide7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e36d2e434c00" /><Relationship Type="http://schemas.openxmlformats.org/officeDocument/2006/relationships/notesSlide" Target="/ppt/notesSlides/notesSlide796.xml" Id="R43610eb5cd5f46c9" /></Relationships>
</file>

<file path=ppt/slides/_rels/slide7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fe4a6bc614f16" /><Relationship Type="http://schemas.openxmlformats.org/officeDocument/2006/relationships/image" Target="/ppt/media/image73.png" Id="R5d4d77659d694462" /><Relationship Type="http://schemas.openxmlformats.org/officeDocument/2006/relationships/notesSlide" Target="/ppt/notesSlides/notesSlide797.xml" Id="R54ce6dac5c714be3" /></Relationships>
</file>

<file path=ppt/slides/_rels/slide7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978079e494deb" /><Relationship Type="http://schemas.openxmlformats.org/officeDocument/2006/relationships/image" Target="/ppt/media/image73.png" Id="R8c80f9405d9c4645" /><Relationship Type="http://schemas.openxmlformats.org/officeDocument/2006/relationships/notesSlide" Target="/ppt/notesSlides/notesSlide798.xml" Id="Rd97b98e6c7cf4b75" /></Relationships>
</file>

<file path=ppt/slides/_rels/slide7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5ef0bf54a40b5" /><Relationship Type="http://schemas.openxmlformats.org/officeDocument/2006/relationships/image" Target="/ppt/media/image74.png" Id="R0fe7400d06a148ad" /><Relationship Type="http://schemas.openxmlformats.org/officeDocument/2006/relationships/notesSlide" Target="/ppt/notesSlides/notesSlide799.xml" Id="Rcd409af6129a496a" /></Relationships>
</file>

<file path=ppt/slides/_rels/slide8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8c18059e47cc" /><Relationship Type="http://schemas.openxmlformats.org/officeDocument/2006/relationships/image" Target="/ppt/media/image74.png" Id="Re7feffa6801c4cec" /><Relationship Type="http://schemas.openxmlformats.org/officeDocument/2006/relationships/notesSlide" Target="/ppt/notesSlides/notesSlide800.xml" Id="Rc825df004e4149ad" /></Relationships>
</file>

<file path=ppt/slides/_rels/slide8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d493074944a4c" /><Relationship Type="http://schemas.openxmlformats.org/officeDocument/2006/relationships/notesSlide" Target="/ppt/notesSlides/notesSlide801.xml" Id="R50bc167d8e5844ea" /></Relationships>
</file>

<file path=ppt/slides/_rels/slide8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a4d1f52741e9" /><Relationship Type="http://schemas.openxmlformats.org/officeDocument/2006/relationships/notesSlide" Target="/ppt/notesSlides/notesSlide803.xml" Id="R958f942dfbb747b3" /></Relationships>
</file>

<file path=ppt/slides/_rels/slide8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bb02bb0594d91" /><Relationship Type="http://schemas.openxmlformats.org/officeDocument/2006/relationships/image" Target="/ppt/media/image75.png" Id="R447effc4662f4b38" /><Relationship Type="http://schemas.openxmlformats.org/officeDocument/2006/relationships/notesSlide" Target="/ppt/notesSlides/notesSlide804.xml" Id="R561445ec604d491d" /></Relationships>
</file>

<file path=ppt/slides/_rels/slide8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02bb6b1744c1" /><Relationship Type="http://schemas.openxmlformats.org/officeDocument/2006/relationships/image" Target="/ppt/media/image76.png" Id="Rd730ad8788fb431b" /><Relationship Type="http://schemas.openxmlformats.org/officeDocument/2006/relationships/notesSlide" Target="/ppt/notesSlides/notesSlide805.xml" Id="R1f3d3358753b4abf" /></Relationships>
</file>

<file path=ppt/slides/_rels/slide8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09918ae984854" /><Relationship Type="http://schemas.openxmlformats.org/officeDocument/2006/relationships/image" Target="/ppt/media/image76.png" Id="R8a2e6e5536764fa4" /><Relationship Type="http://schemas.openxmlformats.org/officeDocument/2006/relationships/notesSlide" Target="/ppt/notesSlides/notesSlide806.xml" Id="Re35d0909599449a2" /></Relationships>
</file>

<file path=ppt/slides/_rels/slide8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9a8f2c1af4fbb" /><Relationship Type="http://schemas.openxmlformats.org/officeDocument/2006/relationships/image" Target="/ppt/media/image76.png" Id="Ra8cc3bcfce4f48aa" /><Relationship Type="http://schemas.openxmlformats.org/officeDocument/2006/relationships/notesSlide" Target="/ppt/notesSlides/notesSlide807.xml" Id="R36acdc13cbae49cf" /></Relationships>
</file>

<file path=ppt/slides/_rels/slide8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e65b91e34cd6" /><Relationship Type="http://schemas.openxmlformats.org/officeDocument/2006/relationships/notesSlide" Target="/ppt/notesSlides/notesSlide808.xml" Id="R527cdce2e6f748b9" /></Relationships>
</file>

<file path=ppt/slides/_rels/slide8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446c33bdb443c" /><Relationship Type="http://schemas.openxmlformats.org/officeDocument/2006/relationships/notesSlide" Target="/ppt/notesSlides/notesSlide809.xml" Id="R4e3d0e49f16d4743" /></Relationships>
</file>

<file path=ppt/slides/_rels/slide8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bbaa7cd7434d" /><Relationship Type="http://schemas.openxmlformats.org/officeDocument/2006/relationships/image" Target="/ppt/media/image77.png" Id="Rf65fc9c0ee4042fe" /><Relationship Type="http://schemas.openxmlformats.org/officeDocument/2006/relationships/notesSlide" Target="/ppt/notesSlides/notesSlide810.xml" Id="R1dd06853e1904062" /></Relationships>
</file>

<file path=ppt/slides/_rels/slide8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677e82f27498c" /><Relationship Type="http://schemas.openxmlformats.org/officeDocument/2006/relationships/image" Target="/ppt/media/image77.png" Id="R2417322202d041c5" /><Relationship Type="http://schemas.openxmlformats.org/officeDocument/2006/relationships/notesSlide" Target="/ppt/notesSlides/notesSlide811.xml" Id="Rab46c8ccfa3d40ba" /></Relationships>
</file>

<file path=ppt/slides/_rels/slide8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0e0169244dea" /><Relationship Type="http://schemas.openxmlformats.org/officeDocument/2006/relationships/image" Target="/ppt/media/image78.png" Id="R1c314bd8caf24124" /><Relationship Type="http://schemas.openxmlformats.org/officeDocument/2006/relationships/notesSlide" Target="/ppt/notesSlides/notesSlide812.xml" Id="Rdb22854d342641fe" /></Relationships>
</file>

<file path=ppt/slides/_rels/slide8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2491d20a4cd2" /><Relationship Type="http://schemas.openxmlformats.org/officeDocument/2006/relationships/image" Target="/ppt/media/image78.png" Id="R11bba9bdc16d4771" /><Relationship Type="http://schemas.openxmlformats.org/officeDocument/2006/relationships/notesSlide" Target="/ppt/notesSlides/notesSlide813.xml" Id="R89cf9bf2bf054c57" /></Relationships>
</file>

<file path=ppt/slides/_rels/slide8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ded1b9a5e49c7" /><Relationship Type="http://schemas.openxmlformats.org/officeDocument/2006/relationships/notesSlide" Target="/ppt/notesSlides/notesSlide814.xml" Id="Rfddd1d144c10473d" /></Relationships>
</file>

<file path=ppt/slides/_rels/slide8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195c72e3446d3" /><Relationship Type="http://schemas.openxmlformats.org/officeDocument/2006/relationships/notesSlide" Target="/ppt/notesSlides/notesSlide815.xml" Id="R71581ef3e205475f" /></Relationships>
</file>

<file path=ppt/slides/_rels/slide8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a573c52e4444c" /><Relationship Type="http://schemas.openxmlformats.org/officeDocument/2006/relationships/image" Target="/ppt/media/image79.png" Id="R52b4773ed4af408f" /><Relationship Type="http://schemas.openxmlformats.org/officeDocument/2006/relationships/notesSlide" Target="/ppt/notesSlides/notesSlide816.xml" Id="R2e485c8efea74341" /></Relationships>
</file>

<file path=ppt/slides/_rels/slide8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dc1bd116748d4" /><Relationship Type="http://schemas.openxmlformats.org/officeDocument/2006/relationships/image" Target="/ppt/media/image80.png" Id="R2c4de59d62074c66" /><Relationship Type="http://schemas.openxmlformats.org/officeDocument/2006/relationships/notesSlide" Target="/ppt/notesSlides/notesSlide817.xml" Id="R2bb4452bf4a046d1" /></Relationships>
</file>

<file path=ppt/slides/_rels/slide8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3b8073df49bf" /><Relationship Type="http://schemas.openxmlformats.org/officeDocument/2006/relationships/image" Target="/ppt/media/image81.png" Id="R9fb44eae20c94f79" /><Relationship Type="http://schemas.openxmlformats.org/officeDocument/2006/relationships/notesSlide" Target="/ppt/notesSlides/notesSlide818.xml" Id="R056b168a7d914fcd" /></Relationships>
</file>

<file path=ppt/slides/_rels/slide8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da32576c74e3c" /><Relationship Type="http://schemas.openxmlformats.org/officeDocument/2006/relationships/image" Target="/ppt/media/image81.png" Id="R296d106423a945db" /><Relationship Type="http://schemas.openxmlformats.org/officeDocument/2006/relationships/notesSlide" Target="/ppt/notesSlides/notesSlide819.xml" Id="R5bb83285c1684a03" /></Relationships>
</file>

<file path=ppt/slides/_rels/slide8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9a861a2164409" /><Relationship Type="http://schemas.openxmlformats.org/officeDocument/2006/relationships/notesSlide" Target="/ppt/notesSlides/notesSlide820.xml" Id="R8d038545c77d4aa2" /></Relationships>
</file>

<file path=ppt/slides/_rels/slide8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7c977bde411c" /><Relationship Type="http://schemas.openxmlformats.org/officeDocument/2006/relationships/notesSlide" Target="/ppt/notesSlides/notesSlide821.xml" Id="R1afba6e16ada4be3" /></Relationships>
</file>

<file path=ppt/slides/_rels/slide8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5ed31809a4888" /><Relationship Type="http://schemas.openxmlformats.org/officeDocument/2006/relationships/image" Target="/ppt/media/image82.png" Id="R35752c8119214654" /><Relationship Type="http://schemas.openxmlformats.org/officeDocument/2006/relationships/notesSlide" Target="/ppt/notesSlides/notesSlide822.xml" Id="Re863677b1a1f46f3" /></Relationships>
</file>

<file path=ppt/slides/_rels/slide8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0e7ced27041ff" /><Relationship Type="http://schemas.openxmlformats.org/officeDocument/2006/relationships/image" Target="/ppt/media/image83.png" Id="R20bbd95a96974811" /><Relationship Type="http://schemas.openxmlformats.org/officeDocument/2006/relationships/notesSlide" Target="/ppt/notesSlides/notesSlide823.xml" Id="R0594e77765da4b30" /></Relationships>
</file>

<file path=ppt/slides/_rels/slide8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0865f2bf34f95" /><Relationship Type="http://schemas.openxmlformats.org/officeDocument/2006/relationships/image" Target="/ppt/media/image84.png" Id="Rfa127f8d7187484d" /><Relationship Type="http://schemas.openxmlformats.org/officeDocument/2006/relationships/notesSlide" Target="/ppt/notesSlides/notesSlide824.xml" Id="Rfd7b00488acf48b2" /></Relationships>
</file>

<file path=ppt/slides/_rels/slide8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fe69851a47a5" /><Relationship Type="http://schemas.openxmlformats.org/officeDocument/2006/relationships/image" Target="/ppt/media/image85.png" Id="R62927cd7a67e40d9" /><Relationship Type="http://schemas.openxmlformats.org/officeDocument/2006/relationships/notesSlide" Target="/ppt/notesSlides/notesSlide825.xml" Id="R927d3b38089f4882" /></Relationships>
</file>

<file path=ppt/slides/_rels/slide8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4ad9b81ea45c3" /><Relationship Type="http://schemas.openxmlformats.org/officeDocument/2006/relationships/image" Target="/ppt/media/image86.png" Id="Rdb42163c0ce64acb" /><Relationship Type="http://schemas.openxmlformats.org/officeDocument/2006/relationships/notesSlide" Target="/ppt/notesSlides/notesSlide826.xml" Id="R7477434833d6468b" /></Relationships>
</file>

<file path=ppt/slides/_rels/slide8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30bfb34c4cfb" /><Relationship Type="http://schemas.openxmlformats.org/officeDocument/2006/relationships/notesSlide" Target="/ppt/notesSlides/notesSlide827.xml" Id="Rf75512fefbda486e" /></Relationships>
</file>

<file path=ppt/slides/_rels/slide8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3815a1ab4317" /><Relationship Type="http://schemas.openxmlformats.org/officeDocument/2006/relationships/notesSlide" Target="/ppt/notesSlides/notesSlide828.xml" Id="Ree438c30f0924897" /></Relationships>
</file>

<file path=ppt/slides/_rels/slide8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eeae1abb49aa" /><Relationship Type="http://schemas.openxmlformats.org/officeDocument/2006/relationships/image" Target="/ppt/media/image87.png" Id="Ra0c171257bf64b24" /><Relationship Type="http://schemas.openxmlformats.org/officeDocument/2006/relationships/notesSlide" Target="/ppt/notesSlides/notesSlide829.xml" Id="R286e78ae2172447b" /></Relationships>
</file>

<file path=ppt/slides/_rels/slide8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6006808e432c" /><Relationship Type="http://schemas.openxmlformats.org/officeDocument/2006/relationships/image" Target="/ppt/media/image88.png" Id="Ra0318bbad77c4a41" /><Relationship Type="http://schemas.openxmlformats.org/officeDocument/2006/relationships/notesSlide" Target="/ppt/notesSlides/notesSlide830.xml" Id="Ra40e4061555b4138" /></Relationships>
</file>

<file path=ppt/slides/_rels/slide8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b7c7c248b4d0f" /><Relationship Type="http://schemas.openxmlformats.org/officeDocument/2006/relationships/image" Target="/ppt/media/image88.png" Id="R70f4739b0c0a437e" /><Relationship Type="http://schemas.openxmlformats.org/officeDocument/2006/relationships/notesSlide" Target="/ppt/notesSlides/notesSlide831.xml" Id="Ra1322edab71b4128" /></Relationships>
</file>

<file path=ppt/slides/_rels/slide8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22b4e062a4895" /><Relationship Type="http://schemas.openxmlformats.org/officeDocument/2006/relationships/image" Target="/ppt/media/image89.png" Id="Raf66698ff52345df" /><Relationship Type="http://schemas.openxmlformats.org/officeDocument/2006/relationships/notesSlide" Target="/ppt/notesSlides/notesSlide832.xml" Id="R7e1255994cfb4f52" /></Relationships>
</file>

<file path=ppt/slides/_rels/slide8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d5d1a6cf426e" /><Relationship Type="http://schemas.openxmlformats.org/officeDocument/2006/relationships/notesSlide" Target="/ppt/notesSlides/notesSlide833.xml" Id="Re994caa9da9345b6" /></Relationships>
</file>

<file path=ppt/slides/_rels/slide8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eb4e156854355" /><Relationship Type="http://schemas.openxmlformats.org/officeDocument/2006/relationships/notesSlide" Target="/ppt/notesSlides/notesSlide834.xml" Id="R987bdc601a724878" /></Relationships>
</file>

<file path=ppt/slides/_rels/slide8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f617eba044992" /><Relationship Type="http://schemas.openxmlformats.org/officeDocument/2006/relationships/image" Target="/ppt/media/image90.png" Id="Rbb233419815041d3" /><Relationship Type="http://schemas.openxmlformats.org/officeDocument/2006/relationships/notesSlide" Target="/ppt/notesSlides/notesSlide835.xml" Id="Rc5dc43de0ff64dd5" /></Relationships>
</file>

<file path=ppt/slides/_rels/slide8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8826acf274b3b" /><Relationship Type="http://schemas.openxmlformats.org/officeDocument/2006/relationships/image" Target="/ppt/media/image91.png" Id="R0ee570ee39464db7" /><Relationship Type="http://schemas.openxmlformats.org/officeDocument/2006/relationships/notesSlide" Target="/ppt/notesSlides/notesSlide836.xml" Id="R4ec471eef6514254" /></Relationships>
</file>

<file path=ppt/slides/_rels/slide8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aafd903849c8" /><Relationship Type="http://schemas.openxmlformats.org/officeDocument/2006/relationships/image" Target="/ppt/media/image92.png" Id="Ra091476978824625" /><Relationship Type="http://schemas.openxmlformats.org/officeDocument/2006/relationships/notesSlide" Target="/ppt/notesSlides/notesSlide837.xml" Id="R9344a1606b294583" /></Relationships>
</file>

<file path=ppt/slides/_rels/slide8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4177847bf487e" /><Relationship Type="http://schemas.openxmlformats.org/officeDocument/2006/relationships/image" Target="/ppt/media/image93.png" Id="R3dbde8e7d5684fff" /><Relationship Type="http://schemas.openxmlformats.org/officeDocument/2006/relationships/notesSlide" Target="/ppt/notesSlides/notesSlide838.xml" Id="Rcb98000643894d9d" /></Relationships>
</file>

<file path=ppt/slides/_rels/slide8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503d9a33945bc" /><Relationship Type="http://schemas.openxmlformats.org/officeDocument/2006/relationships/image" Target="/ppt/media/image93.png" Id="Rcbb657de7fc44a09" /><Relationship Type="http://schemas.openxmlformats.org/officeDocument/2006/relationships/notesSlide" Target="/ppt/notesSlides/notesSlide839.xml" Id="R7a7a3af595c94699" /></Relationships>
</file>

<file path=ppt/slides/_rels/slide8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eeb612a5b432b" /><Relationship Type="http://schemas.openxmlformats.org/officeDocument/2006/relationships/notesSlide" Target="/ppt/notesSlides/notesSlide840.xml" Id="Rb4124351cb11431c" /></Relationships>
</file>

<file path=ppt/slides/_rels/slide8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c3ca32b4f59" /><Relationship Type="http://schemas.openxmlformats.org/officeDocument/2006/relationships/notesSlide" Target="/ppt/notesSlides/notesSlide841.xml" Id="Rb5574ea918d740d3" /></Relationships>
</file>

<file path=ppt/slides/_rels/slide8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c64ab02b49cc" /><Relationship Type="http://schemas.openxmlformats.org/officeDocument/2006/relationships/image" Target="/ppt/media/image94.png" Id="Rd40fba2cb7c840fc" /><Relationship Type="http://schemas.openxmlformats.org/officeDocument/2006/relationships/notesSlide" Target="/ppt/notesSlides/notesSlide842.xml" Id="R1a13a584872b45df" /></Relationships>
</file>

<file path=ppt/slides/_rels/slide8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9f720c8a411c" /><Relationship Type="http://schemas.openxmlformats.org/officeDocument/2006/relationships/image" Target="/ppt/media/image95.png" Id="R794c3c2f4b43435f" /><Relationship Type="http://schemas.openxmlformats.org/officeDocument/2006/relationships/notesSlide" Target="/ppt/notesSlides/notesSlide843.xml" Id="R6d596a80a84a41f2" /></Relationships>
</file>

<file path=ppt/slides/_rels/slide8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4965bbe19455c" /><Relationship Type="http://schemas.openxmlformats.org/officeDocument/2006/relationships/image" Target="/ppt/media/image95.png" Id="R29d58695908b4162" /><Relationship Type="http://schemas.openxmlformats.org/officeDocument/2006/relationships/notesSlide" Target="/ppt/notesSlides/notesSlide844.xml" Id="Rc805bbd908f44baf" /></Relationships>
</file>

<file path=ppt/slides/_rels/slide8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e84b99ed4412e" /><Relationship Type="http://schemas.openxmlformats.org/officeDocument/2006/relationships/image" Target="/ppt/media/image94.png" Id="R2d964a57d73c4159" /><Relationship Type="http://schemas.openxmlformats.org/officeDocument/2006/relationships/notesSlide" Target="/ppt/notesSlides/notesSlide845.xml" Id="Rb9e0c32822cb4aca" /></Relationships>
</file>

<file path=ppt/slides/_rels/slide8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b05f6d4ff49df" /><Relationship Type="http://schemas.openxmlformats.org/officeDocument/2006/relationships/notesSlide" Target="/ppt/notesSlides/notesSlide846.xml" Id="Re5442cce25cb467b" /></Relationships>
</file>

<file path=ppt/slides/_rels/slide8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d83d0438d4d8d" /><Relationship Type="http://schemas.openxmlformats.org/officeDocument/2006/relationships/notesSlide" Target="/ppt/notesSlides/notesSlide847.xml" Id="R559972fbd8b54239" /></Relationships>
</file>

<file path=ppt/slides/_rels/slide8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3d19d69d146c6" /><Relationship Type="http://schemas.openxmlformats.org/officeDocument/2006/relationships/image" Target="/ppt/media/image96.png" Id="Redb889dbd65a4dce" /><Relationship Type="http://schemas.openxmlformats.org/officeDocument/2006/relationships/notesSlide" Target="/ppt/notesSlides/notesSlide848.xml" Id="R07c2a0bf043a4ed0" /></Relationships>
</file>

<file path=ppt/slides/_rels/slide8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6ddc73bf4bf3" /><Relationship Type="http://schemas.openxmlformats.org/officeDocument/2006/relationships/image" Target="/ppt/media/image97.png" Id="R4edbaf7e05234731" /><Relationship Type="http://schemas.openxmlformats.org/officeDocument/2006/relationships/notesSlide" Target="/ppt/notesSlides/notesSlide849.xml" Id="Rd4843cb42ec3467b" /></Relationships>
</file>

<file path=ppt/slides/_rels/slide8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6ff56b20141b8" /><Relationship Type="http://schemas.openxmlformats.org/officeDocument/2006/relationships/image" Target="/ppt/media/image98.png" Id="Rf9c05c0fa70a4311" /><Relationship Type="http://schemas.openxmlformats.org/officeDocument/2006/relationships/notesSlide" Target="/ppt/notesSlides/notesSlide850.xml" Id="Re5cb7f26615742e2" /></Relationships>
</file>

<file path=ppt/slides/_rels/slide8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f222e1d444d15" /><Relationship Type="http://schemas.openxmlformats.org/officeDocument/2006/relationships/image" Target="/ppt/media/image99.png" Id="R67fa9d8c648444ef" /><Relationship Type="http://schemas.openxmlformats.org/officeDocument/2006/relationships/notesSlide" Target="/ppt/notesSlides/notesSlide851.xml" Id="R7655b79b5a6b4861" /></Relationships>
</file>

<file path=ppt/slides/_rels/slide8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125098f1425f" /><Relationship Type="http://schemas.openxmlformats.org/officeDocument/2006/relationships/image" Target="/ppt/media/image100.png" Id="R7dd3364d79644ce8" /><Relationship Type="http://schemas.openxmlformats.org/officeDocument/2006/relationships/notesSlide" Target="/ppt/notesSlides/notesSlide852.xml" Id="R5dc01d2f4ce34b0c" /></Relationships>
</file>

<file path=ppt/slides/_rels/slide8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2967c9a2148a9" /><Relationship Type="http://schemas.openxmlformats.org/officeDocument/2006/relationships/notesSlide" Target="/ppt/notesSlides/notesSlide853.xml" Id="Rbcdf8a820625447c" /></Relationships>
</file>

<file path=ppt/slides/_rels/slide8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cd4b8d0244500" /><Relationship Type="http://schemas.openxmlformats.org/officeDocument/2006/relationships/notesSlide" Target="/ppt/notesSlides/notesSlide854.xml" Id="R11e38f0fd4c94c82" /></Relationships>
</file>

<file path=ppt/slides/_rels/slide8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661cc54a248cd" /><Relationship Type="http://schemas.openxmlformats.org/officeDocument/2006/relationships/image" Target="/ppt/media/image101.png" Id="R28d95f065a774c50" /><Relationship Type="http://schemas.openxmlformats.org/officeDocument/2006/relationships/notesSlide" Target="/ppt/notesSlides/notesSlide855.xml" Id="R9982995df9b9471f" /></Relationships>
</file>

<file path=ppt/slides/_rels/slide8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024d3923e4def" /><Relationship Type="http://schemas.openxmlformats.org/officeDocument/2006/relationships/image" Target="/ppt/media/image101.png" Id="Re1d8a560217e49f7" /><Relationship Type="http://schemas.openxmlformats.org/officeDocument/2006/relationships/notesSlide" Target="/ppt/notesSlides/notesSlide856.xml" Id="R31cbd645791c4374" /></Relationships>
</file>

<file path=ppt/slides/_rels/slide8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471fdf1045ea" /><Relationship Type="http://schemas.openxmlformats.org/officeDocument/2006/relationships/image" Target="/ppt/media/image102.png" Id="R4649da260cec4746" /><Relationship Type="http://schemas.openxmlformats.org/officeDocument/2006/relationships/notesSlide" Target="/ppt/notesSlides/notesSlide857.xml" Id="R718307175b5c4300" /></Relationships>
</file>

<file path=ppt/slides/_rels/slide8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50199fe94689" /><Relationship Type="http://schemas.openxmlformats.org/officeDocument/2006/relationships/image" Target="/ppt/media/image102.png" Id="R60c5e09c8108408a" /><Relationship Type="http://schemas.openxmlformats.org/officeDocument/2006/relationships/notesSlide" Target="/ppt/notesSlides/notesSlide858.xml" Id="R940f9ace9ed14b68" /></Relationships>
</file>

<file path=ppt/slides/_rels/slide8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a90d59aa47a8" /><Relationship Type="http://schemas.openxmlformats.org/officeDocument/2006/relationships/notesSlide" Target="/ppt/notesSlides/notesSlide859.xml" Id="R134d5f60e4394251" /></Relationships>
</file>

<file path=ppt/slides/_rels/slide8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9733b1fff4ea7" /><Relationship Type="http://schemas.openxmlformats.org/officeDocument/2006/relationships/notesSlide" Target="/ppt/notesSlides/notesSlide860.xml" Id="R8cb7e46642014497" /></Relationships>
</file>

<file path=ppt/slides/_rels/slide8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b229a23245b2" /><Relationship Type="http://schemas.openxmlformats.org/officeDocument/2006/relationships/image" Target="/ppt/media/image103.png" Id="R0a2e18f8c34445a2" /><Relationship Type="http://schemas.openxmlformats.org/officeDocument/2006/relationships/notesSlide" Target="/ppt/notesSlides/notesSlide861.xml" Id="R79cd3b5088d34dca" /></Relationships>
</file>

<file path=ppt/slides/_rels/slide8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bb6bdcb04eb2" /><Relationship Type="http://schemas.openxmlformats.org/officeDocument/2006/relationships/image" Target="/ppt/media/image104.png" Id="Rb1f4e5f55cf1421f" /><Relationship Type="http://schemas.openxmlformats.org/officeDocument/2006/relationships/notesSlide" Target="/ppt/notesSlides/notesSlide862.xml" Id="R180cd90ba4e34dc9" /></Relationships>
</file>

<file path=ppt/slides/_rels/slide8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06f0030ac4bdd" /><Relationship Type="http://schemas.openxmlformats.org/officeDocument/2006/relationships/image" Target="/ppt/media/image104.png" Id="R14a81c81d7d54f3d" /><Relationship Type="http://schemas.openxmlformats.org/officeDocument/2006/relationships/notesSlide" Target="/ppt/notesSlides/notesSlide863.xml" Id="Rde2efe51bd2f41db" /></Relationships>
</file>

<file path=ppt/slides/_rels/slide8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cb7accff48ea" /><Relationship Type="http://schemas.openxmlformats.org/officeDocument/2006/relationships/image" Target="/ppt/media/image105.png" Id="Rf921ed1931934fa9" /><Relationship Type="http://schemas.openxmlformats.org/officeDocument/2006/relationships/notesSlide" Target="/ppt/notesSlides/notesSlide864.xml" Id="Reba9ad888f1d419a" /></Relationships>
</file>

<file path=ppt/slides/_rels/slide8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a08facf14076" /><Relationship Type="http://schemas.openxmlformats.org/officeDocument/2006/relationships/image" Target="/ppt/media/image106.png" Id="Re2ced5d9545f46bc" /><Relationship Type="http://schemas.openxmlformats.org/officeDocument/2006/relationships/notesSlide" Target="/ppt/notesSlides/notesSlide865.xml" Id="Rf628abc78b1a4b4a" /></Relationships>
</file>

<file path=ppt/slides/_rels/slide8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06096773f4c7d" /><Relationship Type="http://schemas.openxmlformats.org/officeDocument/2006/relationships/notesSlide" Target="/ppt/notesSlides/notesSlide866.xml" Id="R6f9968fccae7474a" /></Relationships>
</file>

<file path=ppt/slides/_rels/slide8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f404130d04597" /><Relationship Type="http://schemas.openxmlformats.org/officeDocument/2006/relationships/notesSlide" Target="/ppt/notesSlides/notesSlide868.xml" Id="R9a71690370b748d0" /></Relationships>
</file>

<file path=ppt/slides/_rels/slide8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eb833cdd44ffb" /><Relationship Type="http://schemas.openxmlformats.org/officeDocument/2006/relationships/image" Target="/ppt/media/image107.png" Id="R75c6cf9e6d1f432d" /><Relationship Type="http://schemas.openxmlformats.org/officeDocument/2006/relationships/notesSlide" Target="/ppt/notesSlides/notesSlide869.xml" Id="Rabc13b04b9d54ccf" /></Relationships>
</file>

<file path=ppt/slides/_rels/slide8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f64199bd84dbe" /><Relationship Type="http://schemas.openxmlformats.org/officeDocument/2006/relationships/image" Target="/ppt/media/image107.png" Id="R3e12523f852d4a4c" /><Relationship Type="http://schemas.openxmlformats.org/officeDocument/2006/relationships/notesSlide" Target="/ppt/notesSlides/notesSlide870.xml" Id="R8c1fcbe75db441fa" /></Relationships>
</file>

<file path=ppt/slides/_rels/slide8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fa4db4b4b42de" /><Relationship Type="http://schemas.openxmlformats.org/officeDocument/2006/relationships/image" Target="/ppt/media/image107.png" Id="R3c8c3a9cb380434c" /><Relationship Type="http://schemas.openxmlformats.org/officeDocument/2006/relationships/notesSlide" Target="/ppt/notesSlides/notesSlide871.xml" Id="R53ac88c60ff84aa3" /></Relationships>
</file>

<file path=ppt/slides/_rels/slide8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c69ff276440f4" /><Relationship Type="http://schemas.openxmlformats.org/officeDocument/2006/relationships/image" Target="/ppt/media/image107.png" Id="Rcf12775b33be48e1" /><Relationship Type="http://schemas.openxmlformats.org/officeDocument/2006/relationships/notesSlide" Target="/ppt/notesSlides/notesSlide872.xml" Id="R109869976d8748fd" /></Relationships>
</file>

<file path=ppt/slides/_rels/slide8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ee5a26bbf4d03" /><Relationship Type="http://schemas.openxmlformats.org/officeDocument/2006/relationships/notesSlide" Target="/ppt/notesSlides/notesSlide873.xml" Id="R72a39e05846d466c" /></Relationships>
</file>

<file path=ppt/slides/_rels/slide8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ab78bff2a4d63" /><Relationship Type="http://schemas.openxmlformats.org/officeDocument/2006/relationships/notesSlide" Target="/ppt/notesSlides/notesSlide874.xml" Id="R15375b084fe346bd" /></Relationships>
</file>

<file path=ppt/slides/_rels/slide8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2c61c61b741cb" /><Relationship Type="http://schemas.openxmlformats.org/officeDocument/2006/relationships/image" Target="/ppt/media/image108.png" Id="Rd9afceb800db4847" /><Relationship Type="http://schemas.openxmlformats.org/officeDocument/2006/relationships/notesSlide" Target="/ppt/notesSlides/notesSlide875.xml" Id="R34fa3669420d4a9c" /></Relationships>
</file>

<file path=ppt/slides/_rels/slide8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87a0e993044ab" /><Relationship Type="http://schemas.openxmlformats.org/officeDocument/2006/relationships/image" Target="/ppt/media/image108.png" Id="Ref1c6715aba04644" /><Relationship Type="http://schemas.openxmlformats.org/officeDocument/2006/relationships/notesSlide" Target="/ppt/notesSlides/notesSlide876.xml" Id="R69957d186e254cdc" /></Relationships>
</file>

<file path=ppt/slides/_rels/slide8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68d3e25fa49c1" /><Relationship Type="http://schemas.openxmlformats.org/officeDocument/2006/relationships/image" Target="/ppt/media/image109.png" Id="R52f4c7183bb94694" /><Relationship Type="http://schemas.openxmlformats.org/officeDocument/2006/relationships/notesSlide" Target="/ppt/notesSlides/notesSlide877.xml" Id="R38c970da51c1498f" /></Relationships>
</file>

<file path=ppt/slides/_rels/slide8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cc8702594b26" /><Relationship Type="http://schemas.openxmlformats.org/officeDocument/2006/relationships/image" Target="/ppt/media/image109.png" Id="Rb13488a013e54de7" /><Relationship Type="http://schemas.openxmlformats.org/officeDocument/2006/relationships/notesSlide" Target="/ppt/notesSlides/notesSlide878.xml" Id="Raf01f4e24b344ee1" /></Relationships>
</file>

<file path=ppt/slides/_rels/slide8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cf0d14de400d" /><Relationship Type="http://schemas.openxmlformats.org/officeDocument/2006/relationships/notesSlide" Target="/ppt/notesSlides/notesSlide879.xml" Id="Ra2b301ed54a34135" /></Relationships>
</file>

<file path=ppt/slides/_rels/slide8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ab75d19144ebe" /><Relationship Type="http://schemas.openxmlformats.org/officeDocument/2006/relationships/notesSlide" Target="/ppt/notesSlides/notesSlide880.xml" Id="R675dacbb0c0c4644" /></Relationships>
</file>

<file path=ppt/slides/_rels/slide8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0697aec14482" /><Relationship Type="http://schemas.openxmlformats.org/officeDocument/2006/relationships/image" Target="/ppt/media/image110.png" Id="R2a861d55bc064904" /><Relationship Type="http://schemas.openxmlformats.org/officeDocument/2006/relationships/notesSlide" Target="/ppt/notesSlides/notesSlide881.xml" Id="Rbe72d13334c34539" /></Relationships>
</file>

<file path=ppt/slides/_rels/slide8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4e09f3eb64cd7" /><Relationship Type="http://schemas.openxmlformats.org/officeDocument/2006/relationships/image" Target="/ppt/media/image110.png" Id="Rd853cd24006849ec" /><Relationship Type="http://schemas.openxmlformats.org/officeDocument/2006/relationships/notesSlide" Target="/ppt/notesSlides/notesSlide882.xml" Id="R81306d461c5244d3" /></Relationships>
</file>

<file path=ppt/slides/_rels/slide8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482d44494178" /><Relationship Type="http://schemas.openxmlformats.org/officeDocument/2006/relationships/image" Target="/ppt/media/image110.png" Id="R2b372e68e79e4799" /><Relationship Type="http://schemas.openxmlformats.org/officeDocument/2006/relationships/notesSlide" Target="/ppt/notesSlides/notesSlide883.xml" Id="R247e019bce6a41a4" /></Relationships>
</file>

<file path=ppt/slides/_rels/slide8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9f53b10b4d1d" /><Relationship Type="http://schemas.openxmlformats.org/officeDocument/2006/relationships/image" Target="/ppt/media/image110.png" Id="R9f8e012867614d06" /><Relationship Type="http://schemas.openxmlformats.org/officeDocument/2006/relationships/notesSlide" Target="/ppt/notesSlides/notesSlide884.xml" Id="R12712012130a4cc9" /></Relationships>
</file>

<file path=ppt/slides/_rels/slide8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c1c2177304300" /><Relationship Type="http://schemas.openxmlformats.org/officeDocument/2006/relationships/notesSlide" Target="/ppt/notesSlides/notesSlide885.xml" Id="Rcd976917519f450f" /></Relationships>
</file>

<file path=ppt/slides/_rels/slide8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2410f4e994129" /><Relationship Type="http://schemas.openxmlformats.org/officeDocument/2006/relationships/notesSlide" Target="/ppt/notesSlides/notesSlide886.xml" Id="R24ddd4dd723346b6" /></Relationships>
</file>

<file path=ppt/slides/_rels/slide8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df136ce424cb8" /><Relationship Type="http://schemas.openxmlformats.org/officeDocument/2006/relationships/image" Target="/ppt/media/image111.png" Id="Rde01877015ef46c6" /><Relationship Type="http://schemas.openxmlformats.org/officeDocument/2006/relationships/notesSlide" Target="/ppt/notesSlides/notesSlide887.xml" Id="Ra4ec38fadebb4c69" /></Relationships>
</file>

<file path=ppt/slides/_rels/slide8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e3188c3904ca3" /><Relationship Type="http://schemas.openxmlformats.org/officeDocument/2006/relationships/image" Target="/ppt/media/image111.png" Id="R004743667ab0446c" /><Relationship Type="http://schemas.openxmlformats.org/officeDocument/2006/relationships/notesSlide" Target="/ppt/notesSlides/notesSlide888.xml" Id="R8d0378eb4a0243b2" /></Relationships>
</file>

<file path=ppt/slides/_rels/slide8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a8defa0d4300" /><Relationship Type="http://schemas.openxmlformats.org/officeDocument/2006/relationships/image" Target="/ppt/media/image112.png" Id="R4cb36869ba5e433b" /><Relationship Type="http://schemas.openxmlformats.org/officeDocument/2006/relationships/notesSlide" Target="/ppt/notesSlides/notesSlide889.xml" Id="Re941a490ab654cff" /></Relationships>
</file>

<file path=ppt/slides/_rels/slide8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d0f0b02c84971" /><Relationship Type="http://schemas.openxmlformats.org/officeDocument/2006/relationships/image" Target="/ppt/media/image112.png" Id="R207a3a4fc0634c45" /><Relationship Type="http://schemas.openxmlformats.org/officeDocument/2006/relationships/notesSlide" Target="/ppt/notesSlides/notesSlide890.xml" Id="R858792428dc649ff" /></Relationships>
</file>

<file path=ppt/slides/_rels/slide8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ba65b5f644c3" /><Relationship Type="http://schemas.openxmlformats.org/officeDocument/2006/relationships/image" Target="/ppt/media/image112.png" Id="Rb0e5e37ee005458c" /><Relationship Type="http://schemas.openxmlformats.org/officeDocument/2006/relationships/notesSlide" Target="/ppt/notesSlides/notesSlide891.xml" Id="R48f21432dcb7423b" /></Relationships>
</file>

<file path=ppt/slides/_rels/slide8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e4031f7574af2" /><Relationship Type="http://schemas.openxmlformats.org/officeDocument/2006/relationships/notesSlide" Target="/ppt/notesSlides/notesSlide892.xml" Id="R1e39902dec1648bb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67C6BF-A31E-48AC-ADFE-027BDBD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Tutorial Teknis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69AC-27C4-4063-9F76-B28B99A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Cubicost TAS mulai dari pengaturan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skala gambar, identifikasi elemen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bangunan, hingga pengaturan aturan pengukuran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penyusunan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864e56104e8c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02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CCF76-1F80-4E2C-B73E-156F290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48B0-AE9E-4CDE-8E06-EE2F11D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Panduan praktis dari pengaturan gambar hingga penyusunan laporan kuantitas, dilengkapi contoh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visual yang dapat langsung diikuti.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B3882-F555-4BAF-95BF-47309E6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proyek dengan benar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51AB9-75C3-4D96-833E-438FD15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lantai, gambar, satuan, dan skala sebelum pemodelan dimulai.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483B0-6950-454A-B630-4AF5317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elemen secara berurutan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BE81D-F2F7-4ADE-BE5F-C6D4485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 kolom, balok, pelat, bukaan, dan finishing sesuai ketergantungannya.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7DC6-D905-449B-ABCF-6C1B07C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kuantitas</a:t>
            </a:r>
          </a:p>
        </p:txBody>
      </p:sp>
    </p:spTree>
    <p:extLst>
      <p:ext uri="{BB962C8B-B14F-4D97-AF65-F5344CB8AC3E}">
        <p14:creationId xmlns:p14="http://schemas.microsoft.com/office/powerpoint/2010/main" val="355558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6D433-9E7B-441C-BA53-7CEBC16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0B3D-CB07-4660-8D54-5D790AF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deduction, aturan pengukuran, perhitungan, dan laporan sebelum digunakan.</a:t>
            </a:r>
          </a:p>
        </p:txBody>
      </p:sp>
    </p:spTree>
    <p:extLst>
      <p:ext uri="{BB962C8B-B14F-4D97-AF65-F5344CB8AC3E}">
        <p14:creationId xmlns:p14="http://schemas.microsoft.com/office/powerpoint/2010/main" val="1354400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327965-EFFA-4CAE-921A-B427E3C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E8205-7B9E-42BD-8866-431D4F1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pengaturan posisi dan tinggi finishing tanpa menebak opsi ambigu.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C2F7D-9AD2-4AD5-A23E-2768C36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007E-24D0-4B4A-8468-6899DAF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C8C92-B18D-4E07-9B05-43D7A2E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1A509-3F8D-4B11-9CB9-1A9B0626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6B02D-5C16-41E6-BB7B-5534432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additional-height dan opsi Yes/No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D49C-E13C-433F-9749-7DAC94B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112128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C5A850-661A-46BE-8153-D1FC414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9c2af6934659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5AFD6-B2BB-4E3C-AF25-968CC18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mengontrol cara kuantitas tertentu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335A0-9965-49C2-8B41-CB5A088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6631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E777-DA33-4EED-9480-A33127C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e640ada74d66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47CE4-DF98-47DC-A1DB-3AECE46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kategori yang aktif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pengaturan yang 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22507-86DD-4761-889D-CF34BEA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98234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5869A7-C74D-4A92-BDE5-B832A71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82d2f33f4d96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5E73-6074-4135-85E4-598AE4E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antarmuka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terlihat dan jangan menyimpulkan arti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nomor yang tidak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FA119-7CAA-4422-8033-A3DBD305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1507488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F8CCA7-6F62-4A00-9441-29B1188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additional-height dan opsi Yes/No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7cac31ed41f9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6A5DF-E1FE-4A78-9D59-6B6B1C4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pilihan dengan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kebutuhan proyek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mengubahnya.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A10D9-A114-40D5-8800-B11B11A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87390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4B0A1-55E9-48DF-8762-5968284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5a660e8ca46ce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017AE-6F11-4CB1-B653-42B25774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pengaturan finish luar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 dengan kondisi dinding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diukur.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85F03-DF12-40C2-A810-2DF1FBB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451266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7E2F87-8825-4C16-A974-3763B3B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0DD8D-88DF-4105-B156-70D6F07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7F54-91E8-4443-8461-3349B4F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ABC9-E3D2-4627-9298-F363E50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9BA9C-15F3-47C3-A71D-8F00066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215326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F2904C2-9A39-4CCB-82E3-18F9766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C62E-305D-4FD7-BC93-FD35CD2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deduction dan mengubah aturan hanya sesuai standar proyek.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FEF9-F2DA-4071-BC86-A90DF30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C7DF-7E11-4FE8-8EA5-3A39D05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dan buka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E07-8D86-4155-A816-5BB8F3B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Measurement Rules untuk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EC7A-C242-4617-9B18-B2BC139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kondisi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07BFA-7F6B-41EA-9C10-DBC652A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Terapkan No Effect sebagai contoh 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45550-D7CF-4842-B0DF-A8489F5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Hitung ulang dan bandingkan</a:t>
            </a:r>
          </a:p>
        </p:txBody>
      </p:sp>
    </p:spTree>
    <p:extLst>
      <p:ext uri="{BB962C8B-B14F-4D97-AF65-F5344CB8AC3E}">
        <p14:creationId xmlns:p14="http://schemas.microsoft.com/office/powerpoint/2010/main" val="572814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1A42A3-EB39-412C-9779-2C35CDBA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dan buka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1bf5bdac4e5c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F2DF-97C6-422B-822B-62E2D68B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concrete-volume expression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deduction yang berasal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0743C-89CB-4137-A9D4-2D73712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measurement rules dan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pengukuran.</a:t>
            </a:r>
          </a:p>
        </p:txBody>
      </p:sp>
    </p:spTree>
    <p:extLst>
      <p:ext uri="{BB962C8B-B14F-4D97-AF65-F5344CB8AC3E}">
        <p14:creationId xmlns:p14="http://schemas.microsoft.com/office/powerpoint/2010/main" val="1989358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32A446-4FA2-46F6-BF78-8B1E84EF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Measurement Rules untuk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83ecf73034ca2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2EF91-D010-46C8-BCB1-49EE2B3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elemen beam dan baca deskripsi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secara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7994-857A-436A-981A-5F25EA76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2092221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07A40-4A16-47BE-BA97-CD58160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kondisi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f6c137de432e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613CD-5FE5-4D39-B603-9E0EB3D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Filter Relevant Element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hanya kondisi 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sedang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A86BD-EB9A-4D28-AAFC-CAD86C7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17606284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31D968-3CE4-401E-B860-E22E261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No Effect sebagai contoh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09171b866485c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6B43A-18B1-4019-B6EE-C8B14EC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ini hanya contoh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beam-column pada manual;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yang diwajibkan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pengukuran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C43C2-6AA3-4688-93EF-16AEC90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pemeriksaan quantity dan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terkait.</a:t>
            </a:r>
          </a:p>
        </p:txBody>
      </p:sp>
    </p:spTree>
    <p:extLst>
      <p:ext uri="{BB962C8B-B14F-4D97-AF65-F5344CB8AC3E}">
        <p14:creationId xmlns:p14="http://schemas.microsoft.com/office/powerpoint/2010/main" val="751367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69DF4B-67BA-4D5A-8B09-9EFC242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Hitung ulang dan bandingkan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dd9d6838c4a52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A989-353B-4CCB-9DC6-DE5E0D1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perubahan expression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sebelum serta sesudah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diubah.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1163-3BFA-48C5-A7AD-ADF1976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pengaturan deduction dengan opsi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perhitungan.</a:t>
            </a:r>
          </a:p>
        </p:txBody>
      </p:sp>
    </p:spTree>
    <p:extLst>
      <p:ext uri="{BB962C8B-B14F-4D97-AF65-F5344CB8AC3E}">
        <p14:creationId xmlns:p14="http://schemas.microsoft.com/office/powerpoint/2010/main" val="9245519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906679-FC8E-462A-AFB6-429FDDD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E442-6F3F-4AF7-B40E-39E815C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B784A-5DA7-4D10-A546-7E1986A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12D8F-25C5-48D7-BF37-1C3998D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1C4C-FB19-4464-9D7B-4F67E58C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741247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C29546-891D-40BC-A7A4-18CAEC4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A447-5F7C-4E83-97D8-729D939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proyek dengan aturan pengukuran dan elevasi tanah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B6F0-FD47-45D2-BD06-69D726F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F8C6B-731F-416B-8815-8BEE7A34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10D0-F532-4898-8385-759B9DF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judul proyek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B53E9-B71A-459A-A905-2863495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5A3CB-2950-42DC-A913-56B303E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123709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AF70ED-E3E2-4CDF-9D96-FBE7670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77296e974bf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3EA7-8E6F-47BC-B413-157146B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proyek TAS baru dari halaman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pembuka aplikasi.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46FE9-C541-4172-A26C-60BD54E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590685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753C8-2A02-4A06-AB77-0657361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judul proyek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c3ba53d14b5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54B64-70D8-484A-945F-54AC30E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judul yang membantu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membedakan proyek dan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D0BA1-222D-4B04-9993-E09D90C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43053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646C76-00BA-4B83-940F-CD32F3C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810a6efe483b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7401-1EE8-4D4B-8F59-6526CD2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aturan pengukuran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untuk proyek,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pengaturan proyek 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51BBB-ABFF-451A-87CA-FB86BAD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116185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F52917-0A78-4F69-9231-9E5C350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7cdcfc1e1425f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39D17-B0AD-4822-A155-EEE0E0B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Elevasi tanah eksisting memengaruhi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kuantitas galian, sehingga nilainya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harus mengikuti data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158B-F87C-467D-A1E9-5285959A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6696308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255522-F97A-4FE1-A43E-CDDD5E0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BF1C8-0333-4EE5-927B-6893DC3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9E4-1923-4B40-B9C5-6AADC02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1E3B4-F149-45B3-B560-8E45766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D1521-0E69-4B36-BD6D-6DBEEC1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648850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D3136-F230-4FE7-A70B-CF4A717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3852-CFFB-41CF-9816-3A21061E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Mengenali area kerja TAS serta perbedaan Public dan Private Attribute.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D057F-A804-4E53-A16A-19CC329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E98A-9239-4C1B-85E3-C83CCA7E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Function Tab dan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E5DB9-1E52-4DCF-B264-B461623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Temukan Element Navigation dan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35137-7FFB-4BF4-AF19-2428DD3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Periksa Dynamic Control Bar dan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EAA3-C45C-416A-820E-0BF0B79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Public Attribute tanpa seleksi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79B77-DDCF-4AFD-87F8-6F3448D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Pilih entitas untuk Private Attribute</a:t>
            </a:r>
          </a:p>
        </p:txBody>
      </p:sp>
    </p:spTree>
    <p:extLst>
      <p:ext uri="{BB962C8B-B14F-4D97-AF65-F5344CB8AC3E}">
        <p14:creationId xmlns:p14="http://schemas.microsoft.com/office/powerpoint/2010/main" val="1437137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C546E0-37BA-41B6-B009-2F9A9DD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Function Tab dan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4b9232fc4596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86DD1-E343-4562-9CCE-944433A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 mengelompokkan fungsi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 dan perintah yang tersedia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tab aktif.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DE213-D113-4634-B044-64E5CE4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1623670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5C8769-101D-480C-80BA-726C3A5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Temukan Element Navigation dan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912577444d1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0019-AA71-474D-9BE9-D264E8D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ini untuk memilih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menjalankan operasi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pemodelan.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2329-5689-4D2D-80D2-D4ED563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2454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E0012D-F0E8-4677-9AA1-E758650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Dynamic Control Bar dan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755aa1db94fd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40CAB-8EAA-42E4-83AA-B7BBEB4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dinamis berubah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operasi, sedangkan status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petunjuk operasi.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7AFA4-B142-4FC8-B939-8B00EAC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48321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6E21A3-2E7A-4E8A-BD54-182131B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Public Attribute tanpa seleksi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7a72a697f4e25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813B-58F7-4B72-9F2D-B3C0143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berlaku pada entitas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nama elemen yang sama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tidak ada entitas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2395B-D618-4D82-96E4-2F443D7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2056103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F95B0C-8D44-41D4-AA8B-02AFA9B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entitas untuk Private Attribute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be42c855f4e9f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26C1-5DA0-4D28-911B-1D1EAA3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 hanya mengubah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entitas yang dipilih; perubahan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tanpa seleksi.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71104-7E90-4A03-87D0-6228D81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306695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EEFD58-4A31-4B5D-87DA-B8E97DC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34677-121E-4851-9DBD-4B71FD7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E8A2F-E44D-4B7D-BAD7-9A684A4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9E328-38AA-40C2-A6E1-088DA629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E47E9-BB60-4914-AAA9-8BE225D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84102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A31FE6-1255-4875-B899-4623DD9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3C70F-04E3-48B0-96E8-6400503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Membangun struktur lantai dan grade beton yang konsisten.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2526D-713E-4B0F-B1A2-7908729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12EB-A1C2-427C-AAAB-46DD145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51CAA-F78D-4541-9A28-386B74C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Sisipkan lantai struktur atas dan bawah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41180-ADB8-48E4-8738-28683BE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Isi tinggi dan elevasi lantai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0657-08D2-4F1E-8C5C-26079FB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Concrete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C3F80-D28B-4EFB-A7A2-33F6A79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Gunakan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442725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B6C42D-ED4F-4B6A-B008-35F851F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3a5ec14d4b0a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7C8C-F562-42AE-B4D5-46502FB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tabel lantai untuk mengatur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dan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A54D1-8659-4E68-B6B1-AC1FCAE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Project Setting dari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menuju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1326033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4CBCE-6380-41A0-9A80-3AF29CB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Sisipkan lantai struktur atas dan bawah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dee70c83b467d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6A081-17EA-45D0-AE9A-9CDFB5F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superstructure dari 1st Floor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substructure dari Foundation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BCC37-ECC5-4BF5-BE58-3F81E35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20023305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5B4F22-F143-4D6E-A7C3-0B6399A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Isi tinggi dan elevasi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f1897897a4fca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6907A-4CE6-4D8A-833C-E75625F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Floor Height untuk setiap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Bottom Elevation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1st Floor seperti pada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36183-0965-4BAE-BEBD-4E11C10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19005121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1E19E5-28D3-41D9-9BA0-E51E73E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Concrete Grade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780d9576b42a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C732B-0253-4F75-A052-2F36D30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Tetapkan grade beton untuk elemen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spesifikasi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AB2D-4960-448A-893A-97C13D9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3843008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407EC0-3920-4BC8-B7C1-BC41702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c3199f6014b0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D9080-80C8-4906-93F5-40FC6CC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grade hanya ketika lantai tujuan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grade 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0E79-2960-4762-A554-DD109C6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2920816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549177-081F-4803-8813-A1E6009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988E6-1C73-4855-8513-B451046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68A6-CB74-4F10-BC5D-0B917DB9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24C9-1E2F-458F-9C40-4DE85122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7BF9-B336-47DC-89A3-EB1AB43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1247667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A5B6C6-F9F6-4888-B565-2E30288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5D9F-8F93-4197-B9B3-A9A848C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Menyiapkan gambar sumber yang terpisah dan mudah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EE84-1808-4528-AB20-ECD85EF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6DA20-FA34-4313-82D6-BC7BE60B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alur berdasarkan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0A3D-A4B1-4FE0-A2D6-1B86F00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AFAEB-1480-4934-8DE9-95DB783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Buka Drawing Manager dan pilih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10DD-50C2-4270-9EDA-4FF68CA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area yang diperlukan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E6B59-091B-4241-95F5-E399372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Beri nama gambar hasil split</a:t>
            </a:r>
          </a:p>
        </p:txBody>
      </p:sp>
    </p:spTree>
    <p:extLst>
      <p:ext uri="{BB962C8B-B14F-4D97-AF65-F5344CB8AC3E}">
        <p14:creationId xmlns:p14="http://schemas.microsoft.com/office/powerpoint/2010/main" val="6019383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AB3E58-71B2-44A6-81CA-A79D85E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alur berdasarkan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5ba2b96264f69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5C72-BE6C-477E-9FBD-F62F2FF5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DWG diimpor dan dipisahkan;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scanned PDF juga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diskalakan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B28B-B24B-4A60-BD0B-9E08505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Diagram alur impor, pemisahan,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penskalaan gambar DWG serta PDF.</a:t>
            </a:r>
          </a:p>
        </p:txBody>
      </p:sp>
    </p:spTree>
    <p:extLst>
      <p:ext uri="{BB962C8B-B14F-4D97-AF65-F5344CB8AC3E}">
        <p14:creationId xmlns:p14="http://schemas.microsoft.com/office/powerpoint/2010/main" val="163105880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F3323B4-2D58-4841-9AC5-55B92E3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c820a2414071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07D5-BAC3-47FC-895F-4A7625E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Add untuk memilih satu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beberapa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5942D-D14B-41E7-B971-FDA11D5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dan dialog pemilihan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beberapa file DWG.</a:t>
            </a:r>
          </a:p>
        </p:txBody>
      </p:sp>
    </p:spTree>
    <p:extLst>
      <p:ext uri="{BB962C8B-B14F-4D97-AF65-F5344CB8AC3E}">
        <p14:creationId xmlns:p14="http://schemas.microsoft.com/office/powerpoint/2010/main" val="8344263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DF9228-2EB0-4F73-BEE0-BE84616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Drawing Manager dan pilih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cc7134d845a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7F427-13BF-4E9B-900C-7A48414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Pisahkan lembar gabungan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setiap rencana dapat dikelola sendiri.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BF5E4-3A93-4079-A8D3-C1AD00B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8847166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374250-55C4-4A53-8F65-402B547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area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afa8b553949d6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E450-1357-43AD-A34C-EF83BCA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batas rencana yang lengkap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A260-CE7D-4824-8F27-932EB10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0173219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BEF86A-DEB7-4A10-9EDE-182F4B1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Beri nama gambar hasil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590dda854c7f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AA5BC-40AA-4CE0-9A87-72D5010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yang menjelaskan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jenis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733EF-250A-47AB-9737-259BFD39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90155045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B8EE6C5-CB0D-486C-869B-4535AFA9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F32A-6070-4A82-8B51-634FC20A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5D56-7AF5-4031-9EDC-BF690D40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846F2-034F-4505-B477-77CFDA1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C81F7-FAE0-4605-B8C1-6714404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05927446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5A1C3A-4C32-4F52-9AF6-BEF1FA0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836B7-858A-421D-99D7-13304BE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Mengkalibrasi gambar dan menyelaraskannya dengan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DE88A-F53C-410C-9733-1981535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6CDAC-CF18-4618-AD44-C3FEC3A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D29FF-64BA-4BAC-B081-4631038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titik awal, akhir, dan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FBE62-9E78-4B14-B7E8-83F7387A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Verifikasi dengan dimensi 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88B11-2836-4A3B-8BA3-E6D14B8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Relocate dan pilih titik referensi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D201-6C65-4D6A-A939-F39E39E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Selaraskan dengan titik axis grid</a:t>
            </a:r>
          </a:p>
        </p:txBody>
      </p:sp>
    </p:spTree>
    <p:extLst>
      <p:ext uri="{BB962C8B-B14F-4D97-AF65-F5344CB8AC3E}">
        <p14:creationId xmlns:p14="http://schemas.microsoft.com/office/powerpoint/2010/main" val="23810444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ECA925-06E7-465B-97B6-6D554B1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bac82ec31483a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012DD-3228-4016-9E0B-24BBDA4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gambar yang akan dikalibrasi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menentukan dua titik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78997-FCEE-482C-9B44-C91405F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53044028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D6478-0F8A-4228-8696-A42AAF0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titik awal, akhir, dan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29225a8e14f5d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60B9F-13CF-4C33-A638-F5B7413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dimensi tertulis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dipercaya untuk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panjang sebenarnya.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193ED-B087-4717-B119-B938862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15575522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A95A4A-1648-429E-A610-9A3842B8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dengan dimensi lain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6503e03b64695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B8598-EBD2-4248-81B8-59B4D2C7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Ukur jarak yang tidak dipakai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kalibrasi dan pastikan hasilnya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78729-7B1F-4A50-BE61-2BED44E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83214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9634E4-70B7-4EAF-A526-BC2BBFF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Relocate dan pilih titik referensi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4235bfda4790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962CF-4B39-46F0-9F28-A036E19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titik yang jelas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gambar, misalnya perpotongan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E598-4702-4F37-B6A9-BB81667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125617591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D52A82-D91E-423D-A623-A3C035F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Selaraskan dengan titik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96754289144f5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F4C3-4183-4221-939A-4C06719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titik yang sama pada grid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gunakan intersection snap bila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pemilihan tidak akurat.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9790-C210-431F-98A3-3C4A0B8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20081537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2F31B2-413D-4B02-9B2C-8D2B685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5BA5-D150-49D8-8722-70FB74D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79C8-5266-4AD9-8CBA-DA5C966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A0784-56B1-438B-BE26-7895CEB4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84E8-7550-414F-8A8C-6CE0CF4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8468934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F49E8E-A804-476B-AABB-324DA97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9061-ADBB-4875-A025-CC9D19C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axis grid secara otomatis atau manual sesuai gambar.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A3357-D3BC-4370-921C-0CD1634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BD631-6EC6-487C-8BBE-2CF01F6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tipe axis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DE71B-2A61-4CAC-9B21-27952BE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garis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6A605-A1B1-4DEF-9726-82E4E5D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004F0-AEA1-47E6-BC8A-D8D1EAA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AD4CB-99DB-4116-8BC2-07C53C2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Buat axis orthogonal secara manual</a:t>
            </a:r>
          </a:p>
        </p:txBody>
      </p:sp>
    </p:spTree>
    <p:extLst>
      <p:ext uri="{BB962C8B-B14F-4D97-AF65-F5344CB8AC3E}">
        <p14:creationId xmlns:p14="http://schemas.microsoft.com/office/powerpoint/2010/main" val="21119848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1503E-5A3D-43A9-8208-96D8238F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tipe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1448210b34419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3BD7A-4DF3-449E-8B00-08E3713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mendukung orthogonal,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diagonal, dan arc axis grid.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7689-CB0A-4CCC-8CD7-BC4EDC0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orthogonal, arc, dan diagonal axis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grid.</a:t>
            </a:r>
          </a:p>
        </p:txBody>
      </p:sp>
    </p:spTree>
    <p:extLst>
      <p:ext uri="{BB962C8B-B14F-4D97-AF65-F5344CB8AC3E}">
        <p14:creationId xmlns:p14="http://schemas.microsoft.com/office/powerpoint/2010/main" val="44815729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69C6D5-F02C-43D1-8819-F6BB30D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garis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f100e985f4100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93EA7-23BE-4CD6-96A4-6931540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identifikasi otomatis, pilih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berdasarkan layer atau colour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A000-1931-47BB-8D92-69BEA28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dengan pilihan layer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dan garis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02652345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413B1CA-A928-4880-A056-18E1093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cb98bdd314fd6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8783E-ED9F-4348-8084-55AA168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label axis berdasarkan layer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362F-23AA-4B87-8711-814C6D47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dengan pilihan layer atau colour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label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1591855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45F5A1-E127-4D8B-8FB2-455BDB57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91be5aae34d17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D393A-7FBB-41DA-B0CF-AE7CA11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axis yang terbentuk terhadap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531E4-87E1-4518-9941-C74349D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di atas denah axis grid.</a:t>
            </a:r>
          </a:p>
        </p:txBody>
      </p:sp>
    </p:spTree>
    <p:extLst>
      <p:ext uri="{BB962C8B-B14F-4D97-AF65-F5344CB8AC3E}">
        <p14:creationId xmlns:p14="http://schemas.microsoft.com/office/powerpoint/2010/main" val="168141852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6FB6C56-65D1-4F61-9657-AC913A1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axis orthogonal secara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ce95f6024ba0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3F84-74C3-45D7-8DCF-9C2288A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Draw &gt; New Orthogonal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Grid, masukkan numbering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distance, tentukan posisi,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139E-9231-4F23-ABA0-02D4D591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dengan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direction, numbering, dan distance.</a:t>
            </a:r>
          </a:p>
        </p:txBody>
      </p:sp>
    </p:spTree>
    <p:extLst>
      <p:ext uri="{BB962C8B-B14F-4D97-AF65-F5344CB8AC3E}">
        <p14:creationId xmlns:p14="http://schemas.microsoft.com/office/powerpoint/2010/main" val="162759630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12DCDC-91C0-407D-93E4-6C27A5CD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CBB3-9A4D-42A6-9202-8FB8333F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F6BE-D749-4CC3-93C1-C57AE263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7CB7-138E-496F-B697-CFDFFAC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F9B81-1F25-4CDF-B705-88BB271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4778231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C229DF-9BD1-44ED-8F4E-6EB28F6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6B42-B8EE-4853-885D-5864987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pile cap dari garis dan label yang dapat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4492-B486-4DE2-911F-985C5D6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23BC-A5E2-44E9-B337-C237208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D320-21D4-4BCA-A84F-6824CC4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frame pile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9F7A6-C21E-4468-883E-BAB0AC4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pile 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EE0F-0C56-4141-9647-6C0FA22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 dan periksa hasil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4C5CE-D89F-474C-BBAE-4FA1D55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pile cap</a:t>
            </a:r>
          </a:p>
        </p:txBody>
      </p:sp>
    </p:spTree>
    <p:extLst>
      <p:ext uri="{BB962C8B-B14F-4D97-AF65-F5344CB8AC3E}">
        <p14:creationId xmlns:p14="http://schemas.microsoft.com/office/powerpoint/2010/main" val="82382256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4CF817-8020-440B-B450-4FBE63B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881b50074e04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3AC34-474F-4EC2-8F4A-48E4E15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pemilihan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 pada CAD atau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PDF yang memiliki data 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C1F5-5E1C-4431-B91E-9526490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390368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8D8683-2234-4369-B649-69CFF54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frame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9c1b07d864272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B5CC-71D8-482F-9823-91F3223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tepi pile cap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0BF1A-4846-478F-9885-65809B7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73622021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114537-2471-4017-88A1-6CB4A60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ccdee11234093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02E2-4A39-4236-8F0C-F60241D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untuk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nama elemen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1F35-680F-4531-B7F0-ACB6787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PC2 pada denah pile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cap.</a:t>
            </a:r>
          </a:p>
        </p:txBody>
      </p:sp>
    </p:spTree>
    <p:extLst>
      <p:ext uri="{BB962C8B-B14F-4D97-AF65-F5344CB8AC3E}">
        <p14:creationId xmlns:p14="http://schemas.microsoft.com/office/powerpoint/2010/main" val="2363525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A10AE9-07E2-4E22-B8AD-3C55488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 dan periksa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c97f2f959470c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E65D0-B4BD-42C9-BA71-916BEDD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 serta ukuran pile 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8D61-C41C-46A1-B5E3-CCFAB98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pile cap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model 3D.</a:t>
            </a:r>
          </a:p>
        </p:txBody>
      </p:sp>
    </p:spTree>
    <p:extLst>
      <p:ext uri="{BB962C8B-B14F-4D97-AF65-F5344CB8AC3E}">
        <p14:creationId xmlns:p14="http://schemas.microsoft.com/office/powerpoint/2010/main" val="499907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E1950D-C272-433F-A708-FA28EC8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0003edd64104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06FAB-1BBB-48B2-9164-2756817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untuk beton dan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untuk bekisting.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E3D85-4608-4C3A-9F66-8222D7A8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pile cap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33155283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DCA6D-63CD-4AD8-A77D-DB291048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50AEE-A97E-45FC-AC04-460A7E0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F7B4-3E1E-4B41-AD28-97563F7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D3957-2BBF-47BC-B686-F4A1E38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090D0-3BDD-46A9-9F24-FA997F5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70160318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8D050D-DA7B-4E94-B75A-5D96BD05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88F67-3AB6-4430-9905-FE5B1BA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kolom dan memeriksa model tiga dimensinya.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0F7C9-9AE9-4C07-9F6B-C518BF4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95999-53A1-49E2-A731-BE30E78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kolom yang relevan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E405-7E57-466C-8F0B-8BFC9AB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outline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2D1CD-C2A6-4FB2-8B9F-92523B2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C3BC2-7A64-44DD-869D-88D7F6B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9663-321B-431C-A332-A510F95D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kolom dalam 3D</a:t>
            </a:r>
          </a:p>
        </p:txBody>
      </p:sp>
    </p:spTree>
    <p:extLst>
      <p:ext uri="{BB962C8B-B14F-4D97-AF65-F5344CB8AC3E}">
        <p14:creationId xmlns:p14="http://schemas.microsoft.com/office/powerpoint/2010/main" val="82313192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53E6E-7C3B-4F87-8B6A-77C2726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kolom yang relevan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a09f1ea54021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5C44-4F8E-49D6-AED3-0C664A1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composite, dan steel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81E38-84C6-40C9-9C0D-D9589B7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composite, round, steel,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 column.</a:t>
            </a:r>
          </a:p>
        </p:txBody>
      </p:sp>
    </p:spTree>
    <p:extLst>
      <p:ext uri="{BB962C8B-B14F-4D97-AF65-F5344CB8AC3E}">
        <p14:creationId xmlns:p14="http://schemas.microsoft.com/office/powerpoint/2010/main" val="4304378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2C816B-F302-44DD-84CC-DB4D740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outline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c818886b4496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B402-6479-4747-ADCF-63514E13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garis pembentuk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34116-4848-4190-8785-CE03971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outline kolom K2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27604107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7C519A3-284C-4714-8B61-CAE0901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d21b94ec4daa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E17C-027E-4596-AD02-9B4FAF3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label kolom yang berpasangan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outline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624B-967F-42B8-914C-BD6190D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K2 pada denah kolom.</a:t>
            </a:r>
          </a:p>
        </p:txBody>
      </p:sp>
    </p:spTree>
    <p:extLst>
      <p:ext uri="{BB962C8B-B14F-4D97-AF65-F5344CB8AC3E}">
        <p14:creationId xmlns:p14="http://schemas.microsoft.com/office/powerpoint/2010/main" val="154524509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D7D419-42F7-451C-A9E7-CCCE8B2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24bd4084046e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B0D6F-CDBE-46BF-B589-5B67165A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elemen setelah garis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 selesai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A8BD-49F2-41AC-B611-A214D0A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169223176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DB4D4D-A2F5-4B2A-80BA-1D2B270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kolom dalam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c63c61cc54589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08951-7D59-4459-AB5C-68343B6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posisi, ukuran, dan lantai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C1B34-FA8D-4D08-ACCC-EABF0810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88521627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6C8975-A849-42C7-9A65-71F8D4F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AFC8-0429-42F2-96BE-B6F7817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22521-D17F-40B1-A7C3-305E0A7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218A-7765-4ED6-AC47-2A3BF57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C7DA-C2F7-40C5-9241-1F55366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9366020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F05CF89-1D1B-4426-8BC4-D21D59F7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99F5-C87F-462E-B5D0-79B93D2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balok, memperbaiki kesalahan, dan memeriksa kuantitasnya.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63E1E-F8EB-42E9-AEE1-1E60893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8D4E8-C159-47F5-B421-C7C3BCF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lines dengan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5E4F3-E3F4-4E70-9CD3-CCB85BF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label dengan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5E69-5D6C-4F16-AD03-9D7ABEE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5078-52E9-4B44-B75A-F7FEEB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9163-1D42-47A5-8DED-F9D92D2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balok</a:t>
            </a:r>
          </a:p>
        </p:txBody>
      </p:sp>
    </p:spTree>
    <p:extLst>
      <p:ext uri="{BB962C8B-B14F-4D97-AF65-F5344CB8AC3E}">
        <p14:creationId xmlns:p14="http://schemas.microsoft.com/office/powerpoint/2010/main" val="15349477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57DE2A-0095-4C6E-9158-276E4BB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lines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bdfc699744334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88F5-4252-421A-A77B-EFA0F5E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untuk mengambil garis tepi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4BAFC-7B8D-4A00-B550-99552EE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garis batas balok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4914997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7F246C-6D27-45B0-871F-146DD48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a2a7e9664b0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54512-BD5A-423B-A83F-776B8F0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nama balok yang berkaitan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9714A-5EF0-4689-86C8-27A1C63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57815343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709764-26D4-40C2-993B-9B22C60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28db324f64c1b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9F54-D8C2-4CDB-9BDF-0D5404A4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model balok setelah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61F1D-B665-46AC-83F0-3A8F2F5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30647595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0ACB9A-A180-4934-87AA-D88FBCC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15326cc644fa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C4825-06FE-48B1-8B78-F8D6D04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Periksa, ubah elemen yang salah,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pembaruan model 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39587-124A-450A-B935-A1EB92A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daftar error,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Editor, dan model balok 3D.</a:t>
            </a:r>
          </a:p>
        </p:txBody>
      </p:sp>
    </p:spTree>
    <p:extLst>
      <p:ext uri="{BB962C8B-B14F-4D97-AF65-F5344CB8AC3E}">
        <p14:creationId xmlns:p14="http://schemas.microsoft.com/office/powerpoint/2010/main" val="2833014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E676DC-5B45-4BB7-A311-056CE51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9692c56324e08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79C6-E585-4B9C-B28E-839BF42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beton dan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CB7BF-6628-4045-A3A8-ABBFDCD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balok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64582883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3137A3-4003-435B-B93C-7A0192C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F4463-41B4-4A24-94E9-C52D394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BF33C-C6F1-4CB1-94C2-A248F31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9422-28AB-47FE-AC0F-40411E0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EA063-1BF2-4AF0-B7EB-F3AF993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34941259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455845-CA6F-4F68-AB3D-D5A6E4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C7ED-DA4C-435D-889D-9D1EC64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pelat dan opening dengan ketebalan serta batas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0B3E-D528-4A41-8541-26EA951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C9CD5-0004-4690-9F75-6D9A92F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pelat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9464-CE92-4FE2-982F-60983D6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label pelat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EBA5-9F5D-43A4-8DC9-87F5302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B47C-422C-4D7D-BE3E-5835570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14711-3ADB-4A0F-B7B6-25A8378E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34963526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CC5BA5-A1DD-4DE0-802F-71A4B219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297e63b9485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ACDE0-732D-4D4A-97B0-70684F8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slab, bondek slab, dan spiral ramp.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36AEE-60A4-48AA-8688-185515F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in-situ slab, spiral ramp,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bondek slab.</a:t>
            </a:r>
          </a:p>
        </p:txBody>
      </p:sp>
    </p:spTree>
    <p:extLst>
      <p:ext uri="{BB962C8B-B14F-4D97-AF65-F5344CB8AC3E}">
        <p14:creationId xmlns:p14="http://schemas.microsoft.com/office/powerpoint/2010/main" val="199448727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31CE34-F190-4BE5-B66C-2235A08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1330dd9504998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0E01-01E2-4C0E-80D7-D081AACE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312B-C678-41BB-B891-B9B4270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label pelat S1 pada denah.</a:t>
            </a:r>
          </a:p>
        </p:txBody>
      </p:sp>
    </p:spTree>
    <p:extLst>
      <p:ext uri="{BB962C8B-B14F-4D97-AF65-F5344CB8AC3E}">
        <p14:creationId xmlns:p14="http://schemas.microsoft.com/office/powerpoint/2010/main" val="192334006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6EF4D0-3EC8-4683-B0E4-3F3B1E4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44ca753d4e7a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EC824-C492-4A04-A8B4-573DDE9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boundary opening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7688-BE0E-43CB-8223-3C85FDD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dan batas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denah.</a:t>
            </a:r>
          </a:p>
        </p:txBody>
      </p:sp>
    </p:spTree>
    <p:extLst>
      <p:ext uri="{BB962C8B-B14F-4D97-AF65-F5344CB8AC3E}">
        <p14:creationId xmlns:p14="http://schemas.microsoft.com/office/powerpoint/2010/main" val="125493980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38D23-12FF-4205-9ED8-A26228D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4cc4f904483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01B8-CC88-4CE5-9545-277499F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Slab Identification Option serta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thickness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9B402-9ACD-475A-9ADC-78609A7F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dan model 3D.</a:t>
            </a:r>
          </a:p>
        </p:txBody>
      </p:sp>
    </p:spTree>
    <p:extLst>
      <p:ext uri="{BB962C8B-B14F-4D97-AF65-F5344CB8AC3E}">
        <p14:creationId xmlns:p14="http://schemas.microsoft.com/office/powerpoint/2010/main" val="77168823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65E5BF-C60B-4FFF-8F5A-50876F8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1e9540de4cea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49871-48AA-4AB2-B7E2-1057478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panjang side formwork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atau break.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839DD-AED9-452E-89AA-C7E1975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pelat dengan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serta edge dan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211700459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6946B28-E3CF-4B23-866E-5265EDC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D81A-A322-4E50-AAAB-64521C0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F4C3-D05D-481E-AB8A-82BC8F43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0BF2-A874-4CEB-BEE2-2CE0EAA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328AA-1798-405A-AB3C-9ED9E3C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0510321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7F4340-E429-4E92-9D6D-BDBA617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2BD8C-74D2-489F-9AFD-FE9E3208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concrete wall dan meninjau kuantitas strukturnya.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D7431-699F-4966-AA9A-1F10EC8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D583-D871-4997-81D7-3189BC8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C3330-6B44-418B-8807-5CE553F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garis dinding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413C-32CB-4423-9D7E-AB9A081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EA06F-DEBD-4A6F-9963-DA1AB81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2D115-DA59-401D-8900-D806202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dinding struktur</a:t>
            </a:r>
          </a:p>
        </p:txBody>
      </p:sp>
    </p:spTree>
    <p:extLst>
      <p:ext uri="{BB962C8B-B14F-4D97-AF65-F5344CB8AC3E}">
        <p14:creationId xmlns:p14="http://schemas.microsoft.com/office/powerpoint/2010/main" val="20010348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6CF3EB-DDE4-470B-9DC0-0C97B88C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2bd93fc754e5a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86E2-35AE-4203-91D4-4BAAA11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pada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vector PDF yang memiliki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48A2-081A-4BFA-BB6E-7FEAE19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60518617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7F9933-5D85-4865-A5FD-F63C915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garis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3b2feff142c8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B321-FC14-436B-97DC-E6D047E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concrete wall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DE65-2F53-43A3-B697-8A03057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7701702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A2E6EA2-6C3C-4530-A316-6F41820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a9f58ad964ebc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873C-629D-4143-97B8-149A56A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concrete wall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AEC-AE5D-4DCE-986F-FD5A92A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dan teks RC WALL 1.</a:t>
            </a:r>
          </a:p>
        </p:txBody>
      </p:sp>
    </p:spTree>
    <p:extLst>
      <p:ext uri="{BB962C8B-B14F-4D97-AF65-F5344CB8AC3E}">
        <p14:creationId xmlns:p14="http://schemas.microsoft.com/office/powerpoint/2010/main" val="10634154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1693B0-EE80-4E08-B11D-F7F79A9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8786782564119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B5D85-E384-4920-ACEB-7C7CB86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kotak informasi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1090-73A4-49B0-8552-67487FA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dialog konfirmasi,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3D.</a:t>
            </a:r>
          </a:p>
        </p:txBody>
      </p:sp>
    </p:spTree>
    <p:extLst>
      <p:ext uri="{BB962C8B-B14F-4D97-AF65-F5344CB8AC3E}">
        <p14:creationId xmlns:p14="http://schemas.microsoft.com/office/powerpoint/2010/main" val="9759361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8326AE-7055-4E02-9BD7-33134EB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bfb9dfed4533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17A0-0172-435A-AF30-751A232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panjang bekisting pada edge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opening break bila 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22A35-4A63-4F58-BB94-5C18529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struktur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69471522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B10614-CCF6-4AE4-84C9-BFADE1C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8DF7-A78D-4697-BDFC-ABFF119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96E5E-CE27-4060-9641-4C19094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FE996-B04B-4071-8A9F-689E4C6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C1061-6F7C-4C9D-88A7-D605342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46969559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AF80B1-9CEA-470C-A4DF-1698059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6794-9AC3-4D54-8489-B29EDD7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masonry wall dan meninjau luasnya.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881AF-A1C2-471D-A18B-AA0CAA2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86B42-0B84-4250-8357-B07B626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Bedakan dinding arsitektur dan struktur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AD6B-0DCD-4E2D-B8B4-48EAC9F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masonry wall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80C8-1C93-43C5-95FD-1A04C05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opening dan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03BA7-33AD-4D27-868C-79B40CE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26CE8-25FD-42AB-9FF1-F314CD6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luas dinding</a:t>
            </a:r>
          </a:p>
        </p:txBody>
      </p:sp>
    </p:spTree>
    <p:extLst>
      <p:ext uri="{BB962C8B-B14F-4D97-AF65-F5344CB8AC3E}">
        <p14:creationId xmlns:p14="http://schemas.microsoft.com/office/powerpoint/2010/main" val="84889062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22B3731-18AC-431F-BDF2-41D036C4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Bedakan dinding arsitektur dan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e1504aea94756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B7E2-619F-4CAF-B38F-C0CEC0E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masonry dilaporkan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area, bukan 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F08AF-1865-4747-866A-C4DD3CA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brick wall, lightweight panel, block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wall, dan glass wall.</a:t>
            </a:r>
          </a:p>
        </p:txBody>
      </p:sp>
    </p:spTree>
    <p:extLst>
      <p:ext uri="{BB962C8B-B14F-4D97-AF65-F5344CB8AC3E}">
        <p14:creationId xmlns:p14="http://schemas.microsoft.com/office/powerpoint/2010/main" val="130615597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3E98A7-55A8-4DCE-A14A-9054BB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masonry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debbd3de944d3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59118-73CD-487E-869A-6E483B6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sideline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dan pilih garis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20843-6BDC-44CA-BC54-82C9CD7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masonry wall dengan garis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diberi sorotan.</a:t>
            </a:r>
          </a:p>
        </p:txBody>
      </p:sp>
    </p:spTree>
    <p:extLst>
      <p:ext uri="{BB962C8B-B14F-4D97-AF65-F5344CB8AC3E}">
        <p14:creationId xmlns:p14="http://schemas.microsoft.com/office/powerpoint/2010/main" val="103242534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B7F896-836E-46E9-9C10-70996CA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opening dan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b5c86eb794e3d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377E-E40C-4EF1-9D74-CA16DB8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bila diperlukan, lalu pilih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dengan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09FE-CF22-42AA-BFD6-D5F9C46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identifikasi opening dan masonry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pada denah.</a:t>
            </a:r>
          </a:p>
        </p:txBody>
      </p:sp>
    </p:spTree>
    <p:extLst>
      <p:ext uri="{BB962C8B-B14F-4D97-AF65-F5344CB8AC3E}">
        <p14:creationId xmlns:p14="http://schemas.microsoft.com/office/powerpoint/2010/main" val="1978365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E2B238-04F2-4AA8-83DA-348485C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beaac2c7463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7452-18AD-42B8-9CCF-0ED666F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identifikasi lalu periksa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BE6DF-B6B5-40B4-8C52-04299A3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dinding dan hasil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teridentifikasi.</a:t>
            </a:r>
          </a:p>
        </p:txBody>
      </p:sp>
    </p:spTree>
    <p:extLst>
      <p:ext uri="{BB962C8B-B14F-4D97-AF65-F5344CB8AC3E}">
        <p14:creationId xmlns:p14="http://schemas.microsoft.com/office/powerpoint/2010/main" val="113953484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E4B1AB-D98B-4D5E-A86A-514EFE3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luas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4123c6314ce0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E698E-230D-4285-B127-4B00FA3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Area untuk kuantitas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 wall.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EB3B-202C-4174-A5C2-9BC80FB1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arsitektur dengan nilai Area.</a:t>
            </a:r>
          </a:p>
        </p:txBody>
      </p:sp>
    </p:spTree>
    <p:extLst>
      <p:ext uri="{BB962C8B-B14F-4D97-AF65-F5344CB8AC3E}">
        <p14:creationId xmlns:p14="http://schemas.microsoft.com/office/powerpoint/2010/main" val="41971858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9DAF9C-569A-4466-96FD-6887663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C549-7D45-42FA-99BE-AAD12DD3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7652-9CA4-4ADD-BB87-0F835B7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99961-C65C-4785-84E4-DD18C802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CD41A-9535-49C7-A9CD-05991DD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129695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B1992E-42B6-46A9-B2EE-CDF3A3D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93AC-654A-4BE5-8E24-28D0634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tipe opening dari schedule dan menempatkannya pada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E4D0B-ADFC-4322-BBEB-3120953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AFEE1-03B5-412E-83D1-2FF430B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4E718-30D0-45A6-9D71-2B92D8A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AA21-076C-4761-B2EE-DFE3622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Hasilkan tipe opening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15199-815A-4921-87D2-FD268F8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Pilih label dan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BCBA-34C4-44C6-8E96-3E38503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17938590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CD0A5A-1374-42EC-A8FD-5C357FF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ec311eb9410e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6DD9-C29E-4316-AA09-C963A6B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seluruh CAD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2198-9442-4565-8ABB-B4E319F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pintu dan jendela dengan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terpilih.</a:t>
            </a:r>
          </a:p>
        </p:txBody>
      </p:sp>
    </p:spTree>
    <p:extLst>
      <p:ext uri="{BB962C8B-B14F-4D97-AF65-F5344CB8AC3E}">
        <p14:creationId xmlns:p14="http://schemas.microsoft.com/office/powerpoint/2010/main" val="41617847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98AFA1-9ABB-4BA9-BE31-6711CA0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eb165c1d3437d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7947-94FB-4359-A1D2-7DBF7342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setiap kolom tabel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 yang tepat sebelum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CC1D-8634-4672-80BA-0D59639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209581308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3DA2A1-A308-4CD2-AEE0-07434A1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Hasilkan tipe opening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bb0a0691f468f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C3E4A-5170-40D9-979E-B311A14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tipe pintu dan jendela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muncul pada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17051-2357-4CF6-8C00-F22CA75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13072915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5DC189-2281-41EE-B149-044EF8A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dan 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2519cd0a1488a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4943B-0844-4054-846B-85047439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Label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layer atau colour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opening.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C220-2EC5-496E-A94E-FC73748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dengan tipe opening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identifikasi.</a:t>
            </a:r>
          </a:p>
        </p:txBody>
      </p:sp>
    </p:spTree>
    <p:extLst>
      <p:ext uri="{BB962C8B-B14F-4D97-AF65-F5344CB8AC3E}">
        <p14:creationId xmlns:p14="http://schemas.microsoft.com/office/powerpoint/2010/main" val="180565481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22B662-9D4E-4D3E-8192-17EE39A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78b0ad6754be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4384C-8C72-418C-99D5-F8B7E5C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Area of Opening serta panjang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yang 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FC61-0881-47CD-B233-29DD33E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opening dengan label terpilih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Auto Identify.</a:t>
            </a:r>
          </a:p>
        </p:txBody>
      </p:sp>
    </p:spTree>
    <p:extLst>
      <p:ext uri="{BB962C8B-B14F-4D97-AF65-F5344CB8AC3E}">
        <p14:creationId xmlns:p14="http://schemas.microsoft.com/office/powerpoint/2010/main" val="152845860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589B1C-75AE-4AAA-AA46-0BF46E4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D25AE-D84C-4ABB-8471-D734DDA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F4DEB-04E3-4C52-8D56-2AC926BD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537CA-4383-4BFC-9FC1-7ABCCDCD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BDB1-A2B6-403A-989E-E91EB2B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2076815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BD4484-42EC-492B-8271-DB41696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DD357-547E-4F34-8C94-7D4C3A09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Mengimpor finish schedule, menerapkan finishing, dan memperbarui hasilnya.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F4074-F4CF-481F-B8D3-E16C929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7441-AA84-4CC1-90CF-793A22C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BCDCC-B041-4305-884B-2290558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Tetapkan material texture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3E3A0-692B-42A3-9E3B-77127D8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finish dengan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C1C7F-D237-481F-B587-015A09F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0504-9B3C-45DF-8614-4A7D88C3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model dan kuantitas finishing</a:t>
            </a:r>
          </a:p>
        </p:txBody>
      </p:sp>
    </p:spTree>
    <p:extLst>
      <p:ext uri="{BB962C8B-B14F-4D97-AF65-F5344CB8AC3E}">
        <p14:creationId xmlns:p14="http://schemas.microsoft.com/office/powerpoint/2010/main" val="86603393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F1DCA5-93C0-41D6-B4E7-D6B4581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0556e82cd4997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4763E-8B84-464B-A2D1-BA8C57F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Draw &gt; Finish Schedule, pilih file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Excel, petakan kolom,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D86AD-097B-45B0-B844-372A273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Finish Schedule dan tabel pemetaan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atribut finish.</a:t>
            </a:r>
          </a:p>
        </p:txBody>
      </p:sp>
    </p:spTree>
    <p:extLst>
      <p:ext uri="{BB962C8B-B14F-4D97-AF65-F5344CB8AC3E}">
        <p14:creationId xmlns:p14="http://schemas.microsoft.com/office/powerpoint/2010/main" val="148537986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178C3-3E31-455D-BC50-AF2B9EE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Tetapkan material texture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8645ee4534727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11A0-3C65-4119-87FA-171C32B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floor atau wall finishes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texture yang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664C3-55B6-4AA7-A397-26D377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finish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 texture.</a:t>
            </a:r>
          </a:p>
        </p:txBody>
      </p:sp>
    </p:spTree>
    <p:extLst>
      <p:ext uri="{BB962C8B-B14F-4D97-AF65-F5344CB8AC3E}">
        <p14:creationId xmlns:p14="http://schemas.microsoft.com/office/powerpoint/2010/main" val="202828394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00E3E-C5B7-4930-A63D-A078920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finish dengan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4f5164b9f4795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C71BB-E3F7-4710-9A21-4FC208A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room pada architecture plan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agar material diterapkan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E0ED2-60A1-4D0C-A068-D462A0CE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ruang untuk penerapan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Point.</a:t>
            </a:r>
          </a:p>
        </p:txBody>
      </p:sp>
    </p:spTree>
    <p:extLst>
      <p:ext uri="{BB962C8B-B14F-4D97-AF65-F5344CB8AC3E}">
        <p14:creationId xmlns:p14="http://schemas.microsoft.com/office/powerpoint/2010/main" val="213051078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DAF274-0295-4935-A2C7-E4A52D5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6480861c344c5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3EA1-F9C4-4836-9373-C9CE999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finish entity setelah finishing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room berubah.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D43CF-9F5D-4BFD-B800-36B8929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dengan material finish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dinding.</a:t>
            </a:r>
          </a:p>
        </p:txBody>
      </p:sp>
    </p:spTree>
    <p:extLst>
      <p:ext uri="{BB962C8B-B14F-4D97-AF65-F5344CB8AC3E}">
        <p14:creationId xmlns:p14="http://schemas.microsoft.com/office/powerpoint/2010/main" val="148615519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91477D-5440-4569-B47C-FF60A89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dan kuantitas finishing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56fecb8b4071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35B6-C51B-41BD-8442-BCDAF6D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pengaruh column, exposed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beam, room boundary, dan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FBEFD-3D7C-4D70-A69C-F222572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dan area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</p:spTree>
    <p:extLst>
      <p:ext uri="{BB962C8B-B14F-4D97-AF65-F5344CB8AC3E}">
        <p14:creationId xmlns:p14="http://schemas.microsoft.com/office/powerpoint/2010/main" val="201354028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C0A676-5CD3-4295-BF4D-7474506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C96B5-DF2F-4A20-BE22-A0C534C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11B86-A41F-4ED5-9AC0-CB8AFCB7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2F17-3E13-4EBE-94FB-4CFC0F6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84F36-17B6-4401-A5E8-FDB591E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782140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12931-37DC-42BA-BA82-74A3880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46DA3-BC3D-404A-9CD3-419BB54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cakupan yang tepat dan memvalidasi deduction secara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A1CE7-96FB-480E-A860-3C59B3CC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EEF7-55E9-4B23-A0A6-CD055E1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Calculate atau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564A0-BE2F-40F2-BBC1-4C3EF65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74D74-62B6-4D60-9F64-FE80072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EB49B-06E5-45D4-B0D3-E0C49AA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View Expression pada elemen 3D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92534-23D2-45BD-8869-F680F00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dengan 3D Deduction</a:t>
            </a:r>
          </a:p>
        </p:txBody>
      </p:sp>
    </p:spTree>
    <p:extLst>
      <p:ext uri="{BB962C8B-B14F-4D97-AF65-F5344CB8AC3E}">
        <p14:creationId xmlns:p14="http://schemas.microsoft.com/office/powerpoint/2010/main" val="25126913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6DECAB-62F1-41EE-8BFD-4DD4788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Calculate atau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82dacdc594b3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1C39E-07AB-457D-B258-17CEC3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Calculate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atau opsi selected entity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36A6-5192-4605-9B4F-922E9B2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8481492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031CCA-AD73-4A0F-B781-696804A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800671b64bb9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B882D-BB3E-44C8-BC7C-A8DC557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cakupan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yang perlu 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A5E0-6110-49B1-B8B9-7983A00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10631433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061C7E-6D4F-49F3-992A-DB2D3E1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a50a50a0487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E851C-7BD4-4481-8549-A169CE8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hasil selesai diperbarui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memulai verifikasi.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E6680-29D1-41C5-A17C-560015E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14650442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CF2867-81C8-4148-868F-4EBCA3D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Expression pada elemen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5d99c63b48ed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64EB9-EE01-454F-A285-FAD21B5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model yang relevan dan tinjau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terbaru.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36F80-52E2-4F77-BE21-4B96697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99956070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E6D63F-1CDE-437B-BA54-A882166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dengan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0c5efb1b5412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AEC44-A836-49F9-BBCA-E847B1F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deduction fisik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expression dan measurement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29487-44D6-4254-A67E-CEC473DE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83969633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AFDB1-7646-4209-AD59-3CA7809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D8AB-AA00-4672-8611-5A4A9CB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F85D-A4D8-4C04-AF5C-008A859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2BB24-DD74-4CD6-8A28-97F0EF5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8B92-1966-4102-8DEC-7D2CC59B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095670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75CBD-44EF-461D-9AD5-3066278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A62E-64AD-49D2-BB3D-5F29EBC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kuantitas dan menyusun hierarki laporan yang dapat diverifikasi.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34D4-1B9E-4B77-A76F-B85169F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F3D2B-D033-40E6-9997-58FDF21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BB4AB-34B1-4F96-B7FD-0D3A2FE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18E63-C1F3-41E5-9965-500E824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atribut yang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0D09F-9FBA-413F-93C0-33051B2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Atur hierarki atribut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C37BE-648B-4441-B0C2-E73AA23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dan verifikasi laporan</a:t>
            </a:r>
          </a:p>
        </p:txBody>
      </p:sp>
    </p:spTree>
    <p:extLst>
      <p:ext uri="{BB962C8B-B14F-4D97-AF65-F5344CB8AC3E}">
        <p14:creationId xmlns:p14="http://schemas.microsoft.com/office/powerpoint/2010/main" val="162889037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2E26D52-A91C-4D30-8C10-F63FBD1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c1f9eb814e73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72219-EC90-4CFA-8B11-85406CF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category, quantity,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 yang telah 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9FFAD-C7A6-4748-BA77-71E43BA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55119600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FF8401-ACAB-436A-AF25-69CF42D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29a40f1544e0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A819F-2B7E-4B38-8362-BDEE6270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atribut dan struktur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FA0B-A268-4DAE-A7CD-A345D9C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965911695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5E6ABF-7C60-4998-A4CB-55DE988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atribut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5cb6d9aaa4092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D76E-C2BA-4410-8049-01D80B7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Sertakan hanya field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oleh penerima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3B031-C02F-434C-A308-DE75527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16654357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796B0B-7587-4A43-8FB8-04D9D89A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hierarki atribut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34c5db92b4b69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02FB2-B00E-4995-88B6-194E107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Pindahkan atribut ke atas atau bawah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mengendalikan urutan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5DCE8-40F2-4B7C-8DE6-41FB6C5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666556973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6ABFD8-019D-4F3F-88A0-6D1D346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dan verifikasi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fba1fa25a42b1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E2F67-D15D-435B-BC99-09E07D4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unit, dan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sebelum laporan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diterbitkan.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45EE5-B5C5-4DEA-B1EA-6612624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dan hasil akhir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quantity.</a:t>
            </a:r>
          </a:p>
        </p:txBody>
      </p:sp>
    </p:spTree>
    <p:extLst>
      <p:ext uri="{BB962C8B-B14F-4D97-AF65-F5344CB8AC3E}">
        <p14:creationId xmlns:p14="http://schemas.microsoft.com/office/powerpoint/2010/main" val="13653883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65C910-3C6D-40EC-899D-C930CD0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BF406-8692-4DDD-B75F-8054754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4D79-9487-45E7-98E0-64FF05C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3293D-1F23-43CB-86BB-34E81362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B2AA-5552-46E1-A82B-097BF60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95373640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FEB745-665E-4EAA-9119-0A54CF9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Tutorial Teknis Cubicost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8C5F-A8C2-4687-AF5B-0326FC3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dan pengaturan tulangan hingga perhitungan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46f12d6364c3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603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9A6505-A066-4285-B5D5-2EC9D8A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A6D6C-F533-49ED-ACE5-01BB93F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 proyek dan pengaturan tulangan hingga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 serta laporan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57AD-655B-4229-A2BD-0913429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alur kerja TRB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109AA-969C-4B0D-A552-E5209B7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model TAS dan siapkan gambar kerja TRB.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C344A-FE3F-47A1-82CE-5AC3EBF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tulangan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41D11-CCAF-4659-AC8D-60E468C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Modelkan reinforcement pile cap, kolom, balok, pelat, dan dinding.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4B4E1-1FDE-492D-82C6-373FC89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pembesian</a:t>
            </a:r>
          </a:p>
        </p:txBody>
      </p:sp>
    </p:spTree>
    <p:extLst>
      <p:ext uri="{BB962C8B-B14F-4D97-AF65-F5344CB8AC3E}">
        <p14:creationId xmlns:p14="http://schemas.microsoft.com/office/powerpoint/2010/main" val="2038977616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C472F5-77D3-4733-9CC2-177CF3D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6346-202D-414D-800D-9F86A00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Verifikasi rebar, tinjau kuantitas, dan buat laporan.</a:t>
            </a:r>
          </a:p>
        </p:txBody>
      </p:sp>
    </p:spTree>
    <p:extLst>
      <p:ext uri="{BB962C8B-B14F-4D97-AF65-F5344CB8AC3E}">
        <p14:creationId xmlns:p14="http://schemas.microsoft.com/office/powerpoint/2010/main" val="850335654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7BC58A-FFA2-4AB8-AA22-B205D187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D6FF-0544-4E30-828B-41B1CFD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file transfer TAS yang sesuai dengan cakupan model yang akan dikerjakan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B8141-8399-4454-8DFD-645A193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1916-E1A5-4BCA-B61F-0DBCA00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CF301-924F-484A-A405-3D100FC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B85E-2C51-4B86-8187-AC3311C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Gunakan Export Model by Entity bila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BD3D-EEE5-40C3-B5CE-E2014C02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Simpan file model</a:t>
            </a:r>
          </a:p>
        </p:txBody>
      </p:sp>
    </p:spTree>
    <p:extLst>
      <p:ext uri="{BB962C8B-B14F-4D97-AF65-F5344CB8AC3E}">
        <p14:creationId xmlns:p14="http://schemas.microsoft.com/office/powerpoint/2010/main" val="12670291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CF8E39-DF2B-4E1D-BAE0-76898371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138a6fced4c97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E15AD-69DB-4F42-B355-9C3769C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alur TAS-ke-TRB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sumber diperiksa dan tentukan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apakah seluruh lantai atau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tertentu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6B37C-43CA-4AA2-A8C6-823F27D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ekspor model TAS untuk transfer ke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7042436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5DEAAB-2403-4298-921E-6FD5A0E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94dd7510a4024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0B327-C530-4873-ABDC-3A1E29A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ekspor per lantai ketika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seluruh elemen pada lantai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perlu dipindahkan ke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E274-4A23-45E5-9D59-49C0844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54399737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2D21BE-7653-423D-A6C4-BE096D6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Export Model by Entity bila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1d44494e6476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2E79-C65B-4C8F-9B46-1A2ECF3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Ekspor berdasarkan elemen cocok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pembaruan parsial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 tetap terbatas.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E71AC-0D3D-4D05-8E63-396989D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397980438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3488BB-961D-4475-AE6E-A4813AB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Simpan file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a0feb17e04ead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A6EB-6F48-4AC9-963A-BCEDA09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file dan lokasi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menunjukkan proyek, cakupan,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agar file dapat dikenali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diimpor.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298C3-D5D1-498F-AA06-54513744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ekspor dan file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dihasilkan.</a:t>
            </a:r>
          </a:p>
        </p:txBody>
      </p:sp>
    </p:spTree>
    <p:extLst>
      <p:ext uri="{BB962C8B-B14F-4D97-AF65-F5344CB8AC3E}">
        <p14:creationId xmlns:p14="http://schemas.microsoft.com/office/powerpoint/2010/main" val="1955074806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8D1F4B-EAC1-47E4-BCDC-286E715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EF46-6BB1-44C3-AAFE-201B122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A45C6-4FD8-4039-AD6E-728FE92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ACF0F-661D-49F9-BEEB-B3AE5A2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1212-C3BE-492B-9F01-4C0AE42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326691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50BC5-A383-4038-BFD2-F70145A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F6E3-4168-4405-A9BC-F17AE7B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file transfer TAS ke proyek TRB tujuan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F505-DC1E-40C0-8072-AC41B93E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B88EA-FF2A-466B-8B88-67389433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proyek TRB tujuan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BDC7D-1FB6-4BBA-9315-1B8F22BD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235B-43CE-4BA1-824A-27EE78B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file hasil ekspor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F48A-08C5-4E18-832A-0B03384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impor</a:t>
            </a:r>
          </a:p>
        </p:txBody>
      </p:sp>
    </p:spTree>
    <p:extLst>
      <p:ext uri="{BB962C8B-B14F-4D97-AF65-F5344CB8AC3E}">
        <p14:creationId xmlns:p14="http://schemas.microsoft.com/office/powerpoint/2010/main" val="214244327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AA455-F494-4D98-9F47-6BD29C9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proyek TRB tujuan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8a85f09ba412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B03E7-33E4-4B99-83AC-3C8F0D5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Buat proyek baru atau buka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benar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dari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2BB2-4452-45EC-9746-0E28C87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293282163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E980EF-D59D-4BBE-8A86-BBF9AA0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78d9c91f426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305A-CB01-46AA-865A-26B7B48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Import Model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BIM MODEL untuk memulai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F9DC1-7F6A-4D9E-A69A-B548989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208358825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06EE0-5A9A-41A3-B3C2-EA80C14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file hasil ekspor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eb6ef46c43e9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1AEB-6254-4663-93AE-7EE8F7B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file yang sebelumnya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disimpan dari TAS dan periksa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2B76-174B-4CC4-B4A5-F1901C2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74161270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73633A-023B-4141-BBD6-132349A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impor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5af616d904d2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810AE-0B47-489A-858E-2F8D09C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Lanjutkan setelah proyek tujuan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file sumber dipastikan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A4F54-3995-4FF1-AFD4-E2BEBC1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017100949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42EAC8-335F-4523-B737-429B2A7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F249A-E8A0-4116-AD3D-9EEA111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F6DA-CBAC-40BB-91D3-9CE38C39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F6799-472D-4446-971E-B5DFB0E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4A6D9-3F8A-4313-883E-349EA34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514178384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B7AE5B-D2B9-4307-BC9B-6852F83A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F494-5DFD-443D-BC72-C5DF041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Menyelaraskan zona, lantai, dan elemen sebelum model TAS dibuat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BA4A-3152-4712-BE0E-E79A8E9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1FEA-271E-40DA-8FF3-EDE48BC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penanganan 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57D6C-4374-456F-93F1-88B790D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sumber tinggi lantai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C35F-2B5B-4F24-8966-62A5FC8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lantai dan elemen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FF478-EF39-4DBA-AFB4-7F8011D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Lanjutkan dengan Next Step</a:t>
            </a:r>
          </a:p>
        </p:txBody>
      </p:sp>
    </p:spTree>
    <p:extLst>
      <p:ext uri="{BB962C8B-B14F-4D97-AF65-F5344CB8AC3E}">
        <p14:creationId xmlns:p14="http://schemas.microsoft.com/office/powerpoint/2010/main" val="572932863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817CDB-6FA1-4958-98D6-1FD0C43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penanganan zone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00e0418d4cbb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2F677-F99C-4473-8FCB-7124992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bagaimana zone dari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akan diperlakukan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TRB tujuan.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1E172-963E-4689-8A9D-D1C22B5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816388631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8E2AAC-8F60-4840-BB52-5F7C2E6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sumber tinggi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1af24b704484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9F8B9-5719-4238-9A1E-31B2F27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Aktifkan Use floor height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hanya ketika tinggi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memang harus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dipertahankan.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8961-E5D8-4F8B-AA55-3425C99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135481397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BFE27F-3918-4EA2-B165-BCEF56A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dan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a3c1416ba40ee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73FC4-6C9F-4A91-B4C1-BE0E32A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Batasi pilihan pada lantai serta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termasuk dalam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EAE0F-E2D4-489C-A0D7-7271060D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2024913279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710194B-2EC2-4E04-B89C-087DC74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Lanjutkan dengan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04026932044e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AE401-EA23-48D0-8BB5-47E85C7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pemetaan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berpindah ke tahap konfirmasi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berikutnya.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BA6BE-70C5-44E3-809D-E97BF97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32289171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48ADB8-A2AD-440B-A7A4-5CB962EA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E0C4E-C60D-4CD1-BFD7-FD67EA8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550C1-1E67-4A4D-89B6-18633A7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1273-8B1E-447F-991B-DEE6C39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BFFB3-C6AF-469A-A2BE-5ECD38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46613927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3E4ED-A1F1-4E8E-BF70-60B6524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DBAF-38B9-4815-BE88-C48AF9B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model terlihat dengan benar dan gambar kerja siap digunakan untuk identifikasi.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EA316-283A-4C29-A967-BEF108E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1D60-F6D7-4343-9169-A90AE35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Atur tampilan elemen dengan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4150-E00A-453E-846D-A4AB2BB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Periksa model yang ditransfer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AFE1-224E-4A42-B1A9-3448B59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Tambahkan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F27B-35E1-4B35-8B83-C6D48665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Pisahkan dan pindahkan gambar</a:t>
            </a:r>
          </a:p>
        </p:txBody>
      </p:sp>
    </p:spTree>
    <p:extLst>
      <p:ext uri="{BB962C8B-B14F-4D97-AF65-F5344CB8AC3E}">
        <p14:creationId xmlns:p14="http://schemas.microsoft.com/office/powerpoint/2010/main" val="1551535085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10A065-AF74-4B13-B0FB-B817937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tampilan elemen dengan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b016d4c8a4994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D00BB-67BA-45F9-9CB1-66E958A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tampilan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hanya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diperlukan saat pemeriksaan.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C9BDD-5DD8-492E-B81E-A36FB98C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297326417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CD2856-047E-42AD-9D61-1F168D7E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yang ditransfer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51d0d787f41da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A5E42-C14B-4D27-A859-BCDFC37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elemen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pastikan lantai serta geometri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utamanya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80C95-F54F-43A4-8C91-A9C7CC1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830932983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9517B0-D088-4FED-8500-3FFA44E0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Tambahkan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4c91b01c4056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08751-0169-46CD-8351-8113ECB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rencana bangunan lalu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gambar 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61EF8-CBD0-4879-95D3-B325CF8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97918283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2E4F2F-0925-4781-BE13-015D327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Pisahkan dan pindahkan gambar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36f7989594018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484CE-4E34-4799-92D2-9060ED2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bagian gambar pada lokasi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tepat sebelum pemodelan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dimulai.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9E347-324B-43CE-9911-E896817B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1659250451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F4EE45-769F-4F02-AFA4-13E9E17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60CAD-59B7-41F1-BD53-92000DC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2416-2C8C-4F8F-AD98-263C899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C1E1B-D870-4BDB-8680-34CE199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C83BA-3D9A-46CE-9EFB-35C7497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8763094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D4EB21-C6BD-4C2B-8C59-692F5F1F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16A0-B0D7-4076-BA24-71DEC73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data tulangan pile cap pada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7F81-8490-41AF-8A9F-12EC2AD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598B6-8FAD-4352-9F27-30B0D84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42EB-545F-4D91-9691-F621865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pengaturan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DBB26-94BA-49F6-87FE-A15E8C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data tulangan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B3F24-8ABD-4214-AD0B-2E9D37D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hasilnya</a:t>
            </a:r>
          </a:p>
        </p:txBody>
      </p:sp>
    </p:spTree>
    <p:extLst>
      <p:ext uri="{BB962C8B-B14F-4D97-AF65-F5344CB8AC3E}">
        <p14:creationId xmlns:p14="http://schemas.microsoft.com/office/powerpoint/2010/main" val="170739223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F41104-DDBA-47FA-AB47-A7BFD78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8ccc41d304e3a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6B40D-690B-4E89-AFBC-7850BEC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elemen dan lantai yang aktif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detail tulangan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akan diterapkan.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609DC-0683-4963-AF21-3E47990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mode.</a:t>
            </a:r>
          </a:p>
        </p:txBody>
      </p:sp>
    </p:spTree>
    <p:extLst>
      <p:ext uri="{BB962C8B-B14F-4D97-AF65-F5344CB8AC3E}">
        <p14:creationId xmlns:p14="http://schemas.microsoft.com/office/powerpoint/2010/main" val="86077701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1FBB74-16ED-4FF4-B343-35D905C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pengaturan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cea4cbed4b39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2A5A2-592E-4CC1-9F9F-81338C7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 ke pengaturan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dan gunakan data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yang telah disetujui.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86A2-630D-4578-AF75-DF57A76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1935157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FCF682-3CB2-4E2A-A759-AF5DF81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cb0abe0104a08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9C83-CC9A-478B-8313-717C676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Isi parameter yang ditunjukkan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tanpa mengasumsikan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tidak tersedia.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9FD52-1A0D-4445-8A0D-E7DE02F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899617218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F64798-D15F-4836-8B38-1AE8ABC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hasilnya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d44b39514fee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E236-B1F5-4325-BFCA-56ED89EF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susunan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terbentuk terhadap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4144-54A1-405B-BD98-828DBD5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40577593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621505-9C6C-401B-958E-F911FE9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098B0-3DAF-4995-B845-450464B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34572-8C2F-4CFD-A0B6-B79702E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556D2-E747-4B1D-AF9A-B0FDA43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DCE76-AE52-4AFE-9463-01077B9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0691247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744B71-C7B9-46A7-A36D-F5C1A80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4B379-BDF1-4D82-90A7-3AF13BC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Memvalidasi data pile cap dan menangani bentuk tidak beraturan sesuai geometri sumber.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7A1E9-3E97-4143-9A84-ED283BB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F271B-7659-4CBA-8332-9C022A5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452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Jalankan pemeriksaan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28773-1BCD-42A4-B4B2-01936E5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11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3136-EE51-4E5A-9275-913E5A9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571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Buat batas tidak beraturan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2BD8-7D4A-4797-876D-27345851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1303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bentuk dan data tulangan</a:t>
            </a:r>
          </a:p>
        </p:txBody>
      </p:sp>
    </p:spTree>
    <p:extLst>
      <p:ext uri="{BB962C8B-B14F-4D97-AF65-F5344CB8AC3E}">
        <p14:creationId xmlns:p14="http://schemas.microsoft.com/office/powerpoint/2010/main" val="781103887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18F8B-2657-4046-B62D-FC26A16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pemeriksaan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f52d49d56496a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D488-6F8E-4030-89C4-E08838E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pemeriksaan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menemukan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yang belum lengkap atau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5E81-8C0D-4A54-8761-C661731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975289622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686EDE-B906-44AE-BCDA-C394576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d19b8f6844779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695F3-D582-4458-B15C-3BE4E6F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setiap temuan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detail struktur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 sebelum memperbaikinya.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3DA3-48F1-4613-B8B5-1C6B7EB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038130381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35CA8-29B0-4EB7-8CC7-E6614B1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batas tidak beraturan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7b1048c30496c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1099-F37D-4E36-86FA-3D78246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geometri pile cap pada gambar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bentuk standar tidak mewakili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6F882-0445-4B87-9C8F-BA46F4D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1996821885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E99F9E-ADB1-43FE-B856-FFDC65B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bentuk dan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a17fa43494f67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E3636-7954-4C41-8CE8-C2D2DD6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batas elemen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merujuk pada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57C9F-FFF8-494E-AA48-00E8D01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427095718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F546E-88EF-4C82-8099-FC996E7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B64B-DA9E-413E-9AB9-2056041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6933F-C442-4048-A70E-8E8F91B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746E-2F85-4F89-8582-8912368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575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B16EF-667E-4CEC-9B42-043B6F2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135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20263171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34507C-3CF8-4EA6-A7B5-E73FC4E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8237-FF4A-4162-9BCA-E82B8BF2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data tulangan kolom dan memeriksa hasilnya pada elemen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E1CED-9E2C-49E3-8EB1-18FB589E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B37B-B27A-4D8D-8CCE-88616C8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kolom yang sesuai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CF1B-2300-433E-AE20-683E682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definisi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10934-6ABF-4F69-B657-FC96EB4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tulangan utama dan sengkang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203F-5563-46B3-AD87-BDEF7DE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susunan kolom</a:t>
            </a:r>
          </a:p>
        </p:txBody>
      </p:sp>
    </p:spTree>
    <p:extLst>
      <p:ext uri="{BB962C8B-B14F-4D97-AF65-F5344CB8AC3E}">
        <p14:creationId xmlns:p14="http://schemas.microsoft.com/office/powerpoint/2010/main" val="793603508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B00144-B748-4774-9B96-4839116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kolom yang sesuai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9881cd8144e27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A20A3-749B-4DC8-8D97-DEBB1BC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tipe dan lantai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detail atau schedule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2CACC-9461-43A1-9AB6-7E5F490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kolom dengan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dan Legs.</a:t>
            </a:r>
          </a:p>
        </p:txBody>
      </p:sp>
    </p:spTree>
    <p:extLst>
      <p:ext uri="{BB962C8B-B14F-4D97-AF65-F5344CB8AC3E}">
        <p14:creationId xmlns:p14="http://schemas.microsoft.com/office/powerpoint/2010/main" val="1895079782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4381-4BEB-44A7-96BA-7C41093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definisi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918b0d9d4f1f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2D642-165C-4CA2-B72B-A7837FC8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data tulangan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ditunjukkan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E9E2-A840-4A42-BC42-9C6C4D0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Input Helper untuk main bars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100768787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03F7DE-1812-43F3-8AF4-5F54D81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tulangan utama dan sengkang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570007a74923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0109-C85F-4A55-887F-765FFF4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parameter dari dokumen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dan pertahankan satuan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BFB01-46FD-4207-BB03-CFEDDF5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471684662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2BFAA0-6640-45BB-9AD0-452430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susunan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7c9310564b88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C2B78-93AF-41AB-A6B8-200040F3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jumlah, posisi,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terhadap detail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07A5A-1B79-4A78-B420-51F8F03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868038409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637BA0-84DD-43F2-B347-D994760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B8033-6088-44AC-89CB-81A1BD3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7E0E-B259-4217-9DA1-BA53D60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CA3CC-91B6-4515-9580-6D691E9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DC786-AEE3-4226-B51D-EDFD2249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36868482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17269C-E55C-4595-BD7B-EDF1C3B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9DAA-F4C6-4BE7-8D23-E1F256E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column schedule untuk menyelaraskan data tulangan kolom.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01735-8ECC-4EE3-8844-0234A34B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1B1B-1A6B-4F44-BC60-C29A636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Siapkan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CB4B1-EAAA-44C4-B15B-EDDD1B5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CAE4-7239-4636-95E8-F87F1AC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Petakan informasi kolom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A13FC-F9FE-4874-A946-9EEF053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Sinkronkan ke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E9E5-C168-4DA1-B13D-E4ECBB8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sinkronisasi</a:t>
            </a:r>
          </a:p>
        </p:txBody>
      </p:sp>
    </p:spTree>
    <p:extLst>
      <p:ext uri="{BB962C8B-B14F-4D97-AF65-F5344CB8AC3E}">
        <p14:creationId xmlns:p14="http://schemas.microsoft.com/office/powerpoint/2010/main" val="1758649596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C14067-FCB0-479D-9EF3-9AF5F43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2fa34eb94d3a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A7297-DB45-4030-A693-0136EE6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tabel sumber terbaca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area schedule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21C9-E686-4999-AE44-B6FD038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Identify Column Schedule dari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CAD/PDF.</a:t>
            </a:r>
          </a:p>
        </p:txBody>
      </p:sp>
    </p:spTree>
    <p:extLst>
      <p:ext uri="{BB962C8B-B14F-4D97-AF65-F5344CB8AC3E}">
        <p14:creationId xmlns:p14="http://schemas.microsoft.com/office/powerpoint/2010/main" val="1658925029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C0D8EB-400D-438A-8E98-552674E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109a3b6844b97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9EA48-EDD2-4800-842E-9420B30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column schedule yang benar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hubungan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4ED70-E482-4E37-AC14-3865E5F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schedule, mapping heading,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675846212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340D98-EED9-43C3-995F-99D805A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informasi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5143ef72143f4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EB00D-1B2D-4E86-B79F-A15378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kolom data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atribut TRB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41FD-22E5-4A38-9F64-22E0F19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dengan floor picker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588779219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BDDE64-1CEF-41E7-A0A5-90639EE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ke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861b63244670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E70C-9BA9-40CF-8E8D-6FB55CE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Terapkan data hanya setelah tipe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kolom dipastikan cocok.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C591A-0DAD-4FD8-BCD2-F10B2C1C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dengan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641428826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95C161C-6BCB-48FF-8683-0EAF8BE9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sinkronisasi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b115a8aac4784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FA1E-3C81-47A7-A04D-C590DD0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sampel kolom agar data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baris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F5BEC-791A-4419-8D52-25CCE35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dengan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dan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208216217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F47FE7-A79F-4BA4-8BBB-A51919CF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60A6-2B0D-47DE-AE9D-A46477F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98D3-DB95-4CD6-B23D-EE71CF3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9330B-0CE5-4EFA-A1A4-D99FA1D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1951-8ACF-4997-90B7-3816B94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504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A08946-9DD4-4498-A5B2-51CF6E5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904D5-56C7-4B17-BB6D-65137EA1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Membaca dan menerapkan Side Label balok dengan pemisah + dan / secara tepat.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05992-8070-483C-97CA-F1FD650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FC900-42BF-4082-8FBC-0CAF0CC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balok dan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92ECA-9CF1-463A-8C9D-46024E8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Baca notasi dengan tanda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C1FEC-0FBA-4CA0-9F52-68C9B6A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Baca notasi dengan tanda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76C66-9F44-49BB-8C58-109A1B3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hasil Side Label</a:t>
            </a:r>
          </a:p>
        </p:txBody>
      </p:sp>
    </p:spTree>
    <p:extLst>
      <p:ext uri="{BB962C8B-B14F-4D97-AF65-F5344CB8AC3E}">
        <p14:creationId xmlns:p14="http://schemas.microsoft.com/office/powerpoint/2010/main" val="1595550521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3C4A2E-74DB-4A18-B1BE-B1900E1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balok dan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406a5c84d4e91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18BE-A61B-42D5-922E-5EFC1F4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yang benar-benar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terkait dengan balok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didefinisikan.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7CCD-6D10-4AE3-B1A4-445FAD3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penampang balok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71942538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B7DC14-58E2-4DB1-AB45-E14E610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5b71d1214b1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0B6F-DB52-4822-BF2F-8780778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+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menggabungkan kelompok batang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posisi yang sama; pertahankan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 tersebut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8AD12-C629-430F-8258-BFA9044E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120687596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1DE40E-E0C0-4FCE-A99F-57EE4A2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1c8a49c043d5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42AD-D0AF-43F0-BE43-39BC2F8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/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memisahkan susunan batang antar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lapisan; jangan memperlakukannya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sebagai penjumlahan satu lapis.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D963C-CA73-4E47-920E-3CE01B0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462777151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FA34C9-41C8-4A3F-B805-49C1FE1C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c8b0da6b4189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C1187-D1B7-46DC-8385-313019F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yang terbentuk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label dan detail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912FD-541F-4B62-8294-32B5939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Label, balok terpilih, dan tabel input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365170075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F42881-0724-4C4E-9F39-B909693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C24C-AAFF-439F-BA06-28AAD39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78811-180E-44F1-8E9D-36E6D87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BC5E3-5942-4C31-B25F-BF8BDE2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39D2D-6C25-4C95-BD78-458DAFA4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41916701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A61838-6766-441B-A760-389ADBB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067E-0376-4EE4-B90F-70C3E57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Memilih antara sinkronisasi balok yang sudah ada dan pembuatan elemen yang belum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dimodelkan.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2FACB-5825-4C82-8785-D32D39B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28910-8EC9-4D27-BC6F-F44DBC9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E843A-234D-4383-9DC0-DC76737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A4BC-5588-403F-A094-FE722AF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Sinkronkan balok yang sudah 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A241-D7DF-43FF-96A5-0FB8268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balok yang belum dimodelkan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0F74B-DD56-4B2C-8F12-3F995CC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cakupan hasil</a:t>
            </a:r>
          </a:p>
        </p:txBody>
      </p:sp>
    </p:spTree>
    <p:extLst>
      <p:ext uri="{BB962C8B-B14F-4D97-AF65-F5344CB8AC3E}">
        <p14:creationId xmlns:p14="http://schemas.microsoft.com/office/powerpoint/2010/main" val="670759269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B488E7-4D5E-46CC-AEB6-CC78E7E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7393b33af4b22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9A2BD-0937-45FC-9CFB-8167034D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tabel yang sesuai dan pastikan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balok dapat dipetakan.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E1C8E-1BF5-44FD-A753-3BE1550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 dan kontrol import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export.</a:t>
            </a:r>
          </a:p>
        </p:txBody>
      </p:sp>
    </p:spTree>
    <p:extLst>
      <p:ext uri="{BB962C8B-B14F-4D97-AF65-F5344CB8AC3E}">
        <p14:creationId xmlns:p14="http://schemas.microsoft.com/office/powerpoint/2010/main" val="1975316267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9FA54-6A9F-4507-90B7-33490AD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ee6869454df9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D60C-A3CA-4D11-AD9D-C0B9CC6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ke atribut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ditunjukkan dalam alur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85AD9-C3B2-443D-9F50-666FD3E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mapping beam schedule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19962242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2FCA41-6D74-474B-A2C6-4314CD7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balok yang sudah ada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fe6e551a4cdb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77D8-AED5-4F9E-B438-F4D3AA1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balok telah dimodelkan, 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informasi balok tanpa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duplikat.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B20A8-3BB6-4D7B-8699-14766BF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Excel menuju Generate in Beam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Schedule.</a:t>
            </a:r>
          </a:p>
        </p:txBody>
      </p:sp>
    </p:spTree>
    <p:extLst>
      <p:ext uri="{BB962C8B-B14F-4D97-AF65-F5344CB8AC3E}">
        <p14:creationId xmlns:p14="http://schemas.microsoft.com/office/powerpoint/2010/main" val="1219606619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4DA960-0140-4A57-AFEB-EC5EB6A6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balok yang belum dimodelkan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d0951cb642b2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C524-315F-4889-BDFB-0C01C86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elemen belum tersedia,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schedule untuk menghasilkan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sesuai alur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4F0D6-F4D3-458A-8926-3334297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465164313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CE0553-D1C3-46AC-A429-9F92C80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cakupan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ee7d98ba4466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7F26-4720-462D-A128-C46B631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setiap baris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pembaruan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dimaksud,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37304-5604-40F1-86E3-98DE824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17246438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8BDE44-8AB2-46D5-AAFD-E99FEA3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5217B-E166-4A28-B2DB-309B3E4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5EA72-F7CE-4D44-BA89-A7467EF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BFA5-BF1D-4DC6-95B8-D80E1B0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C0B2C-9B56-4ABD-B2C4-E2F59C3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86488470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857A-2B34-4515-8A6E-C921537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9A1C-727B-4DFE-A29C-D408BF09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support serta susunan reinforcement balok sesuai kondisi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20EF-4484-4F91-809F-92BC50D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EC674-3BE7-49C3-87DF-48BDC56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support balok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EB4A-9D1B-4222-9911-18D68A0D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susunan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F7E34-3936-4D09-8A4D-8035808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Koreksi ketidaksesuaian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DA6E8-8E2F-4047-B008-5618A54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Validasi hasil akhir</a:t>
            </a:r>
          </a:p>
        </p:txBody>
      </p:sp>
    </p:spTree>
    <p:extLst>
      <p:ext uri="{BB962C8B-B14F-4D97-AF65-F5344CB8AC3E}">
        <p14:creationId xmlns:p14="http://schemas.microsoft.com/office/powerpoint/2010/main" val="624144753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CC5D726-8869-474B-96D8-CCC5B49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support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102e6a1d943bf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AF71A-AF2D-447F-BBA6-0222B01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hubungan ujung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dikenali sebelum menilai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88ED0-776E-4967-8B77-1BB31FC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77420735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1F96BB-99C0-46C5-A77A-2FACB2E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susunan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47eab67154d26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6EED6-6330-4F4F-8B55-D772327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posisi tulangan atas, bawah,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bagian terkait terhadap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B5A8-7031-4952-9E2C-2FB1EDF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678066191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EC2DE4-A5E5-4865-8A8E-CCB88A49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Koreksi ketidaksesuaian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c2c7e84d3480a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316CE-B21F-472A-8FED-8A321C4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hanya data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ditelusuri ke schedule atau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A332-257C-4890-B3EA-0C179EF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1611025541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55A7B3-D158-4072-81CE-3A4D111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6074e6bac4253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2ABF-582F-47DA-B04A-BDFB6FD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support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tetap konsisten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4C7CB-50AC-472E-A987-5B7C2F92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05207934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725643-A105-4AF9-B6BE-BC19D7A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00974-2A9C-4609-A5C2-AFA0446D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0DC26-92B7-43E6-B6F1-CEB98EB1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37B6B-D877-47E6-8230-8124F14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99260-F7A8-4246-86CF-C2E2770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843424587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B1FFCF-6ADE-451F-AE47-26B4C288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3DD7-182B-4A46-B3C4-54AC5BC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tulangan utama pelat dan menyesuaikan area penempatannya.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4372-43B4-461E-9B84-983B3C6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655E7-90D4-4E95-A0CC-A9744DB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pelat dan arah tulangan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4B594-B5E2-43DF-B875-A685A83C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utama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A9F0C-F013-4D4A-A9E9-931442F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Tentukan area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97B96-3938-4484-92AB-986B67D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Sesuaikan susunan batang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A8755-FC05-4961-B4BB-C7143423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pada pelat</a:t>
            </a:r>
          </a:p>
        </p:txBody>
      </p:sp>
    </p:spTree>
    <p:extLst>
      <p:ext uri="{BB962C8B-B14F-4D97-AF65-F5344CB8AC3E}">
        <p14:creationId xmlns:p14="http://schemas.microsoft.com/office/powerpoint/2010/main" val="1466653732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E8AC33-7413-488E-BC77-3FFF316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pelat dan arah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7a8d74b04349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2E0B5-C35E-4348-97C7-252DAB1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area pelat serta arah kerja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mengacu pada gambar 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0095D-1FC3-4B18-ADFB-A9CDBCD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Slab Main Bar dan denah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2783969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663466-BA4B-43F3-9981-3A9BFB95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ed94c3d84f8a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19B9-EF83-445C-8F8F-7E7C2923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diameter dan spacing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detail tanpa membuat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perkiraan.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09DC4-149D-443C-BD2B-2CEA94A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slab dan label D10-200.</a:t>
            </a:r>
          </a:p>
        </p:txBody>
      </p:sp>
    </p:spTree>
    <p:extLst>
      <p:ext uri="{BB962C8B-B14F-4D97-AF65-F5344CB8AC3E}">
        <p14:creationId xmlns:p14="http://schemas.microsoft.com/office/powerpoint/2010/main" val="1322834967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C7EDD-6F2D-4893-B213-6DAAA3F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area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c7ba6618e4ad9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D7E02-B1F5-4059-A513-7E8EC03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batas susunan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diterapkan pada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pelat yang dimaksud.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6E47-3593-4988-B647-72B77FB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utama dan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penempatannya.</a:t>
            </a:r>
          </a:p>
        </p:txBody>
      </p:sp>
    </p:spTree>
    <p:extLst>
      <p:ext uri="{BB962C8B-B14F-4D97-AF65-F5344CB8AC3E}">
        <p14:creationId xmlns:p14="http://schemas.microsoft.com/office/powerpoint/2010/main" val="1302974509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4669AB-A5B4-440C-8921-664DB75B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Sesuaikan susunan batang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31023c0d43a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D815-6B8D-4DD3-900C-6756EF8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penyusunan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tepi dan bentang.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D3827-4DF5-4739-A0B7-C06AB96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tipe raft.</a:t>
            </a:r>
          </a:p>
        </p:txBody>
      </p:sp>
    </p:spTree>
    <p:extLst>
      <p:ext uri="{BB962C8B-B14F-4D97-AF65-F5344CB8AC3E}">
        <p14:creationId xmlns:p14="http://schemas.microsoft.com/office/powerpoint/2010/main" val="1617023173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29C0CA-8F8A-48CA-9F67-9238710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pada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627c7fc0e476d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BF5E-F8DA-4A7F-A88D-3494525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arah,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dengan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DF62-289B-42D6-A48E-106256F3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susunan tulangan pada denah pelat.</a:t>
            </a:r>
          </a:p>
        </p:txBody>
      </p:sp>
    </p:spTree>
    <p:extLst>
      <p:ext uri="{BB962C8B-B14F-4D97-AF65-F5344CB8AC3E}">
        <p14:creationId xmlns:p14="http://schemas.microsoft.com/office/powerpoint/2010/main" val="1241362887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84714-177C-4C22-AA95-FCE386A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08A0E-B1E5-4598-8ECC-D45EE77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7C10-7C90-4D77-A856-F3C54CF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FFD4-6093-4613-8B38-4BEBF4E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CEE6-E80F-4A8A-B806-6221460A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78446318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AC1FB4-4E77-44CA-83C1-3E85D19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A4D40-EEE7-4238-B9FB-C37BD8E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Menempatkan tulangan tumpuan pada garis dan rentang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803E7-544B-4504-A705-1117F41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21045-25B8-47B1-8653-A2F03F9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garis tumpuan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70F2F-FEDC-4F02-91A0-5D0E118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data tulangan tumpuan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5DE9-6360-4733-9C3E-6520853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Atur cakupan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6D851-4B84-43E3-BA12-3CE4019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hubungan dengan tulangan utama</a:t>
            </a:r>
          </a:p>
        </p:txBody>
      </p:sp>
    </p:spTree>
    <p:extLst>
      <p:ext uri="{BB962C8B-B14F-4D97-AF65-F5344CB8AC3E}">
        <p14:creationId xmlns:p14="http://schemas.microsoft.com/office/powerpoint/2010/main" val="1290042549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FB8A55-3CA5-4800-B2B7-7349412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garis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ace51456492c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98533-E083-42F9-8F89-D14A68F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support yang sesuai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tulangan negatif atau 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1B8EC-5BB4-414F-87E4-7E5D784E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885672012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F16011-4DD8-4934-A833-C730250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a6daf5752492d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B5AA4-F72D-41CC-9029-E44BF285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diameter,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rentang yang tercantum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dokumen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387B-EFD4-4F2D-B0A7-BE31E351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29623027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449BE-32F9-423B-B0F4-B49A91E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cakupan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bf5fdbc26415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DDB3-0C6E-4E9F-B331-6F07CCF7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panjang dan sisi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 mengikuti kondisi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29449-47E4-46B5-9C9F-0C7920C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798565428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AA4749-EBB5-4103-87F3-493C282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hubungan dengan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ee6aff9d466d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7F9ED-46D7-4B47-8E92-C0E10B3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apakah susunan tumpuan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utama mencakup area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semestinya.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6CDB-1AD1-4978-98AA-F819B69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1667830681"/>
      </p:ext>
    </p:extLst>
  </p:cSld>
</p:sld>
</file>

<file path=ppt/slides/slide3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23C297-76D9-4D39-9D83-7902DB8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02A1-B990-491D-8E68-A0E0C8D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AEBCE-CDA1-42D8-8D69-B310F45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B3B9-06C6-4189-B7B7-9002C237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717BD-A1C8-41E9-8037-406D6D19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10053421"/>
      </p:ext>
    </p:extLst>
  </p:cSld>
</p:sld>
</file>

<file path=ppt/slides/slide3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752464-41F9-4737-9A2D-7791963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029E7-C9E4-40A9-BFDA-56C2B3A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tulangan dinding sesuai arah, lapisan, dan area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E00BB-FFE4-4185-8E98-7E2DF80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3EFD-A5AC-412F-924D-A682F9C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dinding yang benar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57D83-BA67-4CCC-8179-1869F62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vertikal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B668-AF70-4A1C-90A3-85E6542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Definisikan tulangan horizontal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9C1C-7D28-4F69-8711-9BB68486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area dan lapisan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9171-7748-491A-A339-355E1C9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dinding</a:t>
            </a:r>
          </a:p>
        </p:txBody>
      </p:sp>
    </p:spTree>
    <p:extLst>
      <p:ext uri="{BB962C8B-B14F-4D97-AF65-F5344CB8AC3E}">
        <p14:creationId xmlns:p14="http://schemas.microsoft.com/office/powerpoint/2010/main" val="875326234"/>
      </p:ext>
    </p:extLst>
  </p:cSld>
</p:sld>
</file>

<file path=ppt/slides/slide3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66D985-3582-4F7F-AA7F-9325F66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dinding yang benar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6b99d3b844f61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4ECF-E9F5-4918-B297-921612D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tipe, lantai,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A4293-98AD-4447-9D99-C34779A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pada Element List dan detail shear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wall.</a:t>
            </a:r>
          </a:p>
        </p:txBody>
      </p:sp>
    </p:spTree>
    <p:extLst>
      <p:ext uri="{BB962C8B-B14F-4D97-AF65-F5344CB8AC3E}">
        <p14:creationId xmlns:p14="http://schemas.microsoft.com/office/powerpoint/2010/main" val="797407618"/>
      </p:ext>
    </p:extLst>
  </p:cSld>
</p:sld>
</file>

<file path=ppt/slides/slide3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7C79CB-9203-411A-87ED-A34819F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vertikal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04bfd3dc4ff5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5B4E2-F142-479F-AA4B-EB4A930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data vertikal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berlaku.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4F9D2-5800-4564-A269-8FA9780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02170683"/>
      </p:ext>
    </p:extLst>
  </p:cSld>
</p:sld>
</file>

<file path=ppt/slides/slide3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D7B07B-0A45-4311-B4B0-5652467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horizontal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9a7c7c94490e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07789-3FA2-4032-861A-F8971B5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data horizontal untuk arah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lapisan yang ditentukan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7B989-60FA-45BD-B134-4A3D2D81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218543041"/>
      </p:ext>
    </p:extLst>
  </p:cSld>
</p:sld>
</file>

<file path=ppt/slides/slide3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FB19F1-64E1-4AE9-BCBA-1C51478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area dan lapisan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f640d6fd84d33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C48D6-EA6A-4DBB-A865-9077500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reinforcement berada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sisi dan cakupan dinding yang benar.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F6172-2ACA-4D4B-AB64-A269616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shear wall dengan segmen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disorot.</a:t>
            </a:r>
          </a:p>
        </p:txBody>
      </p:sp>
    </p:spTree>
    <p:extLst>
      <p:ext uri="{BB962C8B-B14F-4D97-AF65-F5344CB8AC3E}">
        <p14:creationId xmlns:p14="http://schemas.microsoft.com/office/powerpoint/2010/main" val="786929344"/>
      </p:ext>
    </p:extLst>
  </p:cSld>
</p:sld>
</file>

<file path=ppt/slides/slide3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C6F38-F042-4648-B256-2D187A1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e25bc1a744d9a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55DCD-C235-4D6C-A34B-FBF5A39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akhir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sumber sebelum melanjutkan.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4E16-ADB0-4917-AFB9-3D52626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untuk ujung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kolom.</a:t>
            </a:r>
          </a:p>
        </p:txBody>
      </p:sp>
    </p:spTree>
    <p:extLst>
      <p:ext uri="{BB962C8B-B14F-4D97-AF65-F5344CB8AC3E}">
        <p14:creationId xmlns:p14="http://schemas.microsoft.com/office/powerpoint/2010/main" val="1013955763"/>
      </p:ext>
    </p:extLst>
  </p:cSld>
</p:sld>
</file>

<file path=ppt/slides/slide3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E46FB2-CE7C-464F-A19E-2A49025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D2E25-3391-4963-9686-FC1980C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E30B-3EB1-4175-B5D0-FC7BACE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BEC48-EB29-4622-816A-1CE3AA1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ADD05-79C4-4522-9396-98C8434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11355832"/>
      </p:ext>
    </p:extLst>
  </p:cSld>
</p:sld>
</file>

<file path=ppt/slides/slide3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AF0291-E6A1-440F-8E4E-A9C976F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4DD8F-C1D0-4335-9350-2DBEAB3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Menjalankan perhitungan dengan cakupan lantai atau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C23D6-4901-4F2A-BA39-DF387B2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4CF1-3E59-4370-8AAF-D9D850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perhitungan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39BF-13F9-43A2-8EDB-02C72F6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88799-1F3F-4D60-B373-8C82D6C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C3F-077A-408B-952E-C8B3A37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hasil diperbarui</a:t>
            </a:r>
          </a:p>
        </p:txBody>
      </p:sp>
    </p:spTree>
    <p:extLst>
      <p:ext uri="{BB962C8B-B14F-4D97-AF65-F5344CB8AC3E}">
        <p14:creationId xmlns:p14="http://schemas.microsoft.com/office/powerpoint/2010/main" val="233988689"/>
      </p:ext>
    </p:extLst>
  </p:cSld>
</p:sld>
</file>

<file path=ppt/slides/slide3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893CE0-64EE-4C78-AFFC-2CBF2A16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fc4958f9f45ee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5DC0-7CA6-4C0D-8F50-C5A24B1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lantai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menyeluruh atau elemen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30906-A29F-48AC-B795-B3F116F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15176600"/>
      </p:ext>
    </p:extLst>
  </p:cSld>
</p:sld>
</file>

<file path=ppt/slides/slide3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8D03D3-4111-4C17-AEA2-BDBB996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7166f8b6744ca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FFBB-0452-4395-B032-A6CF6EC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pilihan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E685D-E808-4282-A0D5-8EB778D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2537819"/>
      </p:ext>
    </p:extLst>
  </p:cSld>
</p:sld>
</file>

<file path=ppt/slides/slide3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9B48E-A57A-4EC5-BFA4-899FE20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a618aab7d4000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2457-E9AD-4E86-84C7-06C0D2C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proses setelah cakupan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FC68-D7EC-4D7F-907C-799BE51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544896759"/>
      </p:ext>
    </p:extLst>
  </p:cSld>
</p:sld>
</file>

<file path=ppt/slides/slide3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B2DC37-B4B5-4989-BC5A-2F363EC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hasil diperbarui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97ffa45f4056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6264A-BCB7-4E19-A132-33388FD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proses selesai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membuka pemeriksaan atau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3347-3D10-4722-908C-88DAA5B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97799502"/>
      </p:ext>
    </p:extLst>
  </p:cSld>
</p:sld>
</file>

<file path=ppt/slides/slide3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BB94EB-4714-4F4D-B22C-B8ADCE5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8D4C-72D3-4EA5-A2D3-F9B9CA42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E659-E4CA-41F0-9F46-D72AC53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7A91-3B92-4D0E-A078-08468D1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2013F-577C-4D45-BC19-A6996B1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60330743"/>
      </p:ext>
    </p:extLst>
  </p:cSld>
</p:sld>
</file>

<file path=ppt/slides/slide3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AEBE6E-20A3-45DD-9158-90E699A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B1F8-5966-4C62-8F4D-8B7564E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data dan geometri reinforcement sebelum memakai hasil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1E85-5713-4FEC-BA47-094A9E9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62A3B-8651-43F3-AA84-0537BFF5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elemen yang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21CE-9C6F-4BBA-9014-FF608E4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A36D0-FBA3-40E2-9767-7450EBF2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Tampilkan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E0A0C-F1A9-4D36-970C-15147BC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Catat dan perbaiki temuan</a:t>
            </a:r>
          </a:p>
        </p:txBody>
      </p:sp>
    </p:spTree>
    <p:extLst>
      <p:ext uri="{BB962C8B-B14F-4D97-AF65-F5344CB8AC3E}">
        <p14:creationId xmlns:p14="http://schemas.microsoft.com/office/powerpoint/2010/main" val="2113587898"/>
      </p:ext>
    </p:extLst>
  </p:cSld>
</p:sld>
</file>

<file path=ppt/slides/slide3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246C2E-51AE-4167-9A62-98B902D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elemen yang diperiksa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26183a9554d0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06DCE-358C-417C-B1F2-A0912D45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sampel yang mewakili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kondisi reinforcement penting.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BF1EB-EE12-418B-83C9-1F481F6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21257307"/>
      </p:ext>
    </p:extLst>
  </p:cSld>
</p:sld>
</file>

<file path=ppt/slides/slide3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FDEC30-71E2-4A71-B485-F993A883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65b8ca5614f96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1DC9-2FB0-4873-A55F-C24CF0E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data batang pada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dan cocokkan dengan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2A95-6FA4-463F-A73B-827D758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637675957"/>
      </p:ext>
    </p:extLst>
  </p:cSld>
</p:sld>
</file>

<file path=ppt/slides/slide3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24595A-FB84-4A0D-B679-8F433E30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Tampilkan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7153994d045cd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63582-B34B-40F9-BD34-EF4894D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tampilan tiga dimensi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posisi, arah,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C6AF0-2341-43FB-BC7F-80B0AC3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813845551"/>
      </p:ext>
    </p:extLst>
  </p:cSld>
</p:sld>
</file>

<file path=ppt/slides/slide3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59BFF1-2654-4E11-96BD-2E478B2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Catat dan perbaiki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ed6c8e3f94a65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F4FE7-9C50-44D4-8B19-313A3E0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data sumber model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ulang kuantitas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terdampak.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51389-9E0C-445A-893B-02CB6EB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1395726730"/>
      </p:ext>
    </p:extLst>
  </p:cSld>
</p:sld>
</file>

<file path=ppt/slides/slide3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30ABC7-0B17-422F-A26E-380D95F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6B7EC-CC51-4CF5-B2AD-60FBFEE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3101-ACA1-4076-9AFF-1E1C9CB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878C9-E253-4905-BBB3-3179892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F52AD-7D4C-43B7-A425-113E869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7658"/>
      </p:ext>
    </p:extLst>
  </p:cSld>
</p:sld>
</file>

<file path=ppt/slides/slide3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077BEF8-61F9-4660-B9F6-C1FD298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10A46-A9AC-47AF-8E26-862B868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hasil reinforcement quantity pada model yang telah dihitung.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19B23-CF02-413C-8FD0-DF82BF6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31B5-D19D-4B2B-967D-8F4B3F2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Pastikan perhitungan terbaru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D33E-0E6A-4D16-B7A6-669E819A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A0119-F2F5-4A78-81C1-A530944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rincian hasil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D1CB-F575-4744-A828-260BCB2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pemeriksaan sampel</a:t>
            </a:r>
          </a:p>
        </p:txBody>
      </p:sp>
    </p:spTree>
    <p:extLst>
      <p:ext uri="{BB962C8B-B14F-4D97-AF65-F5344CB8AC3E}">
        <p14:creationId xmlns:p14="http://schemas.microsoft.com/office/powerpoint/2010/main" val="2062398366"/>
      </p:ext>
    </p:extLst>
  </p:cSld>
</p:sld>
</file>

<file path=ppt/slides/slide3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0B683E-2F26-4523-9F12-1B5E899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Pastikan perhitungan terbaru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8b661bf8840a0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546CF-09BF-44CE-AF16-362B0CA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yang diperbarui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terakhir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CEDE-279A-480D-BF31-2E626A55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110164413"/>
      </p:ext>
    </p:extLst>
  </p:cSld>
</p:sld>
</file>

<file path=ppt/slides/slide3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85C978-7AC9-43CB-9D61-21B0C1B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59d6d0df47d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66AF-8BAD-4387-9717-284AFB5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hasil kuantitas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atau cakupan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9A7F-C4CD-45CC-9ECF-FDA768B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65600410"/>
      </p:ext>
    </p:extLst>
  </p:cSld>
</p:sld>
</file>

<file path=ppt/slides/slide3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71D42B-B302-44B7-BB86-0802801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rincian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dab486a8d482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D0AA3-5848-4D8A-8F8A-899134B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jenis batang, nilai,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terhadap elemen model yang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4F25-9F2B-4962-8FF2-8BA2269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308171082"/>
      </p:ext>
    </p:extLst>
  </p:cSld>
</p:sld>
</file>

<file path=ppt/slides/slide3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945A5C-561B-43E8-877A-19DC2A7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pemeriksaan sampel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35533843451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86F25-57AF-495A-90C5-47E68AA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beberapa hasil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sebelum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7F13-8D1D-4655-88DA-5E922423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1051992"/>
      </p:ext>
    </p:extLst>
  </p:cSld>
</p:sld>
</file>

<file path=ppt/slides/slide3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35A530F-DA00-40EE-AAEC-2E70FEC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3B352-137E-41F1-9651-0C158A0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EB50-3A89-49C4-8040-7096016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FB36-B64E-4DBD-9894-62D4DA8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A6F34-0FBD-4660-94F4-DFF6F2D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78209260"/>
      </p:ext>
    </p:extLst>
  </p:cSld>
</p:sld>
</file>

<file path=ppt/slides/slide3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5E6F2E-6917-474D-8FCC-BF49893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3BDC-F9E6-4D4B-9D8D-4CD80F2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Mengatur klasifikasi dan menghasilkan laporan reinforcement yang dapat ditinjau.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997D-7508-4644-982D-1CD78BD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70504-1B23-4FCD-B8E0-DF4301D5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A7659-34E1-4955-901B-8B86E5E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kondisi klasifikasi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CB9E-29BE-4EC5-860B-4A299A2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pengelompokan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85236-F402-48E1-80C5-7731B8A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laporan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CAB6F-B169-472E-8393-5D0A9E8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Verifikasi laporan akhir</a:t>
            </a:r>
          </a:p>
        </p:txBody>
      </p:sp>
    </p:spTree>
    <p:extLst>
      <p:ext uri="{BB962C8B-B14F-4D97-AF65-F5344CB8AC3E}">
        <p14:creationId xmlns:p14="http://schemas.microsoft.com/office/powerpoint/2010/main" val="427320571"/>
      </p:ext>
    </p:extLst>
  </p:cSld>
</p:sld>
</file>

<file path=ppt/slides/slide3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5906F4-2066-4BCA-A12A-DF2ADCF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6b5d14be4d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6AE3-1726-4045-BAE8-30ED8B5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TRB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struktur pengelompokan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C881B-347E-4204-A78B-61181E2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02702300"/>
      </p:ext>
    </p:extLst>
  </p:cSld>
</p:sld>
</file>

<file path=ppt/slides/slide3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509DBCD-7D5D-400E-B090-AEF459B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kondisi klasifikasi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db03f04e4bb5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D3BE4-A0AE-4515-BEB2-58B5DC8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Susun atribut yang diperlukan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tujuan laporan dan standar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417C-BED2-439A-8DAB-DF768537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758736216"/>
      </p:ext>
    </p:extLst>
  </p:cSld>
</p:sld>
</file>

<file path=ppt/slides/slide3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7D21-807E-4525-B447-D9DD314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pengelompokan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9e09d49fa492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9E97D-D05E-42A6-BA53-4C947E9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hierarki hasil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keluaran akhir.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A6B25-70E5-4981-97EE-911DA89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45810555"/>
      </p:ext>
    </p:extLst>
  </p:cSld>
</p:sld>
</file>

<file path=ppt/slides/slide3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4BCC00-3132-46B7-A3F8-4C2C609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9563c83954b52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56BBE-AD84-4F69-80BA-DF0E5D5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laporan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weight dengan cakupan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telah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14EB-C151-417D-99CC-E16DA3B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755163801"/>
      </p:ext>
    </p:extLst>
  </p:cSld>
</p:sld>
</file>

<file path=ppt/slides/slide3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1F4C4C-F19C-440B-A60F-D346F6B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laporan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ecf2604844558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39715-9C0E-4FC1-9AF5-72C9FF7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klasifikasi, unit,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sebelum laporan digunakan.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9A58-9A9F-4C1E-B974-BFBA01C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614818560"/>
      </p:ext>
    </p:extLst>
  </p:cSld>
</p:sld>
</file>

<file path=ppt/slides/slide3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0F35AE-07C8-4828-9930-92F596A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CF8F-41B0-4729-AC6B-BACFF5A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B6BC-3B15-4E27-9EA9-8F6E03A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B058-1764-441F-A759-C2C7B13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76F1-01B0-42B7-927F-FB5A59D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75014613"/>
      </p:ext>
    </p:extLst>
  </p:cSld>
</p:sld>
</file>

<file path=ppt/slides/slide5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A537C-C44D-4526-B163-5C23C0EB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Technical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A3F0-1F4B-4D96-9643-CEFAFFC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From drawing setup to defensible quantities, 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structured field guide for building reliable TAS models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reports.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5b9109e614cd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71377"/>
      </p:ext>
    </p:extLst>
  </p:cSld>
</p:sld>
</file>

<file path=ppt/slides/slide5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668918-504E-403D-A87A-FD5369A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EEBB1-E54B-431C-A300-83DC27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practical guide from drawing preparation to quantity reporting, supported by visual examples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you can follow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6211B-AD2F-485A-8E11-B458D701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project correctly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C4BED-7721-4246-A4FD-1AEADC5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Configure floors, drawings, units and scale before modelling begins.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F98B-14C5-4458-9921-FAC7052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elements in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B064C-B494-431B-AD5C-69095B5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columns, beams, slabs, openings and finishes in the correct dependency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350E7-4F5E-437A-B6E9-CA860BD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quantity results</a:t>
            </a:r>
          </a:p>
        </p:txBody>
      </p:sp>
    </p:spTree>
    <p:extLst>
      <p:ext uri="{BB962C8B-B14F-4D97-AF65-F5344CB8AC3E}">
        <p14:creationId xmlns:p14="http://schemas.microsoft.com/office/powerpoint/2010/main" val="1031277964"/>
      </p:ext>
    </p:extLst>
  </p:cSld>
</p:sld>
</file>

<file path=ppt/slides/slide5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6CA9559-329D-4A23-83FD-922C012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A268-5917-4F20-A9E0-46F3983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deductions, measurement rules, calculations and reports before using the results.</a:t>
            </a:r>
          </a:p>
        </p:txBody>
      </p:sp>
    </p:spTree>
    <p:extLst>
      <p:ext uri="{BB962C8B-B14F-4D97-AF65-F5344CB8AC3E}">
        <p14:creationId xmlns:p14="http://schemas.microsoft.com/office/powerpoint/2010/main" val="15948500"/>
      </p:ext>
    </p:extLst>
  </p:cSld>
</p:sld>
</file>

<file path=ppt/slides/slide5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E5175D-8DC7-4345-B4FF-3420CF2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31FAC-8DD6-45A1-B8E6-61CB09E5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finish position and height settings without guessing ambiguous options.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EB8A4-27D6-4D83-B3CF-08C99B6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2CD47-ACF0-4E50-9158-4540073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E640-75CE-418C-A387-C802D5F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6C995-5A6E-48E3-8E92-A7C4FB2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Review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2F032-53B3-4145-998B-4D7FD77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additional-height and Yes/No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45F32-F459-413D-871F-C693DED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869127905"/>
      </p:ext>
    </p:extLst>
  </p:cSld>
</p:sld>
</file>

<file path=ppt/slides/slide5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03FC77-D319-4AFA-92D6-3DA72C19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a1d4d4ccd42b2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472AD-8E5B-437F-8CEB-B47C4A4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these settings to control how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particular quantities are measured.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10B7A-38C2-4970-A8C3-6AA8D5C1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relationships and deduction rules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model.</a:t>
            </a:r>
          </a:p>
        </p:txBody>
      </p:sp>
    </p:spTree>
    <p:extLst>
      <p:ext uri="{BB962C8B-B14F-4D97-AF65-F5344CB8AC3E}">
        <p14:creationId xmlns:p14="http://schemas.microsoft.com/office/powerpoint/2010/main" val="1812532283"/>
      </p:ext>
    </p:extLst>
  </p:cSld>
</p:sld>
</file>

<file path=ppt/slides/slide5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712EB4-CE66-486F-9BEC-5E7E572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1b9d411cd4901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2C48E-84CA-4F4C-B2EA-9D5FB17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active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matches the settings under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0449-0897-4916-A85C-909FAED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relationships and deduction rules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model.</a:t>
            </a:r>
          </a:p>
        </p:txBody>
      </p:sp>
    </p:spTree>
    <p:extLst>
      <p:ext uri="{BB962C8B-B14F-4D97-AF65-F5344CB8AC3E}">
        <p14:creationId xmlns:p14="http://schemas.microsoft.com/office/powerpoint/2010/main" val="730821608"/>
      </p:ext>
    </p:extLst>
  </p:cSld>
</p:sld>
</file>

<file path=ppt/slides/slide5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4A5A08-16AA-4B5F-9DE9-836DF09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7547bffdd48d1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427D-A3F6-4913-87AC-6A461A94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visible interface labels and do not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infer unclear numbered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75481-96B4-4F39-8781-8951C20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746272727"/>
      </p:ext>
    </p:extLst>
  </p:cSld>
</p:sld>
</file>

<file path=ppt/slides/slide5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88B9A4-B3A6-4051-8D1A-F98F9E8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additional-height and Yes/No options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44c282fb6437b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CD878-C173-4BDA-A69D-508D83A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choices with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standard and requirements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changing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E2DFC-5175-4C05-A654-888E19B7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1427414949"/>
      </p:ext>
    </p:extLst>
  </p:cSld>
</p:sld>
</file>

<file path=ppt/slides/slide5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E31A4B-EE93-4BF1-A0FB-3F99B92B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b3001f0744a55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31E4D-8609-4A29-AFFF-1DBAEE6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outer-finish settings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measured wall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171AB-BB2D-46F2-9930-36B2717E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780173487"/>
      </p:ext>
    </p:extLst>
  </p:cSld>
</p:sld>
</file>

<file path=ppt/slides/slide5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DF75EF-5995-41D4-AADF-947142C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ECD1-C3A1-4CF7-B809-EE8575D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084E4-0740-4598-AE8C-86F1E509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2F2D-6DB8-4517-837A-5F2191E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95A68-FD39-4FAB-B4E0-C598A0F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96779040"/>
      </p:ext>
    </p:extLst>
  </p:cSld>
</p:sld>
</file>

<file path=ppt/slides/slide5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AA96C7-0DDC-47A8-9007-73EA71A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and Change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7F24E-FB89-452D-A1C7-AD9014C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Trace deductions and change rules only according to the project standard.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224F-0B79-49FC-BA17-2CB764E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F960D-EE4B-4270-98E4-5F7335BE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beam and open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3ACA-1F0E-4E15-B8F3-01BD506D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Measurement Rules for the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9886E-1541-43D9-B17D-23529E5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the column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C2117-333B-4299-9D87-A873787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Apply No Effect as the manual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AA9D4-0ACA-47FD-B972-FC420DF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Recalculate and compare</a:t>
            </a:r>
          </a:p>
        </p:txBody>
      </p:sp>
    </p:spTree>
    <p:extLst>
      <p:ext uri="{BB962C8B-B14F-4D97-AF65-F5344CB8AC3E}">
        <p14:creationId xmlns:p14="http://schemas.microsoft.com/office/powerpoint/2010/main" val="1638020935"/>
      </p:ext>
    </p:extLst>
  </p:cSld>
</p:sld>
</file>

<file path=ppt/slides/slide5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DBF8B-6F06-4CD5-8AC5-373C55C1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beam and open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946cb9d124aca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0284B-2CFD-443A-AFED-9D8D735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concrete-volume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and the deduction caused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by the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2CE5E-7009-44AA-8266-189C795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measurement-rules menu and rule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choices.</a:t>
            </a:r>
          </a:p>
        </p:txBody>
      </p:sp>
    </p:spTree>
    <p:extLst>
      <p:ext uri="{BB962C8B-B14F-4D97-AF65-F5344CB8AC3E}">
        <p14:creationId xmlns:p14="http://schemas.microsoft.com/office/powerpoint/2010/main" val="472179757"/>
      </p:ext>
    </p:extLst>
  </p:cSld>
</p:sld>
</file>

<file path=ppt/slides/slide5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79B014-B0F7-46FE-9342-224BDD8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Measurement Rules for the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bb077567c4cbb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78F80-F5A8-4F0F-8084-EC67550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beam element and read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complete rule description.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6B309-868E-4B5D-B879-77DE68E3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quantity table with element rows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values.</a:t>
            </a:r>
          </a:p>
        </p:txBody>
      </p:sp>
    </p:spTree>
    <p:extLst>
      <p:ext uri="{BB962C8B-B14F-4D97-AF65-F5344CB8AC3E}">
        <p14:creationId xmlns:p14="http://schemas.microsoft.com/office/powerpoint/2010/main" val="1101093495"/>
      </p:ext>
    </p:extLst>
  </p:cSld>
</p:sld>
</file>

<file path=ppt/slides/slide5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53DA44-B49A-41B9-B6D2-537616D2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the column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9068aed38420b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D319-61F3-4F01-841B-A7AC1448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Filter Relevant Element and retain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only the column condition being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34936-B8FE-482A-9F4D-38B477A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quantity table with element rows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values.</a:t>
            </a:r>
          </a:p>
        </p:txBody>
      </p:sp>
    </p:spTree>
    <p:extLst>
      <p:ext uri="{BB962C8B-B14F-4D97-AF65-F5344CB8AC3E}">
        <p14:creationId xmlns:p14="http://schemas.microsoft.com/office/powerpoint/2010/main" val="798914531"/>
      </p:ext>
    </p:extLst>
  </p:cSld>
</p:sld>
</file>

<file path=ppt/slides/slide5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9D41F4-82BF-4F4C-9561-33C9C69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No Effect as the manual example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2ac1487f741ff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A02B-39CF-4AB9-BDAF-B99F4D51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This is only the manual beam-column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example; follow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16934-9AA1-4AC0-A8E3-E276D38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quantity-review panel and related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elements.</a:t>
            </a:r>
          </a:p>
        </p:txBody>
      </p:sp>
    </p:spTree>
    <p:extLst>
      <p:ext uri="{BB962C8B-B14F-4D97-AF65-F5344CB8AC3E}">
        <p14:creationId xmlns:p14="http://schemas.microsoft.com/office/powerpoint/2010/main" val="192177866"/>
      </p:ext>
    </p:extLst>
  </p:cSld>
</p:sld>
</file>

<file path=ppt/slides/slide5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A4480-35BD-4A17-86F2-D99EE08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Recalculate and compare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f0ebf0ce4405c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2A74-7F4F-4D1A-B625-A7017FF9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expression and deduction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and after changing the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D018E-0A80-4E91-949D-5B378FD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deduction-settings dialog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options.</a:t>
            </a:r>
          </a:p>
        </p:txBody>
      </p:sp>
    </p:spTree>
    <p:extLst>
      <p:ext uri="{BB962C8B-B14F-4D97-AF65-F5344CB8AC3E}">
        <p14:creationId xmlns:p14="http://schemas.microsoft.com/office/powerpoint/2010/main" val="1543348989"/>
      </p:ext>
    </p:extLst>
  </p:cSld>
</p:sld>
</file>

<file path=ppt/slides/slide5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D46329-A731-4BF2-B8F4-6AC3AAF4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and Change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E5BB0-39F8-4529-80D4-1B09DD6A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AC027-BA2E-437A-AAA0-21E0D37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21512-E9C0-43D0-AFCD-0A5CB94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E63B-B31F-45B6-AEF6-970F1536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57699183"/>
      </p:ext>
    </p:extLst>
  </p:cSld>
</p:sld>
</file>

<file path=ppt/slides/slide5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7CDE06-22D9-42D9-9D41-1B0978B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 TAS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53C39-09F2-45C4-94ED-C752D22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project with the applicable measurement rules and ground elevation.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83360-068A-47C7-B7F5-6FA4859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39DA7-47EB-4C58-80D6-A5715DF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54B8-E879-451D-9ABD-F30F06B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Enter the project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6C217-AF3C-4CD5-9329-ADEF15C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D127A-C2BE-4A98-B0E4-0DFF402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Enter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43940138"/>
      </p:ext>
    </p:extLst>
  </p:cSld>
</p:sld>
</file>

<file path=ppt/slides/slide5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BB116DB-0CCD-4A06-AA31-C95FDB3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e2f4030de45e7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5EB3A-B64F-4BC2-8323-42CB307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a new TAS project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application welcome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31E50-A7EF-430B-9EB5-0D1DB22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6480644"/>
      </p:ext>
    </p:extLst>
  </p:cSld>
</p:sld>
</file>

<file path=ppt/slides/slide5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EABDDA-A0EA-4541-9A2A-66CA39B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the project title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1c5b0ec54b50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780A-AE93-45EC-909B-B9A3644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title that helps distinguish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and its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0719F-0102-4D17-8340-FA33EB8E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29332903"/>
      </p:ext>
    </p:extLst>
  </p:cSld>
</p:sld>
</file>

<file path=ppt/slides/slide5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3126B3-40A9-423B-8E82-0768AD2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e696fd5fd458d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A9E50-9208-43FD-8F53-BB5CD0A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measurement rules applicable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this project rather than settings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from another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D215-D1C7-43CD-BF42-6639AC1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534118619"/>
      </p:ext>
    </p:extLst>
  </p:cSld>
</p:sld>
</file>

<file path=ppt/slides/slide5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FD1496-6B8E-48E3-ACDF-7AC3293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31afd81204113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ECDE-3CA5-4375-8618-9451567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Existing ground elevation affects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excavation quantities, so use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545D6-A484-4351-9A52-B9F9515E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9837400"/>
      </p:ext>
    </p:extLst>
  </p:cSld>
</p:sld>
</file>

<file path=ppt/slides/slide5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80B3C8-921B-416A-94EA-E55AC01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 TAS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47B52-B84B-44F7-AB6C-22BC2C0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F6EC5-9ED0-4ACE-A96F-CD18E69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72E86-7AA1-40F5-8DA2-788D9BE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CE63B-2C0B-4EF5-8BD5-3B71EE7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2730465"/>
      </p:ext>
    </p:extLst>
  </p:cSld>
</p:sld>
</file>

<file path=ppt/slides/slide5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E367580-1DB9-4EE5-B3F9-92F4D5DA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the TAS Interface and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B421-62AD-4156-A1D1-26FEF10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Recognise the TAS workspace and distinguish Public from Private Attributes.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3813-05C2-4011-9B86-A838C8B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64C1F-6A5C-4949-8C87-58C98CD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Identify the Function Tab and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3C0D7-D074-4E91-A8E5-4C3AEB0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Locate Element Navigation and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81687-B002-43FB-80C6-466B56C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Check the Dynamic Control Bar and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9EF7-D698-4779-B2F2-7C0BA3F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Use Public Attributes without a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A8F62-D368-4A7A-A6EC-22D15AED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Select entities for Private Attributes</a:t>
            </a:r>
          </a:p>
        </p:txBody>
      </p:sp>
    </p:spTree>
    <p:extLst>
      <p:ext uri="{BB962C8B-B14F-4D97-AF65-F5344CB8AC3E}">
        <p14:creationId xmlns:p14="http://schemas.microsoft.com/office/powerpoint/2010/main" val="1391319547"/>
      </p:ext>
    </p:extLst>
  </p:cSld>
</p:sld>
</file>

<file path=ppt/slides/slide5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B0F246-9963-47A5-A5EF-87218CF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the Function Tab and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eda444a8840eb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E75BB-8059-4B25-919B-079F9519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They group the main functions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commands available for the active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6906-6341-402E-B1CD-FC8BF58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1178979180"/>
      </p:ext>
    </p:extLst>
  </p:cSld>
</p:sld>
</file>

<file path=ppt/slides/slide5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8AA3A34-A1FB-4753-B974-2BFEDD2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Locate Element Navigation and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d9bc25ef84dae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6A2B-A7EB-4BCE-A40C-72D6310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these areas to choose element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types and perform modelling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87D8F-21AF-493F-A940-2A94C1A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117056036"/>
      </p:ext>
    </p:extLst>
  </p:cSld>
</p:sld>
</file>

<file path=ppt/slides/slide5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424532-64D6-4DFF-AB7C-E59E118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Dynamic Control Bar and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635f826b042c5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8B3D3-AC64-4487-9191-CFBDC9B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Dynamic controls change with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while the status bar shows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operating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5E98A-998D-4CBE-9C7D-203CF0F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764671193"/>
      </p:ext>
    </p:extLst>
  </p:cSld>
</p:sld>
</file>

<file path=ppt/slides/slide5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778D9D-C054-408D-9F58-528ED4C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Public Attributes without a selection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5b71a997c4452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ACEE5-1AA1-4AB6-A221-4F3ED14A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Changes apply to entities sharing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same element name when no entity 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5BB33-7F2B-42B3-AD08-2F30605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Public Attribute and Private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comparison in the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1950460605"/>
      </p:ext>
    </p:extLst>
  </p:cSld>
</p:sld>
</file>

<file path=ppt/slides/slide5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BDF86F1-6AB2-43E7-A666-019B293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entities for Private Attributes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eae1c4c4145c8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7895B-8252-4EEC-9676-A1B0DB1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Attributes affect only selected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entities; changes are invalid without 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0BFFD-E5C2-4C78-9129-F74E574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Public Attribute and Private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comparison in the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660223996"/>
      </p:ext>
    </p:extLst>
  </p:cSld>
</p:sld>
</file>

<file path=ppt/slides/slide5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84BE74-C18E-48A9-AD70-15BD16F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the TAS Interface and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F0D5-59FA-4D08-A140-2F1B4BEB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E67A-5553-4776-B261-6551FD37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E5A36-052F-4C6C-B405-DE3D9E6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CD53-14BE-4EC2-A1AC-546C0996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78413176"/>
      </p:ext>
    </p:extLst>
  </p:cSld>
</p:sld>
</file>

<file path=ppt/slides/slide5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92308C-696D-49F2-8FCA-CB8EB1A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Floors and Concrete Grades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9F386-0ACF-4CE6-8DC4-D8A0B011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consistent floor structure and concrete grades.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38B3-2A19-4FA4-9589-57FD57A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5DFC-FC39-4256-80EC-64EB018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19B1-FEE4-4665-8E7D-00594601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Insert upper and lower floors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4BCAB-EF5C-4D3F-8E5E-B4B1AA8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floor heights and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B0225-CFDF-46DF-A127-7F1E6D1E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Enter Concrete Grades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18177-1988-493B-901D-F09C3BFD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Use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823316456"/>
      </p:ext>
    </p:extLst>
  </p:cSld>
</p:sld>
</file>

<file path=ppt/slides/slide5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9BB86C-74D4-444A-8CC0-063970D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ef0f5f40e4992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1FA49-8567-40CD-95AA-FBEDF51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floor table to configure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and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4DA97-AF2C-44FB-B04B-4209633A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Project Setting flow from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341950220"/>
      </p:ext>
    </p:extLst>
  </p:cSld>
</p:sld>
</file>

<file path=ppt/slides/slide5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7E9A84-900D-4260-8152-C7BE7EF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Insert upper and lower floors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1bdaa4eae4222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ED66-67FC-4B7A-B6D6-47A5396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the superstructure from 1st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and the substructure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Foundation 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BAE9A-1720-4B86-B292-6E2DFF3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Floor Settings table with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and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473482366"/>
      </p:ext>
    </p:extLst>
  </p:cSld>
</p:sld>
</file>

<file path=ppt/slides/slide5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3DA43E5-4584-4DCD-8372-D2EEA80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floor heights and elevation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3c4d3e73f4ad0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4F394-8A6D-4C8D-B5F7-FF8911E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Floor Height for every floor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Bottom Elevation for 1st Floor only,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shown in the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5C35-ACB8-4EB8-A92F-FDBDAEC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Floor Settings table with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and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323397504"/>
      </p:ext>
    </p:extLst>
  </p:cSld>
</p:sld>
</file>

<file path=ppt/slides/slide5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9C1697-9F5F-482C-B2DF-BCDC1E4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Concrete Grades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b1e4bf8d646f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7A47-1E2E-44C9-966A-F00B502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Assign concrete grades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required elements from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79E7-3E13-49CC-87B5-A206277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Grade Settings table with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and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1218848655"/>
      </p:ext>
    </p:extLst>
  </p:cSld>
</p:sld>
</file>

<file path=ppt/slides/slide5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82D4F-12AA-4192-9786-701F3F3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7c697c42e44e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A64D-D5D0-4671-BCB7-DFDFA7D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Copy grades only when destination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floors use the same grades.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D33F-335F-4E51-B9E5-C754BCE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Grade Settings table with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and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571020019"/>
      </p:ext>
    </p:extLst>
  </p:cSld>
</p:sld>
</file>

<file path=ppt/slides/slide5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320080-D019-41A0-BABD-623D502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Floors and Concrete Grades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CF331-0D91-4019-8774-1FD2AAE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BDFCA-AF78-4F36-B54A-071733C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F522F-6651-468D-816E-1342729A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6F0EA-5627-435C-84BE-341C4868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81594737"/>
      </p:ext>
    </p:extLst>
  </p:cSld>
</p:sld>
</file>

<file path=ppt/slides/slide5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081875-3E4F-47B3-901D-3A2BE88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Split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36CF2-E062-4B79-B0F3-2106B71C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Prepare separated, clearly identified source drawings.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B1960-740A-49D3-A220-6000930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11673-5D78-4503-B293-51913B4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workflow for the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A4C86-11D6-4A65-BC47-66A95DC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FB58B-28C7-47EC-90F5-1D605BA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Open Drawing Manager and select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34651-D333-42F3-BECB-BBFE7C6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the required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BA6D-4CE9-4EE8-97F5-0449772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Name the split drawing</a:t>
            </a:r>
          </a:p>
        </p:txBody>
      </p:sp>
    </p:spTree>
    <p:extLst>
      <p:ext uri="{BB962C8B-B14F-4D97-AF65-F5344CB8AC3E}">
        <p14:creationId xmlns:p14="http://schemas.microsoft.com/office/powerpoint/2010/main" val="1043690652"/>
      </p:ext>
    </p:extLst>
  </p:cSld>
</p:sld>
</file>

<file path=ppt/slides/slide6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981966-BA57-413E-99D7-1FF8253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workflow for the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62987f3d4a08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76C59-0709-4FB1-8874-886059BA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and split DWG files; vector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scanned PDFs may also require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D1B7F-AE5F-46DA-B4E3-0C3D5A6B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workflow for importing, splitting,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scaling DWG and PDF drawings.</a:t>
            </a:r>
          </a:p>
        </p:txBody>
      </p:sp>
    </p:spTree>
    <p:extLst>
      <p:ext uri="{BB962C8B-B14F-4D97-AF65-F5344CB8AC3E}">
        <p14:creationId xmlns:p14="http://schemas.microsoft.com/office/powerpoint/2010/main" val="1638494490"/>
      </p:ext>
    </p:extLst>
  </p:cSld>
</p:sld>
</file>

<file path=ppt/slides/slide6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896F72-A931-4A8D-A319-A2E2ED9D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4fd19a2f641ba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2DCF-D0B1-4449-8557-3460B21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Add to select one or more source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752C-A241-4F5B-A57A-609126F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and the dialog for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selecting multiple DWG files.</a:t>
            </a:r>
          </a:p>
        </p:txBody>
      </p:sp>
    </p:spTree>
    <p:extLst>
      <p:ext uri="{BB962C8B-B14F-4D97-AF65-F5344CB8AC3E}">
        <p14:creationId xmlns:p14="http://schemas.microsoft.com/office/powerpoint/2010/main" val="938859984"/>
      </p:ext>
    </p:extLst>
  </p:cSld>
</p:sld>
</file>

<file path=ppt/slides/slide6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E4E195-9740-4118-A94C-FE307B3E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Drawing Manager and select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2d6cb0b644b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60D92-1B4B-42CD-8274-BC8FB83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Separate combined sheets so each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 can be managed independently.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E42C7-77A3-4C83-A0C3-11364C14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152717861"/>
      </p:ext>
    </p:extLst>
  </p:cSld>
</p:sld>
</file>

<file path=ppt/slides/slide6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56E300-5041-4E06-8767-4398FC9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the required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703d628da4200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C9F5-A2A9-4E72-A491-8C74853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complete plan boundary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confirm the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BA3C0-51AE-4EFE-9D97-98F925F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072605080"/>
      </p:ext>
    </p:extLst>
  </p:cSld>
</p:sld>
</file>

<file path=ppt/slides/slide6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A099F92-3261-4DD0-950E-09A60872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Name the split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3ee83f6f44c41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A733-74AC-4952-B910-1FAD9B6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name identifying the floor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type.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380E-4376-4B63-B8A9-95024E4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408039248"/>
      </p:ext>
    </p:extLst>
  </p:cSld>
</p:sld>
</file>

<file path=ppt/slides/slide6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80A8B6-AD79-43E3-A022-0DE60E9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Split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E6943-BBC9-4C4F-8D1A-87F0B91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9C553-A2CD-4ED0-9EB3-7947D79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99FB6-CE96-4F16-817D-0032950C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CF642-0D79-438D-AD9B-E8FDD878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629634585"/>
      </p:ext>
    </p:extLst>
  </p:cSld>
</p:sld>
</file>

<file path=ppt/slides/slide6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6396D7-2E33-4F47-81DB-B0C2862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Scale and Relocate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48EF-9CF2-4103-8A79-0F58266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Calibrate a drawing and align it with the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68D22-A646-4B9E-86F5-A6607F1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8038-10D1-4C37-9E84-5F599EA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70FFD-21E8-400F-B202-3920DB0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Set start, end and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5C3B2-E68B-4293-A08C-9D8CBB48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Verify with another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BA62-800D-4626-A218-CE34D2A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Open Relocate and choose a reference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C144-5480-49AF-A757-AB1A983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Align to the axis-grid point</a:t>
            </a:r>
          </a:p>
        </p:txBody>
      </p:sp>
    </p:spTree>
    <p:extLst>
      <p:ext uri="{BB962C8B-B14F-4D97-AF65-F5344CB8AC3E}">
        <p14:creationId xmlns:p14="http://schemas.microsoft.com/office/powerpoint/2010/main" val="1804032689"/>
      </p:ext>
    </p:extLst>
  </p:cSld>
</p:sld>
</file>

<file path=ppt/slides/slide6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16BEDC-C818-4412-B676-BB888288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c6f87e89743f4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5DA2C-733D-4B90-970B-3E5C5B3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drawing to calibrate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specifying two reference 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3371-8892-42CD-8130-C3AC6E2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1726938839"/>
      </p:ext>
    </p:extLst>
  </p:cSld>
</p:sld>
</file>

<file path=ppt/slides/slide6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417187-0A75-46F4-A7A6-1FABAD0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start, end and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b2d2af3834dcc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F20DD-C6F3-4AA5-9521-3B4E8F2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reliable written dimension when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entering the actual length.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AF3A5-C679-41F0-80F3-4EA9A08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835524472"/>
      </p:ext>
    </p:extLst>
  </p:cSld>
</p:sld>
</file>

<file path=ppt/slides/slide6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AF6D-C2B7-437C-9FA3-6B73B22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Verify with another dimension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54b99b85f4272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B3FED-B519-473A-8780-0F26AFC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 a distance not used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calibration and confirm that it agrees.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856CB-D7BE-4A98-881B-25D1BB5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1946786629"/>
      </p:ext>
    </p:extLst>
  </p:cSld>
</p:sld>
</file>

<file path=ppt/slides/slide6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07B5A-70B8-4F48-A0E1-64BECD1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Relocate and choose a reference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a2b521b54464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70E7-EC60-4268-89E8-C54B9E4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clear drawing point, such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intersection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3FFD-6029-4035-BDFB-A94697C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with drawing and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2055307645"/>
      </p:ext>
    </p:extLst>
  </p:cSld>
</p:sld>
</file>

<file path=ppt/slides/slide6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BE9C80-D574-4A16-AABD-3F841DB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Align to the axis-grid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4a439e4fe4258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06ED0-0D38-4C61-A9CA-5C07C3D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same grid point and use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intersection snap when selection 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inaccurate.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DCB05-3976-4479-8EC7-83CB804D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with drawing and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70402837"/>
      </p:ext>
    </p:extLst>
  </p:cSld>
</p:sld>
</file>

<file path=ppt/slides/slide6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2417FF-BB5F-4EB8-9347-95466758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Scale and Relocate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57FAD-FC5D-4BDE-B0D5-738873E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46837-E673-4759-893D-2E41FFC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151D0-29E7-4CC6-8200-C991EF0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04EBF-9BA6-42F6-98E0-20A6D2F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94378842"/>
      </p:ext>
    </p:extLst>
  </p:cSld>
</p:sld>
</file>

<file path=ppt/slides/slide6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CFACB0-7F84-4481-ABB5-ADB17EC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Axis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9C251-E8D0-425E-B4F6-0F20DE6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axis grids automatically or manually from the drawing.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7CF50-0405-4F30-8B1D-3A187044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A3834-A7A8-4E2E-8AE5-45EBC83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axis-grid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93D05-FA91-4B99-9D62-6322EFFA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Capture lines with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09E92-814A-4316-9D45-8CBBDA3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labels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9A250-6DB7-4C8C-8705-00D6F664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4D394-39FC-47EE-A072-415477D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Create an orthogonal grid manually</a:t>
            </a:r>
          </a:p>
        </p:txBody>
      </p:sp>
    </p:spTree>
    <p:extLst>
      <p:ext uri="{BB962C8B-B14F-4D97-AF65-F5344CB8AC3E}">
        <p14:creationId xmlns:p14="http://schemas.microsoft.com/office/powerpoint/2010/main" val="140282302"/>
      </p:ext>
    </p:extLst>
  </p:cSld>
</p:sld>
</file>

<file path=ppt/slides/slide6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AE7812-48CC-41EF-82C9-58ABB08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axis-grid type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6e51f45b49a0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D3DC8-3265-4A3E-B694-B256F50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supports orthogonal, diagonal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arc axis grids.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7BD6B-3395-413D-AF62-B204D518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Orthogonal, arc, and diagonal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examples.</a:t>
            </a:r>
          </a:p>
        </p:txBody>
      </p:sp>
    </p:spTree>
    <p:extLst>
      <p:ext uri="{BB962C8B-B14F-4D97-AF65-F5344CB8AC3E}">
        <p14:creationId xmlns:p14="http://schemas.microsoft.com/office/powerpoint/2010/main" val="427896965"/>
      </p:ext>
    </p:extLst>
  </p:cSld>
</p:sld>
</file>

<file path=ppt/slides/slide6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5D6E48-B1DC-41A0-9210-20B6C53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5bc0307cc4462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8C77C-D5E8-429C-9673-AE36889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automatic identification, select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lines by layer or colour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FD33B-EB92-4921-9D90-11E2B11B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with layer or colour 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selected axis lines.</a:t>
            </a:r>
          </a:p>
        </p:txBody>
      </p:sp>
    </p:spTree>
    <p:extLst>
      <p:ext uri="{BB962C8B-B14F-4D97-AF65-F5344CB8AC3E}">
        <p14:creationId xmlns:p14="http://schemas.microsoft.com/office/powerpoint/2010/main" val="1392711301"/>
      </p:ext>
    </p:extLst>
  </p:cSld>
</p:sld>
</file>

<file path=ppt/slides/slide6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78FADA-E5D1-438F-AD82-4B1EB5A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labels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ae9ec111443b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80C0-E259-409B-AC26-AAE7471F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axis labels using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appropriate layer or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2C4D-8161-431F-A078-487729E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with layer or colour 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selected axis labels.</a:t>
            </a:r>
          </a:p>
        </p:txBody>
      </p:sp>
    </p:spTree>
    <p:extLst>
      <p:ext uri="{BB962C8B-B14F-4D97-AF65-F5344CB8AC3E}">
        <p14:creationId xmlns:p14="http://schemas.microsoft.com/office/powerpoint/2010/main" val="2110312301"/>
      </p:ext>
    </p:extLst>
  </p:cSld>
</p:sld>
</file>

<file path=ppt/slides/slide6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E8AFBC-970E-44D5-AED4-5C3F03C7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e7c92cb104346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A1745-ED5E-4D3E-96FB-206BC15E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generated axes against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lines and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A330-BC1E-4E29-A91F-D408BA05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above an axis-grid plan.</a:t>
            </a:r>
          </a:p>
        </p:txBody>
      </p:sp>
    </p:spTree>
    <p:extLst>
      <p:ext uri="{BB962C8B-B14F-4D97-AF65-F5344CB8AC3E}">
        <p14:creationId xmlns:p14="http://schemas.microsoft.com/office/powerpoint/2010/main" val="298694781"/>
      </p:ext>
    </p:extLst>
  </p:cSld>
</p:sld>
</file>

<file path=ppt/slides/slide6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65E754-3815-4812-B94A-7315488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an orthogonal grid manually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3fe2fe7cb42a7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BCDAA-515D-4EA3-BDA9-013BCA0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Draw &gt; New Orthogonal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Grid, enter numbering and distance,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position it, then select 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092C4-A9F4-4E89-8864-1655C42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with direction,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numbering, and distance fields.</a:t>
            </a:r>
          </a:p>
        </p:txBody>
      </p:sp>
    </p:spTree>
    <p:extLst>
      <p:ext uri="{BB962C8B-B14F-4D97-AF65-F5344CB8AC3E}">
        <p14:creationId xmlns:p14="http://schemas.microsoft.com/office/powerpoint/2010/main" val="1140828511"/>
      </p:ext>
    </p:extLst>
  </p:cSld>
</p:sld>
</file>

<file path=ppt/slides/slide6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2CFD62-F482-4D02-9F6F-C8BAD28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Axis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08DF0-EEDC-4E03-9AAE-E503C2A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FB0BC-B838-4199-8EA0-9C9F32F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5C076-EFAE-4E05-8816-299895D3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45D98-D46D-4362-A0F1-733852EB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60783011"/>
      </p:ext>
    </p:extLst>
  </p:cSld>
</p:sld>
</file>

<file path=ppt/slides/slide6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76C508-7E0C-45B3-A7B3-5DF92EF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Pile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E070-1C9D-42BE-A72F-575F552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pile caps from recognisable lines and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6F619-920E-413C-B17E-83C45EF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D743B-D84C-4586-8784-F0F158D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A530A-B414-4691-99E8-EB54CF9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Pick the pile-cap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CCA4E-53ED-422C-8646-B926102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the pile-cap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679BB-FA35-43CB-BDA5-901B5647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 and inspect the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15FE6-97A2-44E6-A670-4D48AE5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pile-cap quantities</a:t>
            </a:r>
          </a:p>
        </p:txBody>
      </p:sp>
    </p:spTree>
    <p:extLst>
      <p:ext uri="{BB962C8B-B14F-4D97-AF65-F5344CB8AC3E}">
        <p14:creationId xmlns:p14="http://schemas.microsoft.com/office/powerpoint/2010/main" val="912468701"/>
      </p:ext>
    </p:extLst>
  </p:cSld>
</p:sld>
</file>

<file path=ppt/slides/slide6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C606A-5F58-479C-B32C-F56AEDD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86b1acf414d31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67F74-D31D-4DA3-A9B0-90A9E69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by layer or colour on CAD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vector PDFs containing line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244D-CCBA-4370-AE05-84841C84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PC2 pile-cap frame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 the plan.</a:t>
            </a:r>
          </a:p>
        </p:txBody>
      </p:sp>
    </p:spTree>
    <p:extLst>
      <p:ext uri="{BB962C8B-B14F-4D97-AF65-F5344CB8AC3E}">
        <p14:creationId xmlns:p14="http://schemas.microsoft.com/office/powerpoint/2010/main" val="125428692"/>
      </p:ext>
    </p:extLst>
  </p:cSld>
</p:sld>
</file>

<file path=ppt/slides/slide6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B10BEF-8612-4AA0-95DA-C844658C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Pick the pile-cap frame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9032e6514445f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063F-11F4-4CB8-B729-94FEB00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the complete pile-cap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boundary and confirm the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F9003-03D3-4609-AFB8-BCBA64F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PC2 pile-cap frame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 the plan.</a:t>
            </a:r>
          </a:p>
        </p:txBody>
      </p:sp>
    </p:spTree>
    <p:extLst>
      <p:ext uri="{BB962C8B-B14F-4D97-AF65-F5344CB8AC3E}">
        <p14:creationId xmlns:p14="http://schemas.microsoft.com/office/powerpoint/2010/main" val="682970163"/>
      </p:ext>
    </p:extLst>
  </p:cSld>
</p:sld>
</file>

<file path=ppt/slides/slide6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FAE4851-9BBD-4F1B-B8FB-83C390C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the pile-cap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36ab8a0014a45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8D07-CDEA-48D1-99B2-F2A1880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Label to select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corresponding element name.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BCB4-A289-4B9F-BDA4-6A643F0E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PC2 text on the pile-cap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278500478"/>
      </p:ext>
    </p:extLst>
  </p:cSld>
</p:sld>
</file>

<file path=ppt/slides/slide6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051FB5-EBE3-4EED-A620-3ED6146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 and inspect the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7441e34040c7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C6743-5935-4688-9378-098B3C2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position and size of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pile caps.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C5B36-891C-4F3E-A461-9E7A7D8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pile-cap outlines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resulting 3D model.</a:t>
            </a:r>
          </a:p>
        </p:txBody>
      </p:sp>
    </p:spTree>
    <p:extLst>
      <p:ext uri="{BB962C8B-B14F-4D97-AF65-F5344CB8AC3E}">
        <p14:creationId xmlns:p14="http://schemas.microsoft.com/office/powerpoint/2010/main" val="1205776639"/>
      </p:ext>
    </p:extLst>
  </p:cSld>
</p:sld>
</file>

<file path=ppt/slides/slide6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30C2B1-F719-4B4B-A512-FF44969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pile-cap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891edff824865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62FBF-288F-407A-A03B-29A76E94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Volume for concrete and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for 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03A0C-8FFF-40AB-960C-085A07FF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table with Volume and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277906230"/>
      </p:ext>
    </p:extLst>
  </p:cSld>
</p:sld>
</file>

<file path=ppt/slides/slide6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7A980C-F921-4482-ABFC-506A0AE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Pile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0C9D5-5DD3-4921-9942-69FA84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BF6B-1B11-4B52-87CB-FC03473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C6F05-A193-434B-8CC0-30647E9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B7D03-F6E5-4A88-99EF-D53C4F6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741073"/>
      </p:ext>
    </p:extLst>
  </p:cSld>
</p:sld>
</file>

<file path=ppt/slides/slide6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C3CC71-5FD1-4390-A058-6AB7A06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48878-E977-4889-A19C-A2EC65A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columns and check their three-dimensional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B945-B3DF-447A-A5B6-3860B53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4CF7-2448-4734-9FC4-B79F5EE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Recognise relevant column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CB482-3887-4AD5-A24E-4E4D1B3C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outlines with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6428-D71F-4253-8CF9-3E79003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names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BF3B5-3C6A-46B2-819A-CDDED078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61D9E-2056-4A20-B76F-621EF53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Inspect columns in 3D</a:t>
            </a:r>
          </a:p>
        </p:txBody>
      </p:sp>
    </p:spTree>
    <p:extLst>
      <p:ext uri="{BB962C8B-B14F-4D97-AF65-F5344CB8AC3E}">
        <p14:creationId xmlns:p14="http://schemas.microsoft.com/office/powerpoint/2010/main" val="649737171"/>
      </p:ext>
    </p:extLst>
  </p:cSld>
</p:sld>
</file>

<file path=ppt/slides/slide6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9B4AA7-29B5-4B31-B737-F65CC538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Recognise relevant column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3727328b14cdc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58DFB-C09B-4912-A2C1-CC911ED6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Manual examples include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 and steel columns.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6E8C-9121-4619-AD4D-2088AAF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Composite, round, steel, and slanted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examples.</a:t>
            </a:r>
          </a:p>
        </p:txBody>
      </p:sp>
    </p:spTree>
    <p:extLst>
      <p:ext uri="{BB962C8B-B14F-4D97-AF65-F5344CB8AC3E}">
        <p14:creationId xmlns:p14="http://schemas.microsoft.com/office/powerpoint/2010/main" val="1703567999"/>
      </p:ext>
    </p:extLst>
  </p:cSld>
</p:sld>
</file>

<file path=ppt/slides/slide6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0E79D0-0276-4238-B6FD-A005B097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outlines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850f030ab46aa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95078-0157-45F1-8CCA-A4935E2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layer or colour containing only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boundary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00EC-B704-4443-8533-33CFF3C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K2 column outline 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plan.</a:t>
            </a:r>
          </a:p>
        </p:txBody>
      </p:sp>
    </p:spTree>
    <p:extLst>
      <p:ext uri="{BB962C8B-B14F-4D97-AF65-F5344CB8AC3E}">
        <p14:creationId xmlns:p14="http://schemas.microsoft.com/office/powerpoint/2010/main" val="988426995"/>
      </p:ext>
    </p:extLst>
  </p:cSld>
</p:sld>
</file>

<file path=ppt/slides/slide6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587B8D-CEF3-42E0-83D7-0BFFB8C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names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1f02671f54ba6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A7E42-32E7-4DC0-AC61-D050B48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column labels corresponding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selected outlines.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BB813-6FF2-466E-8ECA-CF7A703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K2 text on the column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1728275567"/>
      </p:ext>
    </p:extLst>
  </p:cSld>
</p:sld>
</file>

<file path=ppt/slides/slide6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053C13-5CF2-4D66-B979-6B6490A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69ce8e7b94e9b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D711-7846-40F4-B987-56D4EEE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elements after selecting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and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B88D-7A8A-47F7-93A8-029AFDF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outlines and purple 3D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results.</a:t>
            </a:r>
          </a:p>
        </p:txBody>
      </p:sp>
    </p:spTree>
    <p:extLst>
      <p:ext uri="{BB962C8B-B14F-4D97-AF65-F5344CB8AC3E}">
        <p14:creationId xmlns:p14="http://schemas.microsoft.com/office/powerpoint/2010/main" val="574953215"/>
      </p:ext>
    </p:extLst>
  </p:cSld>
</p:sld>
</file>

<file path=ppt/slides/slide6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1DF71F-0D72-4AA2-8CCA-8BA33D6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columns in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5951e84e743b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1F6E9-45B2-4F30-9C46-2C6BA64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position, size and floor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623F-D2BE-46DA-A135-F3E674E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outlines and purple 3D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results.</a:t>
            </a:r>
          </a:p>
        </p:txBody>
      </p:sp>
    </p:spTree>
    <p:extLst>
      <p:ext uri="{BB962C8B-B14F-4D97-AF65-F5344CB8AC3E}">
        <p14:creationId xmlns:p14="http://schemas.microsoft.com/office/powerpoint/2010/main" val="709250781"/>
      </p:ext>
    </p:extLst>
  </p:cSld>
</p:sld>
</file>

<file path=ppt/slides/slide6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21C0C8-8322-45EB-843A-E730D71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E21F-9B47-486C-8CCC-1ECC163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1845-F84B-4EA6-96DD-AA2F3D1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87B75-588E-4F3B-8795-77331CA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1CEE6-9CD7-4013-8D14-0ACB1D3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9690498"/>
      </p:ext>
    </p:extLst>
  </p:cSld>
</p:sld>
</file>

<file path=ppt/slides/slide6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AF8CD6-3E52-4074-B64F-EFC891F9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and Check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248B-2329-4DB2-AE22-96DB57A1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beams, correct errors and review their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D2DCA-1BB3-4B82-B202-413D964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F023D-DBF9-4120-AEF0-8FD56C0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beam lines with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B33E8-03FF-4EB5-B6D3-8E264FC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labels with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D87A-C971-4C6F-8955-AF94810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BE93A-13E0-46CF-81D6-DD67A96C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Perform the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C925F-74EE-4021-A2EF-8C1F53C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beam quantities</a:t>
            </a:r>
          </a:p>
        </p:txBody>
      </p:sp>
    </p:spTree>
    <p:extLst>
      <p:ext uri="{BB962C8B-B14F-4D97-AF65-F5344CB8AC3E}">
        <p14:creationId xmlns:p14="http://schemas.microsoft.com/office/powerpoint/2010/main" val="1736640391"/>
      </p:ext>
    </p:extLst>
  </p:cSld>
</p:sld>
</file>

<file path=ppt/slides/slide6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8C70EA-B01F-4D73-A8DC-297BA9A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beam 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6545a5ca74a75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6BF5D-6B97-472F-A933-5E3757E3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appropriate layer or colour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beam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78F7C-2D8E-4142-A73A-0A529C1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beam boundary lines 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plan.</a:t>
            </a:r>
          </a:p>
        </p:txBody>
      </p:sp>
    </p:spTree>
    <p:extLst>
      <p:ext uri="{BB962C8B-B14F-4D97-AF65-F5344CB8AC3E}">
        <p14:creationId xmlns:p14="http://schemas.microsoft.com/office/powerpoint/2010/main" val="633405335"/>
      </p:ext>
    </p:extLst>
  </p:cSld>
</p:sld>
</file>

<file path=ppt/slides/slide6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4C746-B0FE-44C7-BF71-950CAB6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labels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916b942ab4851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59FCC-2724-44A2-B547-8F553A0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beam names associated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selected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5AA46-6927-42F8-B27B-E1529377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the 1B2 300x700 label,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178191505"/>
      </p:ext>
    </p:extLst>
  </p:cSld>
</p:sld>
</file>

<file path=ppt/slides/slide6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3C9ED2-5714-416D-BB8D-A5EF908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bdc987f644ea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C662-D7D0-4A39-A64A-67403D2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the beam model after 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label data is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9600-79CD-47F3-8CAF-C409DEE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the 1B2 300x700 label,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279323775"/>
      </p:ext>
    </p:extLst>
  </p:cSld>
</p:sld>
</file>

<file path=ppt/slides/slide6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ADEC35-7306-467B-A6D3-774A64E8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Perform the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f3236b36a4696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34947-BF76-4079-9749-FC611FB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and modify incorrect elements,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then confirm the updated 3D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83A6B-0C0B-4EF2-B2FE-4FF415C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its error list,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Editor, and a 3D beam model.</a:t>
            </a:r>
          </a:p>
        </p:txBody>
      </p:sp>
    </p:spTree>
    <p:extLst>
      <p:ext uri="{BB962C8B-B14F-4D97-AF65-F5344CB8AC3E}">
        <p14:creationId xmlns:p14="http://schemas.microsoft.com/office/powerpoint/2010/main" val="1590237577"/>
      </p:ext>
    </p:extLst>
  </p:cSld>
</p:sld>
</file>

<file path=ppt/slides/slide6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6A1B90-16B7-4685-9EAE-1D2B9018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beam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4e7ced3749c9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4BF02-4E44-41A2-8EFB-1E550BAD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concrete Volume and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A8E57-6B5C-41B2-AA43-A0F5395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table with Volume and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767307975"/>
      </p:ext>
    </p:extLst>
  </p:cSld>
</p:sld>
</file>

<file path=ppt/slides/slide6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A1C072-DDE5-46B6-9E32-40F5050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and Check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24AA3-C7D2-4CDB-8347-19611C1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31CBA-3B50-4284-991C-55C736F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5D651-A97F-4C24-8F14-A84AFC3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65537-A744-475E-82C6-81A705C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136258913"/>
      </p:ext>
    </p:extLst>
  </p:cSld>
</p:sld>
</file>

<file path=ppt/slides/slide6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5E547D-9142-4725-9FCF-98D9B57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Slabs and Slab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45297-4A81-4B6F-9447-F36EA96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slabs and openings with correct thickness and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219B2-1F4C-458C-B481-B1517F3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9300-2164-46D1-A50E-9A5D3DB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Recognise slab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09AEA-97F1-472D-BE4A-6BA3A991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Capture slab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A286-D940-4FA0-9C15-1236ED6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1111F-3557-4A49-8B9C-A9C43FF1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99C22-1821-4CBD-ACD0-7FA36BF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results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23530974"/>
      </p:ext>
    </p:extLst>
  </p:cSld>
</p:sld>
</file>

<file path=ppt/slides/slide6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A6233F-7B42-45AB-A505-D8D04134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Recognise slab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4575f31b42d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ED18F-28BE-4CD2-A049-DD0432DE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Manual examples include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slabs, bondek slabs and spiral ramps.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4C04B-163D-4BBF-A179-C23EC89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In-situ slab, spiral ramp, and bondek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examples.</a:t>
            </a:r>
          </a:p>
        </p:txBody>
      </p:sp>
    </p:spTree>
    <p:extLst>
      <p:ext uri="{BB962C8B-B14F-4D97-AF65-F5344CB8AC3E}">
        <p14:creationId xmlns:p14="http://schemas.microsoft.com/office/powerpoint/2010/main" val="32427142"/>
      </p:ext>
    </p:extLst>
  </p:cSld>
</p:sld>
</file>

<file path=ppt/slides/slide6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E6077A-E437-4EBF-9D6B-E0EEA8D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slab labels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7c07270f3481c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A611-AE1C-4654-B1AB-3DF6E8A3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Label with selection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2BB40-56E3-400B-AF1B-8958280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S1 slab label on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1600107966"/>
      </p:ext>
    </p:extLst>
  </p:cSld>
</p:sld>
</file>

<file path=ppt/slides/slide6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EA44C5B-2A5E-4E48-9031-18AB106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724a6328b42a3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5E06-9EEF-4E8B-889A-556BA2C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opening boundaries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2CD77-8186-426C-B82F-1200493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and an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boundary on the plan.</a:t>
            </a:r>
          </a:p>
        </p:txBody>
      </p:sp>
    </p:spTree>
    <p:extLst>
      <p:ext uri="{BB962C8B-B14F-4D97-AF65-F5344CB8AC3E}">
        <p14:creationId xmlns:p14="http://schemas.microsoft.com/office/powerpoint/2010/main" val="316450456"/>
      </p:ext>
    </p:extLst>
  </p:cSld>
</p:sld>
</file>

<file path=ppt/slides/slide6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EBADCE-43F8-4C2D-8C0A-398ED755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79ed61239448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473B7-D666-4FD1-9076-3CCFAACF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Slab Identification Option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thickness when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494DB-F21E-4A58-80BD-BD94E2B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and a 3D model.</a:t>
            </a:r>
          </a:p>
        </p:txBody>
      </p:sp>
    </p:spTree>
    <p:extLst>
      <p:ext uri="{BB962C8B-B14F-4D97-AF65-F5344CB8AC3E}">
        <p14:creationId xmlns:p14="http://schemas.microsoft.com/office/powerpoint/2010/main" val="948248041"/>
      </p:ext>
    </p:extLst>
  </p:cSld>
</p:sld>
</file>

<file path=ppt/slides/slide6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14C523-CA7F-443A-8FE4-992041B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results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c03de99bb4ccc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18B77-2699-46F7-829F-567BD0D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Volume, Area of Formwork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side-formwork length at edges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breaks.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0D323-7491-4C86-A430-B761A6CF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table with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and edge and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734847234"/>
      </p:ext>
    </p:extLst>
  </p:cSld>
</p:sld>
</file>

<file path=ppt/slides/slide6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C2B9EA-87A7-4A5B-9417-8A65645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Slabs and Slab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9ACE8-F206-4B78-B0F0-36B12CD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A8A06-5407-4997-BDF8-94D25522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5C8F0-C90C-4C76-A46F-CB28DF4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6EB7-CC93-4A68-B926-A0B7330E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55889654"/>
      </p:ext>
    </p:extLst>
  </p:cSld>
</p:sld>
</file>

<file path=ppt/slides/slide6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6AB9C9-DA55-4087-BC21-7E89066D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Structural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EE710-0C97-4770-AFA3-28C23870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concrete walls and review structural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E3258-FDC6-4F0E-8CBF-AE12735E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12BEB-EE94-46CB-ACBB-65C957A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41CE4-889A-4AA6-A0E9-A85B303F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structural-wall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42D65-772E-4F42-AFD3-130E57E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names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53FB-E43C-4284-865D-32063E5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9107-2463-4B9A-9FEF-9BBF024C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structural-wall quantities</a:t>
            </a:r>
          </a:p>
        </p:txBody>
      </p:sp>
    </p:spTree>
    <p:extLst>
      <p:ext uri="{BB962C8B-B14F-4D97-AF65-F5344CB8AC3E}">
        <p14:creationId xmlns:p14="http://schemas.microsoft.com/office/powerpoint/2010/main" val="2082773629"/>
      </p:ext>
    </p:extLst>
  </p:cSld>
</p:sld>
</file>

<file path=ppt/slides/slide6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322157-0D52-46CF-BBA8-FDF4842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3183fd7804ecf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EA4EF-474C-4F68-9893-8F84880E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layer or colour selection on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vector PDFs containing line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CA267-9DA8-4D57-8E94-80AFBC4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and selected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structural-wall lines.</a:t>
            </a:r>
          </a:p>
        </p:txBody>
      </p:sp>
    </p:spTree>
    <p:extLst>
      <p:ext uri="{BB962C8B-B14F-4D97-AF65-F5344CB8AC3E}">
        <p14:creationId xmlns:p14="http://schemas.microsoft.com/office/powerpoint/2010/main" val="430966554"/>
      </p:ext>
    </p:extLst>
  </p:cSld>
</p:sld>
</file>

<file path=ppt/slides/slide6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12C816-E8A3-4BD0-9896-43C7231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structural-wall lines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73084b3a145cd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8BE51-441B-47E7-AE58-E47EC98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complete concrete-wall lines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98BE1-E28D-48EB-BD1B-8BEA54DE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and selected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structural-wall lines.</a:t>
            </a:r>
          </a:p>
        </p:txBody>
      </p:sp>
    </p:spTree>
    <p:extLst>
      <p:ext uri="{BB962C8B-B14F-4D97-AF65-F5344CB8AC3E}">
        <p14:creationId xmlns:p14="http://schemas.microsoft.com/office/powerpoint/2010/main" val="741804178"/>
      </p:ext>
    </p:extLst>
  </p:cSld>
</p:sld>
</file>

<file path=ppt/slides/slide6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8F96CC-8D91-46C0-834B-5C1CE9D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names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5901127f249b5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3A69-A40F-4665-BC65-AC67D89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Associate concrete-wall labels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selected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9163B-F374-4627-9936-D843E6F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and the RC WALL 1 text.</a:t>
            </a:r>
          </a:p>
        </p:txBody>
      </p:sp>
    </p:spTree>
    <p:extLst>
      <p:ext uri="{BB962C8B-B14F-4D97-AF65-F5344CB8AC3E}">
        <p14:creationId xmlns:p14="http://schemas.microsoft.com/office/powerpoint/2010/main" val="1404079051"/>
      </p:ext>
    </p:extLst>
  </p:cSld>
</p:sld>
</file>

<file path=ppt/slides/slide6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FC3EBE-0E3E-4D40-874F-7E149FE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7a9ff014644ce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9F06B-F686-47AB-AAAA-F82E5945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 information prompt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generated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A43D4-5EA1-49A3-B7C3-EF9D605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its confirmation dialog,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resulting 3D walls.</a:t>
            </a:r>
          </a:p>
        </p:txBody>
      </p:sp>
    </p:spTree>
    <p:extLst>
      <p:ext uri="{BB962C8B-B14F-4D97-AF65-F5344CB8AC3E}">
        <p14:creationId xmlns:p14="http://schemas.microsoft.com/office/powerpoint/2010/main" val="1596446272"/>
      </p:ext>
    </p:extLst>
  </p:cSld>
</p:sld>
</file>

<file path=ppt/slides/slide6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020722-1924-43F4-9C93-DCD27EB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structural-wall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6bbe334f4068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6D79-5BC3-4335-BD93-D0A6A4A0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Volume, Area of Formwork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 length at edges or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breaks where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5CA56-427E-47BA-9590-C36B1B1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structural-wall table with concrete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186564878"/>
      </p:ext>
    </p:extLst>
  </p:cSld>
</p:sld>
</file>

<file path=ppt/slides/slide6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CB4ED7-2CEA-48D8-9682-0F742BE7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Structural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A88FC-A9E7-41D9-93CE-53D1137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E0DC1-4937-4645-BB0F-15217C2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A7622-2EFF-4176-BE33-CF85A3D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D0F88-CF66-49F0-BC15-4FEE0F8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12546147"/>
      </p:ext>
    </p:extLst>
  </p:cSld>
</p:sld>
</file>

<file path=ppt/slides/slide6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EE70CE-6A78-4BB6-B363-510BF74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Architectural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19338-7921-459D-92D9-E98B58D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masonry walls and review their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DB0E5-BC23-4E00-A822-0B776D8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D79C5-A842-411A-95B1-AC16B14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Distinguish architectural and structural walls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C6260-B2E7-44A8-9885-2492250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masonry-wall sidelines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9AEF5-FC6A-49E3-8AA1-B70E81C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openings and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E4771-5B03-4FBD-BC06-74F90B57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A06C7-A669-422C-A65C-562BA89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wall area</a:t>
            </a:r>
          </a:p>
        </p:txBody>
      </p:sp>
    </p:spTree>
    <p:extLst>
      <p:ext uri="{BB962C8B-B14F-4D97-AF65-F5344CB8AC3E}">
        <p14:creationId xmlns:p14="http://schemas.microsoft.com/office/powerpoint/2010/main" val="901521797"/>
      </p:ext>
    </p:extLst>
  </p:cSld>
</p:sld>
</file>

<file path=ppt/slides/slide6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B9709F-0308-4F7D-9650-A2E567D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Distinguish architectural and structural walls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e5d59d3f14cb8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934DD-B7BB-477E-B003-93ED1E2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Masonry walls are reported by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rather than concrete volume.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5C97D-6CB7-48A9-B214-CEDD76D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Brick, lightweight-panel, block, and glass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examples.</a:t>
            </a:r>
          </a:p>
        </p:txBody>
      </p:sp>
    </p:spTree>
    <p:extLst>
      <p:ext uri="{BB962C8B-B14F-4D97-AF65-F5344CB8AC3E}">
        <p14:creationId xmlns:p14="http://schemas.microsoft.com/office/powerpoint/2010/main" val="1434373801"/>
      </p:ext>
    </p:extLst>
  </p:cSld>
</p:sld>
</file>

<file path=ppt/slides/slide6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40C16B4-556D-4B2D-9E78-04389C8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masonry-wall sidelines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6c1f5c5c43cf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951A7-0B63-4317-A7EA-6D5F72D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appropriate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command and select lines by layer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392C4-9ABF-4247-9D8E-0C78528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masonry-wall plan with highlighted wall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lines.</a:t>
            </a:r>
          </a:p>
        </p:txBody>
      </p:sp>
    </p:spTree>
    <p:extLst>
      <p:ext uri="{BB962C8B-B14F-4D97-AF65-F5344CB8AC3E}">
        <p14:creationId xmlns:p14="http://schemas.microsoft.com/office/powerpoint/2010/main" val="729748375"/>
      </p:ext>
    </p:extLst>
  </p:cSld>
</p:sld>
</file>

<file path=ppt/slides/slide6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8B813F-8589-4581-BD20-F8496C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openings and labels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d3c28e2084dca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ECFEF-3421-4BD4-99A9-3CD8F55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Door/Window Sideline when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required, then capture wall names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with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72BD-355C-40CE-9ECB-F7DACCEF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Opening and masonry-wall identification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controls on a plan.</a:t>
            </a:r>
          </a:p>
        </p:txBody>
      </p:sp>
    </p:spTree>
    <p:extLst>
      <p:ext uri="{BB962C8B-B14F-4D97-AF65-F5344CB8AC3E}">
        <p14:creationId xmlns:p14="http://schemas.microsoft.com/office/powerpoint/2010/main" val="131292659"/>
      </p:ext>
    </p:extLst>
  </p:cSld>
</p:sld>
</file>

<file path=ppt/slides/slide6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7985BB-555C-48EE-889A-BDE406B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186e6b48f46d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9CC0E-2823-422D-B507-F8A33A6F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identification and inspect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41508-B250-4357-B63C-F873986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wall Attribute Editor and identified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result.</a:t>
            </a:r>
          </a:p>
        </p:txBody>
      </p:sp>
    </p:spTree>
    <p:extLst>
      <p:ext uri="{BB962C8B-B14F-4D97-AF65-F5344CB8AC3E}">
        <p14:creationId xmlns:p14="http://schemas.microsoft.com/office/powerpoint/2010/main" val="246885444"/>
      </p:ext>
    </p:extLst>
  </p:cSld>
</p:sld>
</file>

<file path=ppt/slides/slide6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CCFB7D-1870-4766-A852-6585B80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wall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cf6e0bbef4344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E105F-1A40-4B60-B65D-61F15B76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Area result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architectural-wall quantities.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F121-D004-43B8-88B4-8E73883D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architectural-wall table with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</p:spTree>
    <p:extLst>
      <p:ext uri="{BB962C8B-B14F-4D97-AF65-F5344CB8AC3E}">
        <p14:creationId xmlns:p14="http://schemas.microsoft.com/office/powerpoint/2010/main" val="1466096315"/>
      </p:ext>
    </p:extLst>
  </p:cSld>
</p:sld>
</file>

<file path=ppt/slides/slide6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82BE3-1F0C-4BB1-B0E8-829710B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Architectural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6573-F821-4BEB-B438-8342020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4398-41E3-4C68-A255-7A2E36A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DEEAC-4F71-4CF3-A65B-A38D83E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74C1-E215-4CCC-A5A5-6777C10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993276253"/>
      </p:ext>
    </p:extLst>
  </p:cSld>
</p:sld>
</file>

<file path=ppt/slides/slide6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4FC72E-035B-4E78-8DF3-113680E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Door and Window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0C70-4A90-44B8-B427-2AE9E44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opening types from a schedule and place them in the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4239-0E3C-4FD5-A6FB-295CB00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32DCB-0C94-41C0-829D-DA959CB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D976F-5965-417B-8299-8D3ED1A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Map schedule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F8D44-9E77-49C2-85A9-D6326B20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Generate opening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78121-EC71-4A0F-B27C-AA2EA42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Select labels and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1A821-599B-45C3-8796-92BA468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results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1125731012"/>
      </p:ext>
    </p:extLst>
  </p:cSld>
</p:sld>
</file>

<file path=ppt/slides/slide6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051AC5-06FC-4953-8CB8-7FDD816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70c95aaee43a6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1BEDF-8EAB-412B-82D1-E51003E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the complete required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CAD schedule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5DBC5-08D0-4618-9646-A389CDB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door and window schedule with its table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selected.</a:t>
            </a:r>
          </a:p>
        </p:txBody>
      </p:sp>
    </p:spTree>
    <p:extLst>
      <p:ext uri="{BB962C8B-B14F-4D97-AF65-F5344CB8AC3E}">
        <p14:creationId xmlns:p14="http://schemas.microsoft.com/office/powerpoint/2010/main" val="2058158237"/>
      </p:ext>
    </p:extLst>
  </p:cSld>
</p:sld>
</file>

<file path=ppt/slides/slide6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FB943D-193C-4E78-8EFE-75F1C703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schedule columns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644eda27e4ab0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163C-234D-44E0-A7D1-E8593B2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each table column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field before selecting 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DDCC6-E234-4BCF-8964-2D2E4F0F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door and window schedule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column-mapping dialog.</a:t>
            </a:r>
          </a:p>
        </p:txBody>
      </p:sp>
    </p:spTree>
    <p:extLst>
      <p:ext uri="{BB962C8B-B14F-4D97-AF65-F5344CB8AC3E}">
        <p14:creationId xmlns:p14="http://schemas.microsoft.com/office/powerpoint/2010/main" val="352403801"/>
      </p:ext>
    </p:extLst>
  </p:cSld>
</p:sld>
</file>

<file path=ppt/slides/slide6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65F49-7F8D-4443-A464-9E69B86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Generate opening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77e70861a44a4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DC519-E456-405D-9D9A-3E3938C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door and window types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appear in the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B9B7-D821-4609-9DCB-9F5D24BB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door and window schedule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column-mapping dialog.</a:t>
            </a:r>
          </a:p>
        </p:txBody>
      </p:sp>
    </p:spTree>
    <p:extLst>
      <p:ext uri="{BB962C8B-B14F-4D97-AF65-F5344CB8AC3E}">
        <p14:creationId xmlns:p14="http://schemas.microsoft.com/office/powerpoint/2010/main" val="1890273085"/>
      </p:ext>
    </p:extLst>
  </p:cSld>
</p:sld>
</file>

<file path=ppt/slides/slide6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CF38FD-4DD6-4274-AC23-786B18F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labels and 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0bb713fd04d2e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DC6E-9FD0-4BE9-9FD6-B2A09D2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Door/Window Label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colour, then generate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AF21-9DB4-4961-8098-7E712F3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Element List with identified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types.</a:t>
            </a:r>
          </a:p>
        </p:txBody>
      </p:sp>
    </p:spTree>
    <p:extLst>
      <p:ext uri="{BB962C8B-B14F-4D97-AF65-F5344CB8AC3E}">
        <p14:creationId xmlns:p14="http://schemas.microsoft.com/office/powerpoint/2010/main" val="2109092143"/>
      </p:ext>
    </p:extLst>
  </p:cSld>
</p:sld>
</file>

<file path=ppt/slides/slide6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765A2A-C22C-4019-89F7-4B1DFC99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results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a315b009c4e2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C58D3-54FA-4069-8F88-0A2364F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Area of Opening and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documented edge-length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2B54B-372C-493A-BBEA-01818AC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opening plan with selected labels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 Identify results.</a:t>
            </a:r>
          </a:p>
        </p:txBody>
      </p:sp>
    </p:spTree>
    <p:extLst>
      <p:ext uri="{BB962C8B-B14F-4D97-AF65-F5344CB8AC3E}">
        <p14:creationId xmlns:p14="http://schemas.microsoft.com/office/powerpoint/2010/main" val="2010719732"/>
      </p:ext>
    </p:extLst>
  </p:cSld>
</p:sld>
</file>

<file path=ppt/slides/slide6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A6ED385-9125-4094-B8E6-5B0FEAA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Door and Window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0E9F1-DAE0-49CC-916E-D26EA53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2C919-2F1E-4133-BA75-79BE720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1FBE-BE37-4639-993C-B63FAC0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C06A6-BB7B-42C1-9897-AC6F5A6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54737238"/>
      </p:ext>
    </p:extLst>
  </p:cSld>
</p:sld>
</file>

<file path=ppt/slides/slide6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19772E-8544-497C-B0F8-B9282928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and Regenerate Finishes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D5487-7A95-4C17-9502-0EFCE2A3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a finish schedule, apply finishes and regenerate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A90A4-875D-4A6C-ADEC-FCE2E690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CBC7-DD32-427B-90E8-3C47B8F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Import the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B4177-6E8B-44A5-AAAE-93ABB04E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Assign material textures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D1AD6-419B-4C87-BB95-D307953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Apply finishes with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F43B5-A8DB-455C-AFBD-1C793BE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Use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C240F-018B-4D68-B011-49F7AEF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finish model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1116219943"/>
      </p:ext>
    </p:extLst>
  </p:cSld>
</p:sld>
</file>

<file path=ppt/slides/slide6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FC0F7B-BE56-40A3-A16B-4292BD4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a954da9bc4161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9655F-1062-4FE5-B126-FC3172D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Draw &gt; Finish Schedule, select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Excel file, map columns, then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26CA3-A9FF-4E71-B7F1-30937B40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Excel Finish Schedule and its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finish-attribute mapping table.</a:t>
            </a:r>
          </a:p>
        </p:txBody>
      </p:sp>
    </p:spTree>
    <p:extLst>
      <p:ext uri="{BB962C8B-B14F-4D97-AF65-F5344CB8AC3E}">
        <p14:creationId xmlns:p14="http://schemas.microsoft.com/office/powerpoint/2010/main" val="1827413278"/>
      </p:ext>
    </p:extLst>
  </p:cSld>
</p:sld>
</file>

<file path=ppt/slides/slide6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A32415-14DC-4AD9-BE76-EFCE7A69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Assign material textures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0aa5b11c84fdb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DB28D-6891-47F9-A228-E3E70E3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floor or wall finishes and attach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required textures.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27415-F3D3-4BB9-ACD9-C4E457E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finish Attribute Editor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material-texture options.</a:t>
            </a:r>
          </a:p>
        </p:txBody>
      </p:sp>
    </p:spTree>
    <p:extLst>
      <p:ext uri="{BB962C8B-B14F-4D97-AF65-F5344CB8AC3E}">
        <p14:creationId xmlns:p14="http://schemas.microsoft.com/office/powerpoint/2010/main" val="897910327"/>
      </p:ext>
    </p:extLst>
  </p:cSld>
</p:sld>
</file>

<file path=ppt/slides/slide6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463CE-D33E-49CB-8867-130AE17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finishes with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4029accd4543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1F5D-BF8C-4D2E-9A63-4090E31D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room on the architectural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 to apply materials to the 3D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AA9F0-8061-4259-9172-FD12746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room plan for applying finishes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Point.</a:t>
            </a:r>
          </a:p>
        </p:txBody>
      </p:sp>
    </p:spTree>
    <p:extLst>
      <p:ext uri="{BB962C8B-B14F-4D97-AF65-F5344CB8AC3E}">
        <p14:creationId xmlns:p14="http://schemas.microsoft.com/office/powerpoint/2010/main" val="574107126"/>
      </p:ext>
    </p:extLst>
  </p:cSld>
</p:sld>
</file>

<file path=ppt/slides/slide6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AFF8A3-781D-494A-9CB4-0B8F0B9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8d421ed074532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8649-2B99-4124-8EEF-B7050F1C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Refresh finish entities after room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finishes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4D4AD-78DF-47F8-A5EF-03CBE94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3D model with floor and wall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materials.</a:t>
            </a:r>
          </a:p>
        </p:txBody>
      </p:sp>
    </p:spTree>
    <p:extLst>
      <p:ext uri="{BB962C8B-B14F-4D97-AF65-F5344CB8AC3E}">
        <p14:creationId xmlns:p14="http://schemas.microsoft.com/office/powerpoint/2010/main" val="199187512"/>
      </p:ext>
    </p:extLst>
  </p:cSld>
</p:sld>
</file>

<file path=ppt/slides/slide6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90989A-34B7-48CB-A8B6-CB51937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finish model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befea29d648dc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56477-702F-436D-81DB-B8A5885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effects of columns,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exposed beams, room boundaries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openings on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72249-DEC2-4F7A-B946-8C22DBF8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and the updated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</p:spTree>
    <p:extLst>
      <p:ext uri="{BB962C8B-B14F-4D97-AF65-F5344CB8AC3E}">
        <p14:creationId xmlns:p14="http://schemas.microsoft.com/office/powerpoint/2010/main" val="896452408"/>
      </p:ext>
    </p:extLst>
  </p:cSld>
</p:sld>
</file>

<file path=ppt/slides/slide6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14AF79-82F5-4B00-A302-02C27E1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and Regenerate Finishes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4140D-89A3-4789-A9C2-E03AA6FC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E7F4C-2D5F-4FFB-A98A-6BE3D7B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A7C0C-6C84-4E37-B9E0-6BEB0B7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A4087-73E5-40F0-B0D8-7A819D5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2047244168"/>
      </p:ext>
    </p:extLst>
  </p:cSld>
</p:sld>
</file>

<file path=ppt/slides/slide6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DC2FA4-E312-4604-BBDB-871BADD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and Verify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8FA6-7750-4E6E-A3BB-7A43489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the intended scope and validate deductions visually.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E1558-39D9-4EDE-B6CC-C00E4CA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3F4FA-BE2C-4E26-8A02-8694660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Calculate or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CDAED-E3A8-42F7-8E92-6D6B7B1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floors or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7496F-8C96-4F97-816D-E96B456A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the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715D8-7697-4D06-B433-DED4354D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Open View Expression on the 3D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868EF-3524-4B7A-8121-F8F4E52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with 3D Deduction</a:t>
            </a:r>
          </a:p>
        </p:txBody>
      </p:sp>
    </p:spTree>
    <p:extLst>
      <p:ext uri="{BB962C8B-B14F-4D97-AF65-F5344CB8AC3E}">
        <p14:creationId xmlns:p14="http://schemas.microsoft.com/office/powerpoint/2010/main" val="347581918"/>
      </p:ext>
    </p:extLst>
  </p:cSld>
</p:sld>
</file>

<file path=ppt/slides/slide6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11AF775-8A65-4517-8D03-54FEEA9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Calculate or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74f658f442b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2FFB1-D31D-4001-A408-C75D783C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Calculate for a floor scope 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selected-entity option for a focused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1DB81-EEDE-4079-BA42-76BAE2B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953977537"/>
      </p:ext>
    </p:extLst>
  </p:cSld>
</p:sld>
</file>

<file path=ppt/slides/slide6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BBD36A-63E2-4A22-9B6D-9CD635D0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floors or entities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0dda5220c4305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94210-5021-4F2B-88E0-9ED756C5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scope includes every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change requiring an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A8FFD-7635-47BF-B692-63637BF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605925257"/>
      </p:ext>
    </p:extLst>
  </p:cSld>
</p:sld>
</file>

<file path=ppt/slides/slide6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7722760-A697-4324-94FB-41AFEF6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calculation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ed1764fb41a4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8F78-A00C-4775-A434-6B4779E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Wait for results to finish updating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58920-ADCF-4A5D-AFE8-2E496C5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34775204"/>
      </p:ext>
    </p:extLst>
  </p:cSld>
</p:sld>
</file>

<file path=ppt/slides/slide6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45067B-D885-4405-BB11-0E3D8E03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Expression on the 3D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56201dc55430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D83B-2520-4353-82E7-4FAF6B3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relevant model entity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current expression.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43E6B-F0CA-425B-A76F-798C19F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825257364"/>
      </p:ext>
    </p:extLst>
  </p:cSld>
</p:sld>
</file>

<file path=ppt/slides/slide6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194E2E-54F9-4216-AC27-3378E90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with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34b653aa64017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F67E6-9786-4C1F-AE04-44B606E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physical deduction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agrees with the expression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45787-1C9A-4C35-8DE3-5053F4EF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372254077"/>
      </p:ext>
    </p:extLst>
  </p:cSld>
</p:sld>
</file>

<file path=ppt/slides/slide6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EF232-CDFB-4EE4-8455-8640102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and Verify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95FF0-D1C2-4A2C-8996-9BBE6237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56FBA-EFCD-4D3D-AF63-328DE52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07E2-7498-454A-9B55-877C4D5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AE574-3B28-43E4-B766-9D57D19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62075863"/>
      </p:ext>
    </p:extLst>
  </p:cSld>
</p:sld>
</file>

<file path=ppt/slides/slide6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823895-769A-4E1E-944F-71675A71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and Configure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DC7A-DAD1-4CA1-9DF0-8E67131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quantities and create a verifiable report hierarchy.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A98A5-17EF-46AA-9A6F-EF73CC8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AD2DE-75AD-48CC-BE64-E14A31BB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D5CB0-95E8-42B1-B34F-09CE39EF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5FAF7-100A-440D-ADDA-8AC1AE2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the required attributes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B6F9F-F9B1-4352-8B38-A4E5B36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Arrange the attribute 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FA591-E444-42AA-83F6-F5411C0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and verify the report</a:t>
            </a:r>
          </a:p>
        </p:txBody>
      </p:sp>
    </p:spTree>
    <p:extLst>
      <p:ext uri="{BB962C8B-B14F-4D97-AF65-F5344CB8AC3E}">
        <p14:creationId xmlns:p14="http://schemas.microsoft.com/office/powerpoint/2010/main" val="806314593"/>
      </p:ext>
    </p:extLst>
  </p:cSld>
</p:sld>
</file>

<file path=ppt/slides/slide6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7C5CBF-A273-440E-BA35-899CF11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f20d63d64ec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D31C-D8F8-4E87-AAC6-06ED8C6F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categories, quantities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units in the calculated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903EC-9CE4-4D83-8064-7D2E9E4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755307026"/>
      </p:ext>
    </p:extLst>
  </p:cSld>
</p:sld>
</file>

<file path=ppt/slides/slide6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D1BE2C-C4D0-4478-9CDF-2C8E40D7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f135996094237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CDB9-BBA7-4D1F-A46A-2531F011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this setting to define TAS report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attributes and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36E7D-F8E4-450E-BE7D-11BA8F7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522401795"/>
      </p:ext>
    </p:extLst>
  </p:cSld>
</p:sld>
</file>

<file path=ppt/slides/slide6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6AA51-8700-4537-B9F7-3DC4BA6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required attributes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7ac568da0483e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E605-48AC-4D56-81E8-B9EA3BA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Include only the fields needed by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report recipient.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68599-E4CF-411E-9195-AAF1034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043848471"/>
      </p:ext>
    </p:extLst>
  </p:cSld>
</p:sld>
</file>

<file path=ppt/slides/slide6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3353-2865-46A4-A767-EAB562D2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the attribute hierarchy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be5c4d65b46cb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A4B00-5AC7-4EE6-8F05-EB861C73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Move attributes up or down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control grouping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01030-0625-4ECA-9E3C-2428AA59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764378906"/>
      </p:ext>
    </p:extLst>
  </p:cSld>
</p:sld>
</file>

<file path=ppt/slides/slide6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FE6D06-3847-4F75-B86C-B09BBE6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and verify the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05384f0df49df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7FFBF-F02A-4B05-B56B-0B19B08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totals, units and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before issuing the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E3CDF-EB7B-4227-8233-BE285E6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3D model and final quantity-check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results.</a:t>
            </a:r>
          </a:p>
        </p:txBody>
      </p:sp>
    </p:spTree>
    <p:extLst>
      <p:ext uri="{BB962C8B-B14F-4D97-AF65-F5344CB8AC3E}">
        <p14:creationId xmlns:p14="http://schemas.microsoft.com/office/powerpoint/2010/main" val="1343573261"/>
      </p:ext>
    </p:extLst>
  </p:cSld>
</p:sld>
</file>

<file path=ppt/slides/slide6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FDD9EB-FE81-4864-9B9A-03CC984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and Configure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D4920-AC51-4A2C-80B0-68C0D24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40A9A-69DD-41ED-BECC-12525C0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A1F24-81D9-442F-A1ED-FCD4617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F0B7-7C9B-4F1D-9FE7-D4033252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395739229"/>
      </p:ext>
    </p:extLst>
  </p:cSld>
</p:sld>
</file>

<file path=ppt/slides/slide7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710DD6-5671-4183-AFBF-B716AC9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TRB Technical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DB5A6-192C-4116-AD45-D0D1171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Learn the rebar workflow from project preparation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reinforcement settings through quantity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and reporting.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e24cf9a204f86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9570"/>
      </p:ext>
    </p:extLst>
  </p:cSld>
</p:sld>
</file>

<file path=ppt/slides/slide7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35E1D7-43FE-4B7F-A8E6-C0C2753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B0F18-816C-4C28-923E-AD62682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Learn the rebar workflow from project preparation and reinforcement settings through quantity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and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CEC6B-40B2-46A8-8F79-F2FE17A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TRB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19810-7F98-4BF5-A5B0-D869F55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TAS model and prepare TRB working drawings.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96AD2-0561-44EB-90A3-F4F420C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structural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8CFBC-DDF5-4569-8832-E055CE5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for pile caps, columns, beams, slabs and walls.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6DC99-D72E-4307-A4EC-89FB01B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reinforcement results</a:t>
            </a:r>
          </a:p>
        </p:txBody>
      </p:sp>
    </p:spTree>
    <p:extLst>
      <p:ext uri="{BB962C8B-B14F-4D97-AF65-F5344CB8AC3E}">
        <p14:creationId xmlns:p14="http://schemas.microsoft.com/office/powerpoint/2010/main" val="836607700"/>
      </p:ext>
    </p:extLst>
  </p:cSld>
</p:sld>
</file>

<file path=ppt/slides/slide7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96A662-BD56-4714-9AFC-6C8C271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3A90F-8DC5-4E32-BFFD-9D9FF68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Verify rebar, review quantities and create reports.</a:t>
            </a:r>
          </a:p>
        </p:txBody>
      </p:sp>
    </p:spTree>
    <p:extLst>
      <p:ext uri="{BB962C8B-B14F-4D97-AF65-F5344CB8AC3E}">
        <p14:creationId xmlns:p14="http://schemas.microsoft.com/office/powerpoint/2010/main" val="700642599"/>
      </p:ext>
    </p:extLst>
  </p:cSld>
</p:sld>
</file>

<file path=ppt/slides/slide7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264AF3-C94E-465A-9BAF-60D481BF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and Export a TAS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A7327-5877-41E1-AEB8-7F25A04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TAS transfer file that matches the model scope to be developed in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1C12E-14EF-4EE2-9B80-EB0BB4A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5DCE7-59C9-4083-BCA1-A984136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Define the transfer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243AE-3359-42D5-9D57-43C22AC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DDCE7-8A3B-4BBB-A119-687D220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Use Export Model by Entity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E7B5B-25F6-42A5-9874-22939FA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Save the model file</a:t>
            </a:r>
          </a:p>
        </p:txBody>
      </p:sp>
    </p:spTree>
    <p:extLst>
      <p:ext uri="{BB962C8B-B14F-4D97-AF65-F5344CB8AC3E}">
        <p14:creationId xmlns:p14="http://schemas.microsoft.com/office/powerpoint/2010/main" val="1868442330"/>
      </p:ext>
    </p:extLst>
  </p:cSld>
</p:sld>
</file>

<file path=ppt/slides/slide7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1C7CAF1-44DC-46EB-8C2E-2A883CE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transfer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eb1702782459d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52A9-628A-4550-933F-C8D0C10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TAS-to-TRB workflow after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checking the source model, then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decide whether whole floors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 entities require an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6DE8-5C26-4F40-B36B-0941801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TAS model-export menu for transfer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859241453"/>
      </p:ext>
    </p:extLst>
  </p:cSld>
</p:sld>
</file>

<file path=ppt/slides/slide7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EA3E69-D3C6-4E7A-BFAF-7E35F8D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e48aaa0384255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D64D1-0AC8-4F56-96AA-66DF49D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floor-based export when 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elements on the selected floors need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be transferred to the TRB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CC18-19AE-40E6-9CDC-282C42D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Model dialog with element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selections.</a:t>
            </a:r>
          </a:p>
        </p:txBody>
      </p:sp>
    </p:spTree>
    <p:extLst>
      <p:ext uri="{BB962C8B-B14F-4D97-AF65-F5344CB8AC3E}">
        <p14:creationId xmlns:p14="http://schemas.microsoft.com/office/powerpoint/2010/main" val="63745727"/>
      </p:ext>
    </p:extLst>
  </p:cSld>
</p:sld>
</file>

<file path=ppt/slides/slide7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A3A309-9347-4664-B1AB-24994F2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Export Model by Entity when needed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924c97d24dd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84D19-8BE7-4DAD-8CA5-E407E54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Entity-based export is suited to partial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updates where the transfer scope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must remain limited.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29EBA-8DB4-4E9C-A4AB-76D9892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Model dialog with element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selections.</a:t>
            </a:r>
          </a:p>
        </p:txBody>
      </p:sp>
    </p:spTree>
    <p:extLst>
      <p:ext uri="{BB962C8B-B14F-4D97-AF65-F5344CB8AC3E}">
        <p14:creationId xmlns:p14="http://schemas.microsoft.com/office/powerpoint/2010/main" val="775713341"/>
      </p:ext>
    </p:extLst>
  </p:cSld>
</p:sld>
</file>

<file path=ppt/slides/slide7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1C6E4-9085-4AAB-8540-257C3274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Save the model file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a1f5b121e4e55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84A5-3485-4DD8-8FEC-EFEDE321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filename and location that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the project, scope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revision before importing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407FC-8663-40C0-8DAC-36A8AC4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status and resulting model file.</a:t>
            </a:r>
          </a:p>
        </p:txBody>
      </p:sp>
    </p:spTree>
    <p:extLst>
      <p:ext uri="{BB962C8B-B14F-4D97-AF65-F5344CB8AC3E}">
        <p14:creationId xmlns:p14="http://schemas.microsoft.com/office/powerpoint/2010/main" val="1123563229"/>
      </p:ext>
    </p:extLst>
  </p:cSld>
</p:sld>
</file>

<file path=ppt/slides/slide7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A8F3D2-C069-4E37-8DF9-6011953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and Export a TAS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BC3C5-2F7B-43ED-A7D8-3DDEACB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24D09-55C1-4E00-98AD-39EDC58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DB76-6632-4F18-8B3A-D7AD766E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AEFD-EF1D-4920-96C6-2C60A73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905892786"/>
      </p:ext>
    </p:extLst>
  </p:cSld>
</p:sld>
</file>

<file path=ppt/slides/slide7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1F0277-46F8-41CF-A1A6-2E102F90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 TAS Model into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FB899-4D57-445C-8742-0B1DF24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Bring the TAS transfer file into the correct destination TRB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00A76-26BE-43D3-A2DB-14F81FBE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03256-6C8C-41A8-88E4-D0C9BFE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the destination TRB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C34BF-89E6-4269-89B0-431F7FE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C67C1-7C36-4D92-AF1A-E0865C9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the exported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A7B67-3659-4057-B0F4-3BA3A1C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Confirm the import</a:t>
            </a:r>
          </a:p>
        </p:txBody>
      </p:sp>
    </p:spTree>
    <p:extLst>
      <p:ext uri="{BB962C8B-B14F-4D97-AF65-F5344CB8AC3E}">
        <p14:creationId xmlns:p14="http://schemas.microsoft.com/office/powerpoint/2010/main" val="534201950"/>
      </p:ext>
    </p:extLst>
  </p:cSld>
</p:sld>
</file>

<file path=ppt/slides/slide7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EE7DA9-51B1-45EF-A13D-A99379E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destination TRB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20b80a22421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C47B-365F-4F3D-B126-CF1FDA0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new project or open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project before bringing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A698C-774C-424A-9044-6BA31FA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1045454540"/>
      </p:ext>
    </p:extLst>
  </p:cSld>
</p:sld>
</file>

<file path=ppt/slides/slide7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3C3F3B-6AE6-4DB8-B19C-6885B3D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3ecfa44fa49e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6C2B8-30DF-421A-A05F-6744F354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Import Model in the BIM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to begin the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29C4-15AD-4FCF-8D64-92BD3F56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724932629"/>
      </p:ext>
    </p:extLst>
  </p:cSld>
</p:sld>
</file>

<file path=ppt/slides/slide7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F01D64-DF37-4642-B1FA-53A1AD11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exported file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ae1e96c4844d6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48495-52AF-4635-BA4A-2B6304C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file previously saved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and verify its name and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31896-87EF-4272-9348-A5386293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1073011796"/>
      </p:ext>
    </p:extLst>
  </p:cSld>
</p:sld>
</file>

<file path=ppt/slides/slide7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33E192-3B53-47F0-AC81-7917EE8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the import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ff93ab21c446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65F80-5E24-4FE7-B644-54EA517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Continue only after confirming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destination project and source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8AE7-0966-4146-8971-BC87F2A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436805149"/>
      </p:ext>
    </p:extLst>
  </p:cSld>
</p:sld>
</file>

<file path=ppt/slides/slide7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CF1BBA4-8866-4BDB-B5B0-D8729CE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 TAS Model into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60AD0-0698-403E-88EF-BC7E621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A331-69DB-4D49-8E19-A775843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7FC50-FE00-4925-B76A-F2457C7C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92E1E-2EE6-41E4-A80F-1B0C92F7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73105219"/>
      </p:ext>
    </p:extLst>
  </p:cSld>
</p:sld>
</file>

<file path=ppt/slides/slide7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EEA054-D569-44F4-8A36-751B3F5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Match the Import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6A44F-2D7A-4F6C-A7DC-921BDD18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Align zones, floors and elements before creating the TAS model in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DB416-4F91-4925-8F6F-D0AA406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7801-3A57-48EA-A2A3-F403A42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Review zone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F0C37-338C-4816-9F9B-701E8AE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the floor-height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1366A-849F-4BB2-9B92-DF8AF3F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floors and elements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6E32E-CE0B-4F99-B22E-A3BBC66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Continue with Next Step</a:t>
            </a:r>
          </a:p>
        </p:txBody>
      </p:sp>
    </p:spTree>
    <p:extLst>
      <p:ext uri="{BB962C8B-B14F-4D97-AF65-F5344CB8AC3E}">
        <p14:creationId xmlns:p14="http://schemas.microsoft.com/office/powerpoint/2010/main" val="1847059423"/>
      </p:ext>
    </p:extLst>
  </p:cSld>
</p:sld>
</file>

<file path=ppt/slides/slide7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408A21-6718-4278-93ED-11370FE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zone handling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db3e0e1344986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03C9D-6A56-4893-98FB-C105B6F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how zones from the source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will be handled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destination TRB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D917C-D173-47D5-9C2C-2BA65CEB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 dialog with its floor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mapping.</a:t>
            </a:r>
          </a:p>
        </p:txBody>
      </p:sp>
    </p:spTree>
    <p:extLst>
      <p:ext uri="{BB962C8B-B14F-4D97-AF65-F5344CB8AC3E}">
        <p14:creationId xmlns:p14="http://schemas.microsoft.com/office/powerpoint/2010/main" val="1800450049"/>
      </p:ext>
    </p:extLst>
  </p:cSld>
</p:sld>
</file>

<file path=ppt/slides/slide7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F85534-0F68-4C77-9937-68F9429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floor-height source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fae9c71c40d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C173-81B9-45D4-A5C9-A96DAA1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Enable Use floor height in TAS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only when the source floor heights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should be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6F329-3CFC-418B-B89F-0311F22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 dialog with its floor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mapping.</a:t>
            </a:r>
          </a:p>
        </p:txBody>
      </p:sp>
    </p:spTree>
    <p:extLst>
      <p:ext uri="{BB962C8B-B14F-4D97-AF65-F5344CB8AC3E}">
        <p14:creationId xmlns:p14="http://schemas.microsoft.com/office/powerpoint/2010/main" val="1415185825"/>
      </p:ext>
    </p:extLst>
  </p:cSld>
</p:sld>
</file>

<file path=ppt/slides/slide7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AD9A8-9B43-4B3F-8731-2D5005F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floors and elements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15ac9f1d4f72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2267-FBB2-468A-B906-5EEBE683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Limit the selection to the floors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types included in the transfer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8D3F1-146E-4354-8376-51148F3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import-settings summary before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loading the model.</a:t>
            </a:r>
          </a:p>
        </p:txBody>
      </p:sp>
    </p:spTree>
    <p:extLst>
      <p:ext uri="{BB962C8B-B14F-4D97-AF65-F5344CB8AC3E}">
        <p14:creationId xmlns:p14="http://schemas.microsoft.com/office/powerpoint/2010/main" val="1204079601"/>
      </p:ext>
    </p:extLst>
  </p:cSld>
</p:sld>
</file>

<file path=ppt/slides/slide7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77506B-6838-4EE1-8AFB-683D0D2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Continue with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f4ec41eb424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E2571-3672-4B06-8CBA-77158D98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mapping before moving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next confirmation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36C5F-5DAF-47E3-89BB-1FA0FB3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import-settings summary before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loading the model.</a:t>
            </a:r>
          </a:p>
        </p:txBody>
      </p:sp>
    </p:spTree>
    <p:extLst>
      <p:ext uri="{BB962C8B-B14F-4D97-AF65-F5344CB8AC3E}">
        <p14:creationId xmlns:p14="http://schemas.microsoft.com/office/powerpoint/2010/main" val="1352329349"/>
      </p:ext>
    </p:extLst>
  </p:cSld>
</p:sld>
</file>

<file path=ppt/slides/slide7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35A85-822A-42AD-BF64-C532BF2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Match the Import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7B760-1783-4E0E-A785-D58A9B5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6552-D8E4-440D-AAD5-89F6392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3F817-E194-41D2-BB3F-AF563C7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3AD6B-D6A8-4C26-8032-0A4C8BC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48187199"/>
      </p:ext>
    </p:extLst>
  </p:cSld>
</p:sld>
</file>

<file path=ppt/slides/slide7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89E11-EB9D-4ACC-AC4E-7BCA0DE3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Model and Prepare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0F5F-2FB1-4A03-BE24-8ADEDD2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model displays correctly and drawings are ready for identification.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05ED-C4FA-4749-9410-3D38D1CA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73833-5E65-4834-8FAB-91B9847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Control entity display with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7CD12-57BE-442F-ADC9-F72899C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Check the transferred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2CDC-1729-4B33-8B0C-028708F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Add the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E6D3-E9EA-4FAD-9DDC-2BD4691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Split and relocate the drawing</a:t>
            </a:r>
          </a:p>
        </p:txBody>
      </p:sp>
    </p:spTree>
    <p:extLst>
      <p:ext uri="{BB962C8B-B14F-4D97-AF65-F5344CB8AC3E}">
        <p14:creationId xmlns:p14="http://schemas.microsoft.com/office/powerpoint/2010/main" val="1916600660"/>
      </p:ext>
    </p:extLst>
  </p:cSld>
</p:sld>
</file>

<file path=ppt/slides/slide7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A2EC9F-DD1B-4ECF-9770-349B2CF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Control entity display with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77659d694462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22803-3385-480A-9209-D122381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display controls to show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 required for the current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52E2-3DA0-4E21-B766-80C74FE8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building model and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487201231"/>
      </p:ext>
    </p:extLst>
  </p:cSld>
</p:sld>
</file>

<file path=ppt/slides/slide7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B2D13C-2216-4239-B4BD-107DDA2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transferred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0f9405d9c4645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4B576-FC69-400E-9719-2CF62B2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the required entities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their floors and main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geometry.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81F9C-81B0-484D-890A-30363941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building model and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216837575"/>
      </p:ext>
    </p:extLst>
  </p:cSld>
</p:sld>
</file>

<file path=ppt/slides/slide7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70CD6D-EB77-4DA8-9AD0-EB25C95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Add the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7400d06a148ad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71F8A-DB95-42AA-B823-AF9A176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the building plan, then use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to add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1FD99-EF1E-4BBA-8E77-6B2DFF6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with a structural drawing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891779145"/>
      </p:ext>
    </p:extLst>
  </p:cSld>
</p:sld>
</file>

<file path=ppt/slides/slide8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C06FAA-BF15-4CD6-9304-E0753581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Split and relocate the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effa6801c4cec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737AF-80B0-4EA6-872E-AD8D7ED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Arrange drawing portions on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floors before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modelling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622A4-585F-44FB-BE46-1FDF594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with a structural drawing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1707620791"/>
      </p:ext>
    </p:extLst>
  </p:cSld>
</p:sld>
</file>

<file path=ppt/slides/slide8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DAD823-3817-403D-9B4A-44C9569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Model and Prepare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3A6ED-A112-4498-9635-C97EEF7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4064-E9B0-4682-9CAD-FADBE0C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2FD27-694A-49EF-ACF9-68EF5AA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094B2-C329-424D-AE12-77F1579F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28732951"/>
      </p:ext>
    </p:extLst>
  </p:cSld>
</p:sld>
</file>

<file path=ppt/slides/slide8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09ABB3-9FC6-4AE2-A0C9-FE36F65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Pile Cap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1C6D-0C8E-4C30-8760-8A2ACD7C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Assign pile-cap reinforcement data to the correct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0F22C-FB9A-460E-AF81-15EA7BD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A78A-97AB-4760-899E-8E01386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DD109-001B-4AD6-9226-4A40544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the reinforcement settings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6A2AB-5FED-4A00-8B45-9B55693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the reinforcement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B57CC-D30E-4DAC-925D-F0314A7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the result</a:t>
            </a:r>
          </a:p>
        </p:txBody>
      </p:sp>
    </p:spTree>
    <p:extLst>
      <p:ext uri="{BB962C8B-B14F-4D97-AF65-F5344CB8AC3E}">
        <p14:creationId xmlns:p14="http://schemas.microsoft.com/office/powerpoint/2010/main" val="1644041136"/>
      </p:ext>
    </p:extLst>
  </p:cSld>
</p:sld>
</file>

<file path=ppt/slides/slide8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9B3512-8F2F-4A91-B717-3CA49D5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effc4662f4b38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24869-BFB1-4BFD-9C7A-FE9C566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active element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match the reinforcement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being applied.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3F6DF-7230-4AB8-96E9-7DD56C2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mode.</a:t>
            </a:r>
          </a:p>
        </p:txBody>
      </p:sp>
    </p:spTree>
    <p:extLst>
      <p:ext uri="{BB962C8B-B14F-4D97-AF65-F5344CB8AC3E}">
        <p14:creationId xmlns:p14="http://schemas.microsoft.com/office/powerpoint/2010/main" val="1349997222"/>
      </p:ext>
    </p:extLst>
  </p:cSld>
</p:sld>
</file>

<file path=ppt/slides/slide8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07931-4DC4-46D8-9E96-A507DB8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reinforcement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0ad8788fb431b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E73E-BEAE-4507-B8CB-56CADDD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the pile-cap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settings and use data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approved structural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293F6-1413-46CE-A834-37F10EC7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425551562"/>
      </p:ext>
    </p:extLst>
  </p:cSld>
</p:sld>
</file>

<file path=ppt/slides/slide8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363F8E-93F2-4E39-9909-3A803CF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the reinforcement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e6e5536764fa4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F3A3-524C-45E4-9973-4262F54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the parameters shown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without assuming unavailable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33221-6C35-40AE-8963-CCA4504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511159996"/>
      </p:ext>
    </p:extLst>
  </p:cSld>
</p:sld>
</file>

<file path=ppt/slides/slide8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7723B8-2B23-467C-A09B-41193F5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c3bcfce4f48aa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12BDB-04CB-4B8C-BA8C-9ADF34E3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resulting arrangement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against the 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FAB6D-BD8C-4D12-B72C-B69F331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196962962"/>
      </p:ext>
    </p:extLst>
  </p:cSld>
</p:sld>
</file>

<file path=ppt/slides/slide8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9E98B4-3CF5-48B7-A1D3-2E6A87F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Pile Cap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AB9FA-0A19-4F1F-8A6D-D1F0FA9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2ACB7-82DC-4AC7-A317-DA12F307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469D3-C516-4ED1-B923-1A982FF3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AE639-5E78-42CD-84CD-848DE5F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24704166"/>
      </p:ext>
    </p:extLst>
  </p:cSld>
</p:sld>
</file>

<file path=ppt/slides/slide8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B053D6-E468-4FDB-B7EE-E296D03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Data and Create an Irregular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C11E-A3C9-4281-A066-55B40C68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Validate pile-cap data and handle irregular shapes according to the source geometry.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4230-1EE0-43CD-AB4A-FF50D8A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B9483-BD73-45C5-B08D-75C35194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Run the data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C7C51-0063-4BBA-9F3F-5827691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Review the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FF67A-BDC8-42C3-883A-34F931B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Create the irregular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6EE1D-3E66-464B-8951-8BB1936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shape and reinforcement data</a:t>
            </a:r>
          </a:p>
        </p:txBody>
      </p:sp>
    </p:spTree>
    <p:extLst>
      <p:ext uri="{BB962C8B-B14F-4D97-AF65-F5344CB8AC3E}">
        <p14:creationId xmlns:p14="http://schemas.microsoft.com/office/powerpoint/2010/main" val="400259388"/>
      </p:ext>
    </p:extLst>
  </p:cSld>
</p:sld>
</file>

<file path=ppt/slides/slide8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56FA4F8-0F83-4E33-BA9A-66805F1A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data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fc9c0ee4042fe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A0577-FF46-45A3-B52C-92DABC9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documented check to find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incomplete or inconsistent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4C02-8B05-431B-8915-AC59E02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data and the reinforcement view.</a:t>
            </a:r>
          </a:p>
        </p:txBody>
      </p:sp>
    </p:spTree>
    <p:extLst>
      <p:ext uri="{BB962C8B-B14F-4D97-AF65-F5344CB8AC3E}">
        <p14:creationId xmlns:p14="http://schemas.microsoft.com/office/powerpoint/2010/main" val="429683329"/>
      </p:ext>
    </p:extLst>
  </p:cSld>
</p:sld>
</file>

<file path=ppt/slides/slide8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937289-A4A0-4D0F-85E4-8E2D105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findings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7322202d041c5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B0573-7428-468C-9B3E-5CD9D00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Relate each finding to the relevant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structural detail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844D-6211-44FF-BAF6-1358EFB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data and the reinforcement view.</a:t>
            </a:r>
          </a:p>
        </p:txBody>
      </p:sp>
    </p:spTree>
    <p:extLst>
      <p:ext uri="{BB962C8B-B14F-4D97-AF65-F5344CB8AC3E}">
        <p14:creationId xmlns:p14="http://schemas.microsoft.com/office/powerpoint/2010/main" val="1168673431"/>
      </p:ext>
    </p:extLst>
  </p:cSld>
</p:sld>
</file>

<file path=ppt/slides/slide8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CC6B67E-585A-43D5-A281-F00775B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the irregular boundary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4bd8caf24124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178A6-5A83-49FA-926A-E08AB4D5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pile-cap geometry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when a standard shape does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not represent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4C131-524F-4214-8E89-5E02D3B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check results in the model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table.</a:t>
            </a:r>
          </a:p>
        </p:txBody>
      </p:sp>
    </p:spTree>
    <p:extLst>
      <p:ext uri="{BB962C8B-B14F-4D97-AF65-F5344CB8AC3E}">
        <p14:creationId xmlns:p14="http://schemas.microsoft.com/office/powerpoint/2010/main" val="253206694"/>
      </p:ext>
    </p:extLst>
  </p:cSld>
</p:sld>
</file>

<file path=ppt/slides/slide8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248AC0-3787-400A-A9D0-EB573BA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shape and reinforcement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ba9bdc16d4771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53C53-EC24-42C3-B025-DE4FBEF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element boundary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reinforcement data refer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same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66321-82D5-42C2-B191-13501DC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check results in the model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table.</a:t>
            </a:r>
          </a:p>
        </p:txBody>
      </p:sp>
    </p:spTree>
    <p:extLst>
      <p:ext uri="{BB962C8B-B14F-4D97-AF65-F5344CB8AC3E}">
        <p14:creationId xmlns:p14="http://schemas.microsoft.com/office/powerpoint/2010/main" val="392442043"/>
      </p:ext>
    </p:extLst>
  </p:cSld>
</p:sld>
</file>

<file path=ppt/slides/slide8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96FB0F-0BB5-47FB-B54E-0B0E0F45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Data and Create an Irregular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4FA2-2ADC-40ED-98AB-DBCAAC34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8A37-DDF6-45B5-9C16-DC4A5151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8C17E-AD31-4BFA-9B26-781A11E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F4E8C-6533-4FCE-9A53-747C8B7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1141154"/>
      </p:ext>
    </p:extLst>
  </p:cSld>
</p:sld>
</file>

<file path=ppt/slides/slide8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CFEF7-6839-478A-A4BE-D83F7D0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Column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A8F5-1685-413A-BA33-452D4EC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column reinforcement data and check it on the correct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ACDFD-5AF1-48B8-8E3D-32B6EC2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C040F-D670-468D-9C3B-FDD46E8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correct 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F5343-04A3-4B75-B66A-0014A5D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the reinforcement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89E12-EC65-48F3-A117-ACA84D1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longitudinal bars and 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E1DF9-55D6-456E-BA7C-D9C9B0D1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column arrangement</a:t>
            </a:r>
          </a:p>
        </p:txBody>
      </p:sp>
    </p:spTree>
    <p:extLst>
      <p:ext uri="{BB962C8B-B14F-4D97-AF65-F5344CB8AC3E}">
        <p14:creationId xmlns:p14="http://schemas.microsoft.com/office/powerpoint/2010/main" val="269103388"/>
      </p:ext>
    </p:extLst>
  </p:cSld>
</p:sld>
</file>

<file path=ppt/slides/slide8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EA4C21-A14C-4061-979B-3FA4105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correct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4773ed4af408f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E828D-8328-4E10-8D46-E0736E8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column type and floor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source detail or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0C93D-C415-472E-B5B5-F35A8502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column Attribute Editor with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and Legs.</a:t>
            </a:r>
          </a:p>
        </p:txBody>
      </p:sp>
    </p:spTree>
    <p:extLst>
      <p:ext uri="{BB962C8B-B14F-4D97-AF65-F5344CB8AC3E}">
        <p14:creationId xmlns:p14="http://schemas.microsoft.com/office/powerpoint/2010/main" val="1264819620"/>
      </p:ext>
    </p:extLst>
  </p:cSld>
</p:sld>
</file>

<file path=ppt/slides/slide8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AF6E73-768A-44E7-82EC-65DA851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reinforcement definition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de59d62074c66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0513-8967-4F8F-8D1F-2F51CF7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column reinforcement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shown in the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0692-A1DD-4BE4-AC8D-9EAAA278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Rebar Input Helper for main bars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467204993"/>
      </p:ext>
    </p:extLst>
  </p:cSld>
</p:sld>
</file>

<file path=ppt/slides/slide8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D22934-D9EC-432D-9096-F3E8026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longitudinal bars and 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44eae20c94f79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C282F-DACF-415B-BCB9-0298561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parameters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 documents while retaining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90BA-944C-4EE4-891D-868DD02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section editor with Corner Bar, Side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Bar, and Draw Link.</a:t>
            </a:r>
          </a:p>
        </p:txBody>
      </p:sp>
    </p:spTree>
    <p:extLst>
      <p:ext uri="{BB962C8B-B14F-4D97-AF65-F5344CB8AC3E}">
        <p14:creationId xmlns:p14="http://schemas.microsoft.com/office/powerpoint/2010/main" val="1233866545"/>
      </p:ext>
    </p:extLst>
  </p:cSld>
</p:sld>
</file>

<file path=ppt/slides/slide8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D5998D-FFAB-46A0-81F4-65970579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column arrangement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d106423a945db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E7750-E9E7-4FF0-B54A-CB6F9AD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bar quantity, position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range against the 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525AC-8591-4DE6-81D4-D6E9C27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section editor with Corner Bar, Side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Bar, and Draw Link.</a:t>
            </a:r>
          </a:p>
        </p:txBody>
      </p:sp>
    </p:spTree>
    <p:extLst>
      <p:ext uri="{BB962C8B-B14F-4D97-AF65-F5344CB8AC3E}">
        <p14:creationId xmlns:p14="http://schemas.microsoft.com/office/powerpoint/2010/main" val="419851670"/>
      </p:ext>
    </p:extLst>
  </p:cSld>
</p:sld>
</file>

<file path=ppt/slides/slide8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F5C229-8361-4D6C-8563-68E957E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Column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1473A-4332-4CB7-A0E2-0D41D8D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83AE-AC1E-4FE1-A47C-4934F80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868A9-B1F5-42C0-8A55-8D30466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F0BE-9F2B-4EA9-946F-513833C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96813574"/>
      </p:ext>
    </p:extLst>
  </p:cSld>
</p:sld>
</file>

<file path=ppt/slides/slide8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862BCA-D354-4076-8994-A94A00D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Synchronise a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3A8D-0AFC-40FF-880C-4DD9304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column schedule to align column reinforcement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7B85B-A0C3-4A6C-8123-A790D69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A1B05-35B2-431B-A500-8CC64A7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Prepare the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8994A-6DA5-4288-A9E9-D8EC554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Import the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BE80F-57AA-4FF8-A19B-2C01A2E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Map the column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E7E77-78C9-458A-82FC-9117CA6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Synchronise with the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CDA14-E208-4829-8716-09D4CB6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synchronised result</a:t>
            </a:r>
          </a:p>
        </p:txBody>
      </p:sp>
    </p:spTree>
    <p:extLst>
      <p:ext uri="{BB962C8B-B14F-4D97-AF65-F5344CB8AC3E}">
        <p14:creationId xmlns:p14="http://schemas.microsoft.com/office/powerpoint/2010/main" val="1440558654"/>
      </p:ext>
    </p:extLst>
  </p:cSld>
</p:sld>
</file>

<file path=ppt/slides/slide8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F6B2A6-F64B-4C5B-BED2-ACE0204F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52c8119214654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D16CD-2A69-4DDD-B036-C7E4AC63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source table is legible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contains only the relevant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27C41-0318-4348-9123-DA481757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Column Schedule choices for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CAD/PDF.</a:t>
            </a:r>
          </a:p>
        </p:txBody>
      </p:sp>
    </p:spTree>
    <p:extLst>
      <p:ext uri="{BB962C8B-B14F-4D97-AF65-F5344CB8AC3E}">
        <p14:creationId xmlns:p14="http://schemas.microsoft.com/office/powerpoint/2010/main" val="447722296"/>
      </p:ext>
    </p:extLst>
  </p:cSld>
</p:sld>
</file>

<file path=ppt/slides/slide8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917B8C-D8F0-4A72-950A-36C23179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bd95a96974811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6843D-8351-43DF-B6D8-8732F5B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correct column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retain its relationship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D998-600C-4AFC-9A82-FE25C1A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Excel schedule, heading mapping,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1432517171"/>
      </p:ext>
    </p:extLst>
  </p:cSld>
</p:sld>
</file>

<file path=ppt/slides/slide8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ECA6E8-CA9C-43EA-9986-CC98F32B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the column information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27f8d7187484d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6C98F-76BF-4D5A-AC4D-BA0019D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schedule columns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documented TRB attributes.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53A5-6984-4A5E-81B9-48F4A23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with a floor picker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96972692"/>
      </p:ext>
    </p:extLst>
  </p:cSld>
</p:sld>
</file>

<file path=ppt/slides/slide8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B18332-480E-4DB4-AB48-3B4328D1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Synchronise with the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27cd7a67e40d9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64D1E-3DE5-44B7-A576-57C1DB8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the data only after confirming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that column types and identities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50745-BA6B-4AA4-8460-8163506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with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1422374152"/>
      </p:ext>
    </p:extLst>
  </p:cSld>
</p:sld>
</file>

<file path=ppt/slides/slide8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B5DD1E-8663-411F-AE88-6A48546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synchronised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2163c0ce64acb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2805-5070-4650-9471-523ED9CB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sample columns to ensure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data agrees with the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0ED08-3180-476B-B323-8DC5A9A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with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915637573"/>
      </p:ext>
    </p:extLst>
  </p:cSld>
</p:sld>
</file>

<file path=ppt/slides/slide8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006389-41F6-4646-8718-A924742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Synchronise a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4B7CD-953B-4005-B5FF-A33F9CC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AC4C8-D62B-4B3F-A3EB-A4E6148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C664C-E2D2-48BD-BDF0-546987C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D4329-D86F-458C-BCF4-DA24CA5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199553730"/>
      </p:ext>
    </p:extLst>
  </p:cSld>
</p:sld>
</file>

<file path=ppt/slides/slide8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EFC2C1-722E-415D-966A-A971D05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Beam Reinforcement with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FF338-D1A2-4090-8C6F-9FE230BA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Read and apply beam Side Labels with the + and / separators correctly.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FC8AF-FC45-4427-B8E6-0EAB4814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42D5C-548F-4A37-95BB-210F5CB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beam and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FB651-B2D2-4595-9CC7-4866F0E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Interpret notation using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EBD4-2AC9-4D1E-BC83-344EDC4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Interpret notation using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76456-08F0-48C1-AF24-1C12D8C5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Side Label result</a:t>
            </a:r>
          </a:p>
        </p:txBody>
      </p:sp>
    </p:spTree>
    <p:extLst>
      <p:ext uri="{BB962C8B-B14F-4D97-AF65-F5344CB8AC3E}">
        <p14:creationId xmlns:p14="http://schemas.microsoft.com/office/powerpoint/2010/main" val="958224664"/>
      </p:ext>
    </p:extLst>
  </p:cSld>
</p:sld>
</file>

<file path=ppt/slides/slide8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1807CD-5EB0-4458-84CC-A4F0E42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beam and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171257bf64b24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8D96-909F-4890-AA33-D99A8D1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label that belongs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currently being defined.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6366-A043-48EA-91DD-599657F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beam-section detail and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fields.</a:t>
            </a:r>
          </a:p>
        </p:txBody>
      </p:sp>
    </p:spTree>
    <p:extLst>
      <p:ext uri="{BB962C8B-B14F-4D97-AF65-F5344CB8AC3E}">
        <p14:creationId xmlns:p14="http://schemas.microsoft.com/office/powerpoint/2010/main" val="1860013344"/>
      </p:ext>
    </p:extLst>
  </p:cSld>
</p:sld>
</file>

<file path=ppt/slides/slide8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1F4663-679A-454F-BBDE-D3451D8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Interpret notation using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18bbad77c4a41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2FEB5-6703-4C34-B1E5-341CC65F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manual example, + combines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 groups at the same position;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retain that grouping when entering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7771E-E706-4A57-BDA3-8E580C4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comparison of plus and slash notation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beam bars.</a:t>
            </a:r>
          </a:p>
        </p:txBody>
      </p:sp>
    </p:spTree>
    <p:extLst>
      <p:ext uri="{BB962C8B-B14F-4D97-AF65-F5344CB8AC3E}">
        <p14:creationId xmlns:p14="http://schemas.microsoft.com/office/powerpoint/2010/main" val="1371052300"/>
      </p:ext>
    </p:extLst>
  </p:cSld>
</p:sld>
</file>

<file path=ppt/slides/slide8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2ED058-6483-4D1D-AF67-8741175E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Interpret notation using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4739b0c0a437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B5138-49D7-42AE-84A6-BC65926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manual example, / separates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 between layers; do not treat it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single-layer addition.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64E3E-8A97-411B-964E-F212B93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comparison of plus and slash notation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beam bars.</a:t>
            </a:r>
          </a:p>
        </p:txBody>
      </p:sp>
    </p:spTree>
    <p:extLst>
      <p:ext uri="{BB962C8B-B14F-4D97-AF65-F5344CB8AC3E}">
        <p14:creationId xmlns:p14="http://schemas.microsoft.com/office/powerpoint/2010/main" val="53971832"/>
      </p:ext>
    </p:extLst>
  </p:cSld>
</p:sld>
</file>

<file path=ppt/slides/slide8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32DD5-F48C-4581-A915-89D2E93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Side Label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698ff52345df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F5E40-D50E-4814-96AC-D9BB74D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resulting arrangement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with the source beam label and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97C4-2B55-4626-9849-2B1437D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Side Label, selected beam,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input table.</a:t>
            </a:r>
          </a:p>
        </p:txBody>
      </p:sp>
    </p:spTree>
    <p:extLst>
      <p:ext uri="{BB962C8B-B14F-4D97-AF65-F5344CB8AC3E}">
        <p14:creationId xmlns:p14="http://schemas.microsoft.com/office/powerpoint/2010/main" val="46055584"/>
      </p:ext>
    </p:extLst>
  </p:cSld>
</p:sld>
</file>

<file path=ppt/slides/slide8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DB5113-10B5-4F17-96A8-191F977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Beam Reinforcement with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7546-B964-4DE2-8ECF-6450EF5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EE7A-A3D0-48D8-A9CA-C421EE5D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32161-4B70-44D9-931E-939A909D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DCAD9-1AC1-4E68-B2C3-5D4F52B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740519770"/>
      </p:ext>
    </p:extLst>
  </p:cSld>
</p:sld>
</file>

<file path=ppt/slides/slide8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1EE932-2FDC-418D-98D4-D5688B73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or Create Beams from a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35425-4BF4-44DE-B75D-2313BC2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between synchronising existing beams and generating elements that have not been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307A5-5C33-4443-94F8-6C01B88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A36EA-299E-4367-B984-99BB9BD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Import the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5A029-A58F-40BF-BE49-CBD9FEC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Map the schedule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7A396-92F6-4720-8718-B773AF0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Synchronise an existing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73E5-7210-45DF-B1B2-C59C45F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Generate an unmodelled beam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CC3F6-A4F1-49A0-9530-80DA3380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result scope</a:t>
            </a:r>
          </a:p>
        </p:txBody>
      </p:sp>
    </p:spTree>
    <p:extLst>
      <p:ext uri="{BB962C8B-B14F-4D97-AF65-F5344CB8AC3E}">
        <p14:creationId xmlns:p14="http://schemas.microsoft.com/office/powerpoint/2010/main" val="843146553"/>
      </p:ext>
    </p:extLst>
  </p:cSld>
</p:sld>
</file>

<file path=ppt/slides/slide8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68DAC0-EA1E-4709-BF12-FCD7E66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33419815041d3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055A-969F-41A3-BD57-34C9B0C7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correct table and ensure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identities can be mapped.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8B67A-EF28-4697-A32A-0D19FDC1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 and its import or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 controls.</a:t>
            </a:r>
          </a:p>
        </p:txBody>
      </p:sp>
    </p:spTree>
    <p:extLst>
      <p:ext uri="{BB962C8B-B14F-4D97-AF65-F5344CB8AC3E}">
        <p14:creationId xmlns:p14="http://schemas.microsoft.com/office/powerpoint/2010/main" val="1841801190"/>
      </p:ext>
    </p:extLst>
  </p:cSld>
</p:sld>
</file>

<file path=ppt/slides/slide8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AD9114-8B47-448E-9DC2-A4B540B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the schedule columns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570ee39464db7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910D-9CC1-4F63-9290-2F13472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Connect labels and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to the attributes shown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1E4AB-4BDD-42A3-85E0-28BD832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beam-schedule mapping table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fields.</a:t>
            </a:r>
          </a:p>
        </p:txBody>
      </p:sp>
    </p:spTree>
    <p:extLst>
      <p:ext uri="{BB962C8B-B14F-4D97-AF65-F5344CB8AC3E}">
        <p14:creationId xmlns:p14="http://schemas.microsoft.com/office/powerpoint/2010/main" val="1670211447"/>
      </p:ext>
    </p:extLst>
  </p:cSld>
</p:sld>
</file>

<file path=ppt/slides/slide8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0E1D72-1B5D-4EC5-A376-3CD0A6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Synchronise an existing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1476978824625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61D26-C4F6-4E13-84C4-516D235A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If the beam is already modelled,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 its information without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creating a duplicate element.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F279-28E9-4F07-9C83-BDC9671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workflow from Excel to Generate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Schedule.</a:t>
            </a:r>
          </a:p>
        </p:txBody>
      </p:sp>
    </p:spTree>
    <p:extLst>
      <p:ext uri="{BB962C8B-B14F-4D97-AF65-F5344CB8AC3E}">
        <p14:creationId xmlns:p14="http://schemas.microsoft.com/office/powerpoint/2010/main" val="274041660"/>
      </p:ext>
    </p:extLst>
  </p:cSld>
</p:sld>
</file>

<file path=ppt/slides/slide8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887158-7A5F-4D87-8A5C-A44BF78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Generate an unmodelled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de8e7d5684fff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3257-4068-4F3E-AA92-D9B393CE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If the element does not exist, use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result to generate the beam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through the documented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88FE-A5E5-47DE-8CFB-0CAE183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and Sync Beam Info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28153661"/>
      </p:ext>
    </p:extLst>
  </p:cSld>
</p:sld>
</file>

<file path=ppt/slides/slide8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25A8AAB-3CEA-46F4-B7DD-8934DC13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result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657de7fc44a09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766A-7469-4FFC-93C8-B9B84D2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each schedule row produces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intended update or element, not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0C0EE-7A90-40DF-B120-E8189FF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and Sync Beam Info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265136494"/>
      </p:ext>
    </p:extLst>
  </p:cSld>
</p:sld>
</file>

<file path=ppt/slides/slide8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3547BC-7B79-4D5A-8E60-C63A372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or Create Beams from a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3128A-CAF2-4A5F-A90C-AF68D44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5988-AFB2-4C36-BF1D-6A95DA1E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7D66E-276C-4E7F-A2DF-03715E15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D977F-AF30-4279-BED1-40F5BBA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26686065"/>
      </p:ext>
    </p:extLst>
  </p:cSld>
</p:sld>
</file>

<file path=ppt/slides/slide8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B0F35C-1238-4EFF-9164-DED0EE8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 and Reinforcement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54F63-F3FF-43BC-99E9-C488441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beam supports and reinforcement layout match the model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EEC77-AE5B-41A0-9B33-C0B5D61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2CDA3-E169-439E-A364-17DC4D2D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Check beam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E74AD-8B10-4223-A400-95A7601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Review the reinforcement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38AA-A36B-485B-BD8B-A840462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Correct data mismatches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EDCFB-BC3D-4BAD-951E-E239339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Validate the final result</a:t>
            </a:r>
          </a:p>
        </p:txBody>
      </p:sp>
    </p:spTree>
    <p:extLst>
      <p:ext uri="{BB962C8B-B14F-4D97-AF65-F5344CB8AC3E}">
        <p14:creationId xmlns:p14="http://schemas.microsoft.com/office/powerpoint/2010/main" val="974580443"/>
      </p:ext>
    </p:extLst>
  </p:cSld>
</p:sld>
</file>

<file path=ppt/slides/slide8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9CF5E2-E45E-481A-9FE7-B75515A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fba2cb7c840fc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31EF8-35C1-4EFE-BBDC-024E2F92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beam-end relationships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 recognised before reviewing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67D5C-9EF7-4092-B145-C34C439E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Beam-support relationships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</p:spTree>
    <p:extLst>
      <p:ext uri="{BB962C8B-B14F-4D97-AF65-F5344CB8AC3E}">
        <p14:creationId xmlns:p14="http://schemas.microsoft.com/office/powerpoint/2010/main" val="1424232162"/>
      </p:ext>
    </p:extLst>
  </p:cSld>
</p:sld>
</file>

<file path=ppt/slides/slide8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53DFEF-49DC-4553-9EE9-69F3176B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reinforcement layout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c3c2f4b43435f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3166-E970-44E2-A99A-297962D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top, bottom and related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positions against the 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2EC2D-1095-488F-853F-F21A21E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selected beam and its Rebar Layout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1564132198"/>
      </p:ext>
    </p:extLst>
  </p:cSld>
</p:sld>
</file>

<file path=ppt/slides/slide8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053D41-6D5C-4491-BB2A-7C0555B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Correct data mismatches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58695908b4162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837B5-3088-4737-8E92-85361E3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 only data that can be traced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schedule or structural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529E-3168-46AF-8CB5-D5B17BD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selected beam and its Rebar Layout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1978916855"/>
      </p:ext>
    </p:extLst>
  </p:cSld>
</p:sld>
</file>

<file path=ppt/slides/slide8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55B6AC-1382-4E51-A232-315FC8D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the final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64a57d73c4159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0F4A-FB42-4928-A70C-6AEA05FC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supports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 remain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consistent after correction.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54382-211F-4D32-ADE1-C6E3721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Beam-support relationships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</p:spTree>
    <p:extLst>
      <p:ext uri="{BB962C8B-B14F-4D97-AF65-F5344CB8AC3E}">
        <p14:creationId xmlns:p14="http://schemas.microsoft.com/office/powerpoint/2010/main" val="974040101"/>
      </p:ext>
    </p:extLst>
  </p:cSld>
</p:sld>
</file>

<file path=ppt/slides/slide8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7FB430-FEB3-4463-A629-D4CF181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 and Reinforcement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CEE8-F394-4669-843A-F2448A1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9443F-B4F5-4D72-A957-AC6F578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E8AA2-82D5-465F-8BF3-78880C9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7D422-E7C0-48B1-A6CE-0D5B935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25335696"/>
      </p:ext>
    </p:extLst>
  </p:cSld>
</p:sld>
</file>

<file path=ppt/slides/slide8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FF21C2-370A-46D3-A894-4E039C2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and Arrange Slab Main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00667-ACF5-40C0-9B53-1FC6E973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slab main reinforcement and adjust its placement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E5179-8E39-44BC-AEF2-6444C7B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10E2F-71D7-4A17-982D-E825D6C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slab and bar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4471-D84C-4C7D-8C56-00592A41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Define the main bars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D9780-D0FA-42A7-8177-86F9B5B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Set the placement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80466-9D60-4889-8DA5-92295DA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Adjust the bar arrangement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7A6F5-2342-425E-86AE-4EB4DA7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slab result</a:t>
            </a:r>
          </a:p>
        </p:txBody>
      </p:sp>
    </p:spTree>
    <p:extLst>
      <p:ext uri="{BB962C8B-B14F-4D97-AF65-F5344CB8AC3E}">
        <p14:creationId xmlns:p14="http://schemas.microsoft.com/office/powerpoint/2010/main" val="1260252908"/>
      </p:ext>
    </p:extLst>
  </p:cSld>
</p:sld>
</file>

<file path=ppt/slides/slide8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B05890-EEBB-4409-83B4-74F692F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slab and bar direction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889dbd65a4dce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F8982-1753-4074-BBD0-E2077AF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 slab area and spanning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 from the structural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F825-A9D6-4590-9D93-A67A407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Main Bar Element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plan.</a:t>
            </a:r>
          </a:p>
        </p:txBody>
      </p:sp>
    </p:spTree>
    <p:extLst>
      <p:ext uri="{BB962C8B-B14F-4D97-AF65-F5344CB8AC3E}">
        <p14:creationId xmlns:p14="http://schemas.microsoft.com/office/powerpoint/2010/main" val="190326414"/>
      </p:ext>
    </p:extLst>
  </p:cSld>
</p:sld>
</file>

<file path=ppt/slides/slide8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5A5FED-A5FB-4432-8541-C8D4E0C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main bars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baf7e05234731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0CBBE-D3F0-46AB-99C9-0B3F06C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diameter and spacing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without estimating missing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5A41-63DE-44B7-A9F8-01DEE51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Attribute Editor and D10-200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labels.</a:t>
            </a:r>
          </a:p>
        </p:txBody>
      </p:sp>
    </p:spTree>
    <p:extLst>
      <p:ext uri="{BB962C8B-B14F-4D97-AF65-F5344CB8AC3E}">
        <p14:creationId xmlns:p14="http://schemas.microsoft.com/office/powerpoint/2010/main" val="16450793"/>
      </p:ext>
    </p:extLst>
  </p:cSld>
</p:sld>
</file>

<file path=ppt/slides/slide8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0301D2-0895-40E1-B02B-4A99B621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the placement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05c0fa70a4311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40D5E-73E2-4657-96F4-698EABC0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Adjust the layout boundary so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applies to the intended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327FC-64ED-4699-84B4-AAAABC5C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Main-bar controls and their placement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</p:spTree>
    <p:extLst>
      <p:ext uri="{BB962C8B-B14F-4D97-AF65-F5344CB8AC3E}">
        <p14:creationId xmlns:p14="http://schemas.microsoft.com/office/powerpoint/2010/main" val="329416239"/>
      </p:ext>
    </p:extLst>
  </p:cSld>
</p:sld>
</file>

<file path=ppt/slides/slide8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C1A15-57C4-4760-ADE1-BB3D305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Adjust the bar arrangement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a9d8c648444ef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D0AEC-01DC-4868-AE82-D6C21A21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documented layout controls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follow edge and span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F29AE-F902-443A-9C2C-74F5328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with raft-type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choices.</a:t>
            </a:r>
          </a:p>
        </p:txBody>
      </p:sp>
    </p:spTree>
    <p:extLst>
      <p:ext uri="{BB962C8B-B14F-4D97-AF65-F5344CB8AC3E}">
        <p14:creationId xmlns:p14="http://schemas.microsoft.com/office/powerpoint/2010/main" val="282807814"/>
      </p:ext>
    </p:extLst>
  </p:cSld>
</p:sld>
</file>

<file path=ppt/slides/slide8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22615EB-C8C9-48E7-A0E2-BC2E7A7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slab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3364d79644ce8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0F4D7-C47F-49D4-AA7E-478CB7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direction, spacing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coverage with the 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91BFB-7569-455E-B2DF-7F83801A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reinforcement arrangement on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 plan.</a:t>
            </a:r>
          </a:p>
        </p:txBody>
      </p:sp>
    </p:spTree>
    <p:extLst>
      <p:ext uri="{BB962C8B-B14F-4D97-AF65-F5344CB8AC3E}">
        <p14:creationId xmlns:p14="http://schemas.microsoft.com/office/powerpoint/2010/main" val="700628821"/>
      </p:ext>
    </p:extLst>
  </p:cSld>
</p:sld>
</file>

<file path=ppt/slides/slide8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93D418-D5BE-476C-A11F-2FC36F7F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and Arrange Slab Main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457D3-F0B6-41BC-9B2C-56F5290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A837E-8B2B-4D23-8C69-EB92559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545E0-CB41-4FF0-8095-8044446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26073-69FD-4513-B554-4758E24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62016174"/>
      </p:ext>
    </p:extLst>
  </p:cSld>
</p:sld>
</file>

<file path=ppt/slides/slide8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FC8CAC-6C09-4BCE-AEBA-3FBFCF5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Slab Support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E8019-4C7B-4612-A8EA-4F161F5C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Place slab support bars on the correct lines and ranges.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8FD4-0A14-4E00-A0ED-416706E4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B0504-0204-4782-8BB5-A67BB83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Define the support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06AE-5CB6-403A-8221-F27EF57A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Enter support-bar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5C15F-76FE-44FE-9DBA-E720246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Set the placement extent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D4EFB-8FDE-4C3C-ACC2-88702F2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relationship to main bars</a:t>
            </a:r>
          </a:p>
        </p:txBody>
      </p:sp>
    </p:spTree>
    <p:extLst>
      <p:ext uri="{BB962C8B-B14F-4D97-AF65-F5344CB8AC3E}">
        <p14:creationId xmlns:p14="http://schemas.microsoft.com/office/powerpoint/2010/main" val="711697370"/>
      </p:ext>
    </p:extLst>
  </p:cSld>
</p:sld>
</file>

<file path=ppt/slides/slide8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FC8D71-7D7A-47B6-B9B5-7A5B103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support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95f065a774c50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01AB8-F81B-4060-B14B-81DC46B7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support that matches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negative or support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A9FC0-C43C-45EC-AFBD-21477C2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Support-bar controls and support lines.</a:t>
            </a:r>
          </a:p>
        </p:txBody>
      </p:sp>
    </p:spTree>
    <p:extLst>
      <p:ext uri="{BB962C8B-B14F-4D97-AF65-F5344CB8AC3E}">
        <p14:creationId xmlns:p14="http://schemas.microsoft.com/office/powerpoint/2010/main" val="175543965"/>
      </p:ext>
    </p:extLst>
  </p:cSld>
</p:sld>
</file>

<file path=ppt/slides/slide8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E5CF47-6526-44DD-B9AB-FB8BC4D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support-bar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8a560217e49f7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856DF-4EC6-4229-B31B-A1CF9F1C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diameter, spacing and range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stated in the source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11431-DA36-44BC-832D-A013DD4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Support-bar controls and support lines.</a:t>
            </a:r>
          </a:p>
        </p:txBody>
      </p:sp>
    </p:spTree>
    <p:extLst>
      <p:ext uri="{BB962C8B-B14F-4D97-AF65-F5344CB8AC3E}">
        <p14:creationId xmlns:p14="http://schemas.microsoft.com/office/powerpoint/2010/main" val="102206796"/>
      </p:ext>
    </p:extLst>
  </p:cSld>
</p:sld>
</file>

<file path=ppt/slides/slide8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7CE3D-2019-4423-BF20-C645A84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the placement extent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9da260cec4746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E39C-1B6B-4E4A-BB22-0A34E67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placement length and side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support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7E177-9489-4BBE-BABB-D062ACEB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support-bar result with spacing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</p:spTree>
    <p:extLst>
      <p:ext uri="{BB962C8B-B14F-4D97-AF65-F5344CB8AC3E}">
        <p14:creationId xmlns:p14="http://schemas.microsoft.com/office/powerpoint/2010/main" val="1678120912"/>
      </p:ext>
    </p:extLst>
  </p:cSld>
</p:sld>
</file>

<file path=ppt/slides/slide8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E3045F-11A4-47A8-8CC8-E14AA56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relationship to main bars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5e09c8108408a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16AE5-B933-4B2F-97B9-FD5E848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whether support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main-bar layouts cover the intended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3889C-09B7-4607-BFFF-326A863E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support-bar result with spacing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</p:spTree>
    <p:extLst>
      <p:ext uri="{BB962C8B-B14F-4D97-AF65-F5344CB8AC3E}">
        <p14:creationId xmlns:p14="http://schemas.microsoft.com/office/powerpoint/2010/main" val="1674184706"/>
      </p:ext>
    </p:extLst>
  </p:cSld>
</p:sld>
</file>

<file path=ppt/slides/slide8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C05AD3-90F4-45C5-A769-A6BB6DE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Slab Support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C70B5-292B-44CF-A47E-AC18E0F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39FDF-2D8E-4BDB-AE14-D4AB014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099D9-B4C8-4A7E-9402-52316D0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ECC3-C5A6-400B-944C-A7B75C2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2128117745"/>
      </p:ext>
    </p:extLst>
  </p:cSld>
</p:sld>
</file>

<file path=ppt/slides/slide8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8E7FD6-2072-48B2-8EEB-067A723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Wall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8B082-EA61-4238-8CCA-90D0B44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wall reinforcement according to direction, layer and model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8D2B8-7865-4680-9776-79FBFB3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CF95-446E-48FB-AD87-C3BBB80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correct 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223C4-DAB0-4B5C-B50C-86718EF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Define vertical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E6DEF-16C7-46A7-8732-0E4DEA9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Define horizontal reinforcement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F3944-B081-41B2-A9D8-78395F0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areas and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95FD-AE23-47FC-950E-85EC46D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wall result</a:t>
            </a:r>
          </a:p>
        </p:txBody>
      </p:sp>
    </p:spTree>
    <p:extLst>
      <p:ext uri="{BB962C8B-B14F-4D97-AF65-F5344CB8AC3E}">
        <p14:creationId xmlns:p14="http://schemas.microsoft.com/office/powerpoint/2010/main" val="462769932"/>
      </p:ext>
    </p:extLst>
  </p:cSld>
</p:sld>
</file>

<file path=ppt/slides/slide8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3B753B-7803-4E0C-960C-7A14424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correct wall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e18f8c34445a2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547C-E601-459D-B8DF-45822F4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wall type, floor and extent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entering 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AEEED-E965-4917-A275-28462D2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in the Element List and 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shear-wall detail.</a:t>
            </a:r>
          </a:p>
        </p:txBody>
      </p:sp>
    </p:spTree>
    <p:extLst>
      <p:ext uri="{BB962C8B-B14F-4D97-AF65-F5344CB8AC3E}">
        <p14:creationId xmlns:p14="http://schemas.microsoft.com/office/powerpoint/2010/main" val="146622939"/>
      </p:ext>
    </p:extLst>
  </p:cSld>
</p:sld>
</file>

<file path=ppt/slides/slide8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C2DA83-E9ED-4DD5-8D12-49D2F83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vertical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4e5f55cf1421f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7FA3B-F224-435C-863D-071F05D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vertical reinforcement data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applicable wall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0DFE-4755-46F0-8F89-8A2F1998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RC Wall Attribute Editor with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and cover fields.</a:t>
            </a:r>
          </a:p>
        </p:txBody>
      </p:sp>
    </p:spTree>
    <p:extLst>
      <p:ext uri="{BB962C8B-B14F-4D97-AF65-F5344CB8AC3E}">
        <p14:creationId xmlns:p14="http://schemas.microsoft.com/office/powerpoint/2010/main" val="1097378723"/>
      </p:ext>
    </p:extLst>
  </p:cSld>
</p:sld>
</file>

<file path=ppt/slides/slide8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4F4B4B-63D0-4926-8432-595AC16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horizontal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81c81d7d54f3d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FB4D2-4902-4564-B632-8512A56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horizontal data for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 and layer specified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0BF4-6EB6-43AF-AFB5-1F21FFD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RC Wall Attribute Editor with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and cover fields.</a:t>
            </a:r>
          </a:p>
        </p:txBody>
      </p:sp>
    </p:spTree>
    <p:extLst>
      <p:ext uri="{BB962C8B-B14F-4D97-AF65-F5344CB8AC3E}">
        <p14:creationId xmlns:p14="http://schemas.microsoft.com/office/powerpoint/2010/main" val="974511591"/>
      </p:ext>
    </p:extLst>
  </p:cSld>
</p:sld>
</file>

<file path=ppt/slides/slide8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AB688E-2E20-435E-8E5E-78B55DE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areas and layers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ed1931934fa9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3560C-0E0C-491E-84C4-10834F3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reinforcement is on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wall sides and extents.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C84FB-31FD-4ABC-A6CF-E1DB1771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shear-wall detail with highlighted wall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segments.</a:t>
            </a:r>
          </a:p>
        </p:txBody>
      </p:sp>
    </p:spTree>
    <p:extLst>
      <p:ext uri="{BB962C8B-B14F-4D97-AF65-F5344CB8AC3E}">
        <p14:creationId xmlns:p14="http://schemas.microsoft.com/office/powerpoint/2010/main" val="2074374912"/>
      </p:ext>
    </p:extLst>
  </p:cSld>
</p:sld>
</file>

<file path=ppt/slides/slide8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E9431-EE30-4852-9661-7EB718D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wall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ed5d9545f46bc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57E54-2114-4C41-B251-5DC6F8B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final arrangement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source detail before continuing.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AED6D-F5FC-4155-B8D2-1B4A924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for a wall end connected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a column.</a:t>
            </a:r>
          </a:p>
        </p:txBody>
      </p:sp>
    </p:spTree>
    <p:extLst>
      <p:ext uri="{BB962C8B-B14F-4D97-AF65-F5344CB8AC3E}">
        <p14:creationId xmlns:p14="http://schemas.microsoft.com/office/powerpoint/2010/main" val="709389271"/>
      </p:ext>
    </p:extLst>
  </p:cSld>
</p:sld>
</file>

<file path=ppt/slides/slide8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B9599F-3E4E-4743-AC7C-0933F53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Wall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EEE62-06E8-4F03-AC48-3FEFE5F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A96FB-E8B5-4CCC-9040-24A8FA9C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2E9E-35D6-4B5D-B3B7-EFEAA6E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854A4-5FC6-496D-95D6-A638191D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4515943"/>
      </p:ext>
    </p:extLst>
  </p:cSld>
</p:sld>
</file>

<file path=ppt/slides/slide8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0BBB0-00C9-4E85-8447-DFE1208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by Floor or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1E37E-5786-48B6-8EE9-E83DDA5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Run calculation for the appropriate floor or entity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0175-2E54-4ADD-A6BE-18C6FCD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68543-92D8-4251-B320-DBFE4006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calculation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1688-AE8F-4195-B762-50A2010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floors or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9306C-C1A9-46BF-8D65-87D8A43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the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8D6A8-23EE-4959-B95E-12915B9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Confirm the result is updated</a:t>
            </a:r>
          </a:p>
        </p:txBody>
      </p:sp>
    </p:spTree>
    <p:extLst>
      <p:ext uri="{BB962C8B-B14F-4D97-AF65-F5344CB8AC3E}">
        <p14:creationId xmlns:p14="http://schemas.microsoft.com/office/powerpoint/2010/main" val="1399895392"/>
      </p:ext>
    </p:extLst>
  </p:cSld>
</p:sld>
</file>

<file path=ppt/slides/slide8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EDC721-2C60-4920-9BB1-7A9F152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calculation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6cf9e6d1f432d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DACAE-4A9A-4537-B6C8-0EC65A1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floors for a broad scope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 for a focused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A6171-6D04-43A3-A1AA-11D92D19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00595318"/>
      </p:ext>
    </p:extLst>
  </p:cSld>
</p:sld>
</file>

<file path=ppt/slides/slide8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B50702-687E-443D-8D30-01ACC605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floors or entities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2523f852d4a4c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CA6A4-4F76-4674-84F0-60B4A4C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selection includes every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model that requires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E20EA-6B52-4CAD-A6AC-AC1218B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479816908"/>
      </p:ext>
    </p:extLst>
  </p:cSld>
</p:sld>
</file>

<file path=ppt/slides/slide8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118B08-DE71-4833-BCCD-1393A6F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calculation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c3a9cb380434c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8015B-7751-41EE-A7E3-20D378C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the process after checking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scope and model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03A1B-7008-4270-8559-81A6974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475546308"/>
      </p:ext>
    </p:extLst>
  </p:cSld>
</p:sld>
</file>

<file path=ppt/slides/slide8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BE22C3-58B1-4BB7-B388-46C223A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the result is updated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2775b33be48e1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E280-2284-4FCD-91EF-7DCBAD3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Wait for completion before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checks or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2D45-5D41-49A0-A17A-37FCE73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177120793"/>
      </p:ext>
    </p:extLst>
  </p:cSld>
</p:sld>
</file>

<file path=ppt/slides/slide8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DD9223-6455-4AD9-AD20-7FDAE913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by Floor or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93876-1D82-4161-98E8-83DFEB2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DC83B-C403-4BF2-B71C-3FAD207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97D42-A384-41F2-8355-68395CB2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1F148-4F54-43CF-AD1A-D0993F0B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79590047"/>
      </p:ext>
    </p:extLst>
  </p:cSld>
</p:sld>
</file>

<file path=ppt/slides/slide8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FF0B94-1215-48CE-9D8F-0330E6F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Reinforcement with Edit Rebar and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347F9-1FD9-4912-B042-123DDFE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reinforcement data and geometry before using quantity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1110-C76B-401D-B980-2CE4278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C632C-A2C5-40E2-B57E-3C6E7CC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an element to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82BAF-CD98-44A5-AF43-D3D57D0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AE92F-AA9D-4283-AEC8-BC658B33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Display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4EADF-0BC8-4DE5-95D0-B8D7E15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Record and correct findings</a:t>
            </a:r>
          </a:p>
        </p:txBody>
      </p:sp>
    </p:spTree>
    <p:extLst>
      <p:ext uri="{BB962C8B-B14F-4D97-AF65-F5344CB8AC3E}">
        <p14:creationId xmlns:p14="http://schemas.microsoft.com/office/powerpoint/2010/main" val="1871211758"/>
      </p:ext>
    </p:extLst>
  </p:cSld>
</p:sld>
</file>

<file path=ppt/slides/slide8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0F599B-36FF-4928-9D6D-1D09A76A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an element to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fceb800db484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815CB-0B0D-4D6A-978B-0FF9D85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samples representing important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types and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3C15C-AC81-4F49-82DB-4507263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and a 3D wall-reinforcement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</p:spTree>
    <p:extLst>
      <p:ext uri="{BB962C8B-B14F-4D97-AF65-F5344CB8AC3E}">
        <p14:creationId xmlns:p14="http://schemas.microsoft.com/office/powerpoint/2010/main" val="1306842103"/>
      </p:ext>
    </p:extLst>
  </p:cSld>
</p:sld>
</file>

<file path=ppt/slides/slide8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E614CD1-849F-441B-9F8A-2CB1A70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c6715aba04644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B2F87-EC6E-45F4-9874-DE6BFE0E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bar data on the selected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compare it with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3B502-2880-4A02-8176-7C796E9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and a 3D wall-reinforcement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</p:spTree>
    <p:extLst>
      <p:ext uri="{BB962C8B-B14F-4D97-AF65-F5344CB8AC3E}">
        <p14:creationId xmlns:p14="http://schemas.microsoft.com/office/powerpoint/2010/main" val="1298780125"/>
      </p:ext>
    </p:extLst>
  </p:cSld>
</p:sld>
</file>

<file path=ppt/slides/slide8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F8545E-4BC1-491B-A08B-D5AEF54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Display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4c7183bb94694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A2064-B76C-45D1-BD7F-25CC542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three-dimensional view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bar positions, directions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B168-6971-4C2B-B7EE-916984F8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views for beams, walls,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columns.</a:t>
            </a:r>
          </a:p>
        </p:txBody>
      </p:sp>
    </p:spTree>
    <p:extLst>
      <p:ext uri="{BB962C8B-B14F-4D97-AF65-F5344CB8AC3E}">
        <p14:creationId xmlns:p14="http://schemas.microsoft.com/office/powerpoint/2010/main" val="2041749233"/>
      </p:ext>
    </p:extLst>
  </p:cSld>
</p:sld>
</file>

<file path=ppt/slides/slide8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667B8-C40D-4BE1-819C-336DCDC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Record and correct findings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488a013e54de7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47234-C041-42A8-97AC-9F2442B3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source model data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recalculating affected quantities.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7632F-A585-4443-8D70-7F844D50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views for beams, walls,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columns.</a:t>
            </a:r>
          </a:p>
        </p:txBody>
      </p:sp>
    </p:spTree>
    <p:extLst>
      <p:ext uri="{BB962C8B-B14F-4D97-AF65-F5344CB8AC3E}">
        <p14:creationId xmlns:p14="http://schemas.microsoft.com/office/powerpoint/2010/main" val="897453058"/>
      </p:ext>
    </p:extLst>
  </p:cSld>
</p:sld>
</file>

<file path=ppt/slides/slide8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217A6A-4CDD-435F-9266-FE99986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Reinforcement with Edit Rebar and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4887-2025-417D-A717-A40892B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F4BA8-7974-426A-9603-D405533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8134-3CF1-4EDE-A46B-7FAE93E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B82C7-B862-4534-90CD-92256B9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62227786"/>
      </p:ext>
    </p:extLst>
  </p:cSld>
</p:sld>
</file>

<file path=ppt/slides/slide8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730E0E-B228-4650-86F7-FDD1608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Reinforcement Quantity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E1F4-81E1-429A-94C2-3C43415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reinforcement quantity results in the calculated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208D6-C9D0-458F-A7E6-E5056DB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4D81-410E-4BDA-ABB5-F448114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Confirm calculation is 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5D16F-1DA7-4B37-B34A-E6FDBCD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BEE0A-728F-491E-BF44-FF7017C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Review result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3B87-BAA2-47B5-B855-8E2A7A7E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Perform sample checks</a:t>
            </a:r>
          </a:p>
        </p:txBody>
      </p:sp>
    </p:spTree>
    <p:extLst>
      <p:ext uri="{BB962C8B-B14F-4D97-AF65-F5344CB8AC3E}">
        <p14:creationId xmlns:p14="http://schemas.microsoft.com/office/powerpoint/2010/main" val="1876018534"/>
      </p:ext>
    </p:extLst>
  </p:cSld>
</p:sld>
</file>

<file path=ppt/slides/slide8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9F15CF-724F-4B85-911E-DF899F5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calculation is current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61d55bc064904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A6F90-60A5-4C8D-B246-EECD5FF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results updated after the latest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model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FFB8F-128C-47F5-B558-3D2DDC9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2141826545"/>
      </p:ext>
    </p:extLst>
  </p:cSld>
</p:sld>
</file>

<file path=ppt/slides/slide8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4E16C6-50C3-4F65-84FC-D5BE14C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cd24006849ec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6E66C-FDEC-4948-9B03-15ABEA7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quantity results for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or scope under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2E03B-634B-4532-85F4-9EF143B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55169842"/>
      </p:ext>
    </p:extLst>
  </p:cSld>
</p:sld>
</file>

<file path=ppt/slides/slide8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609206-5D40-4826-9A33-D418D68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result details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72e68e79e4799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D8F28-E124-4AAD-A479-7E55A36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bar types, values and units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against the selected model element.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D01D1-068A-4372-B3A4-155F1F3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106845550"/>
      </p:ext>
    </p:extLst>
  </p:cSld>
</p:sld>
</file>

<file path=ppt/slides/slide8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1657F3-3741-472A-960F-3D165C6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Perform sample checks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e012867614d06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9964-D0B0-4A57-B9A6-376323F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representative results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data before creating a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99616-876A-4059-A99F-FB6071E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964297850"/>
      </p:ext>
    </p:extLst>
  </p:cSld>
</p:sld>
</file>

<file path=ppt/slides/slide8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AA454E-C9EB-4F97-A7BF-5BC9DD9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Reinforcement Quantity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7B1E8-9CE5-4B1E-A132-70BBEE6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877C-F7D0-421C-964C-CDE736F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F4152-9708-440A-B64A-FE41580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1821E-D383-4A64-B146-7CD4FBA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60497843"/>
      </p:ext>
    </p:extLst>
  </p:cSld>
</p:sld>
</file>

<file path=ppt/slides/slide8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41A87-6C65-4B29-B314-04D1D8B7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Classify Quantities and Create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5FFC3-CADF-4452-AEAD-B1A0D8E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Configure classification and produce a reviewable reinforcement report.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66415-61A2-47E5-BF76-E43AA43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DDD4-0579-418A-8EAB-B0153E84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FF827-2A32-4C97-B016-4FD8437D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classification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06B7E-DEB9-46E8-8B22-E47FB47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Apply the grouping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5CB7E-D951-425E-8DF8-04FF6F6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Create the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27370-2809-4404-8C1B-7B9AA23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Verify the final report</a:t>
            </a:r>
          </a:p>
        </p:txBody>
      </p:sp>
    </p:spTree>
    <p:extLst>
      <p:ext uri="{BB962C8B-B14F-4D97-AF65-F5344CB8AC3E}">
        <p14:creationId xmlns:p14="http://schemas.microsoft.com/office/powerpoint/2010/main" val="1533254784"/>
      </p:ext>
    </p:extLst>
  </p:cSld>
</p:sld>
</file>

<file path=ppt/slides/slide8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BBE103-7286-47AB-8C09-6427500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877015ef46c6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8B839-6B6D-4F38-B223-38C9EA42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this TRB command to define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grouping structure for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73ADD-299B-488F-BD20-F0AE0F85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and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881141761"/>
      </p:ext>
    </p:extLst>
  </p:cSld>
</p:sld>
</file>

<file path=ppt/slides/slide8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24809-6E50-4A8A-A0DE-3A11BA4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classification conditions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43667ab044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17DD-7CB6-4C54-B246-F25E374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Arrange the required attributes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purpose and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B627E-1A1F-4370-82E6-6F644675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and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1588856929"/>
      </p:ext>
    </p:extLst>
  </p:cSld>
</p:sld>
</file>

<file path=ppt/slides/slide8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09A14-5096-4E82-85B6-1F0573A9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the grouping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6869ba5e433b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88D61-12A0-41C7-8B5E-12050CD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resulting hierarchy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generating the final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E4D2D-E47B-4EF0-862A-AFFFAD7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438751615"/>
      </p:ext>
    </p:extLst>
  </p:cSld>
</p:sld>
</file>

<file path=ppt/slides/slide8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6D0CCD-378A-4953-961F-632B023D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the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a3a4fc0634c4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3AAFB-D163-49CF-BA86-DCF9438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the reinforcement-weight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report with verified scope and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DEBC1-148C-4E43-B769-EB71C253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037184108"/>
      </p:ext>
    </p:extLst>
  </p:cSld>
</p:sld>
</file>

<file path=ppt/slides/slide8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1ED25A-F208-47A9-8EF7-664367DE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Verify the final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5e37ee005458c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A09D-19D2-4874-86FE-CAD0D381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totals, classifications, units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revision before the report is used.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B5505-4C9E-4BBC-A1BD-8C60B77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078753104"/>
      </p:ext>
    </p:extLst>
  </p:cSld>
</p:sld>
</file>

<file path=ppt/slides/slide8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A54AA3-79B1-472C-A023-AE8EBE1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Classify Quantities and Create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2835E-C62A-4FE6-9E8B-2364847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82544-B98B-45D3-AE1D-F82B22C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5B15F-D5DD-4649-A849-0E193AE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A3A2-A7A3-4E3F-9AF4-8ED9476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51358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2026-10-13T09:51:46.6740000Z</dcterms:created>
  <dcterms:modified xsi:type="dcterms:W3CDTF">2026-10-13T09:51:46.6740000Z</dcterms:modified>
</coreProperties>
</file>