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  <Override PartName="/ppt/slides/slide271.xml" ContentType="application/vnd.openxmlformats-officedocument.presentationml.slide+xml"/>
  <Override PartName="/ppt/notesSlides/notesSlide271.xml" ContentType="application/vnd.openxmlformats-officedocument.presentationml.notesSlide+xml"/>
  <Override PartName="/ppt/slides/slide272.xml" ContentType="application/vnd.openxmlformats-officedocument.presentationml.slide+xml"/>
  <Override PartName="/ppt/notesSlides/notesSlide272.xml" ContentType="application/vnd.openxmlformats-officedocument.presentationml.notesSlide+xml"/>
  <Override PartName="/ppt/slides/slide273.xml" ContentType="application/vnd.openxmlformats-officedocument.presentationml.slide+xml"/>
  <Override PartName="/ppt/notesSlides/notesSlide273.xml" ContentType="application/vnd.openxmlformats-officedocument.presentationml.notesSlide+xml"/>
  <Override PartName="/ppt/slides/slide274.xml" ContentType="application/vnd.openxmlformats-officedocument.presentationml.slide+xml"/>
  <Override PartName="/ppt/notesSlides/notesSlide274.xml" ContentType="application/vnd.openxmlformats-officedocument.presentationml.notesSlide+xml"/>
  <Override PartName="/ppt/slides/slide275.xml" ContentType="application/vnd.openxmlformats-officedocument.presentationml.slide+xml"/>
  <Override PartName="/ppt/notesSlides/notesSlide275.xml" ContentType="application/vnd.openxmlformats-officedocument.presentationml.notesSlide+xml"/>
  <Override PartName="/ppt/slides/slide276.xml" ContentType="application/vnd.openxmlformats-officedocument.presentationml.slide+xml"/>
  <Override PartName="/ppt/notesSlides/notesSlide276.xml" ContentType="application/vnd.openxmlformats-officedocument.presentationml.notesSlide+xml"/>
  <Override PartName="/ppt/slides/slide277.xml" ContentType="application/vnd.openxmlformats-officedocument.presentationml.slide+xml"/>
  <Override PartName="/ppt/notesSlides/notesSlide277.xml" ContentType="application/vnd.openxmlformats-officedocument.presentationml.notesSlide+xml"/>
  <Override PartName="/ppt/slides/slide278.xml" ContentType="application/vnd.openxmlformats-officedocument.presentationml.slide+xml"/>
  <Override PartName="/ppt/notesSlides/notesSlide278.xml" ContentType="application/vnd.openxmlformats-officedocument.presentationml.notesSlide+xml"/>
  <Override PartName="/ppt/slides/slide279.xml" ContentType="application/vnd.openxmlformats-officedocument.presentationml.slide+xml"/>
  <Override PartName="/ppt/notesSlides/notesSlide279.xml" ContentType="application/vnd.openxmlformats-officedocument.presentationml.notesSlide+xml"/>
  <Override PartName="/ppt/slides/slide280.xml" ContentType="application/vnd.openxmlformats-officedocument.presentationml.slide+xml"/>
  <Override PartName="/ppt/notesSlides/notesSlide280.xml" ContentType="application/vnd.openxmlformats-officedocument.presentationml.notesSlide+xml"/>
  <Override PartName="/ppt/slides/slide281.xml" ContentType="application/vnd.openxmlformats-officedocument.presentationml.slide+xml"/>
  <Override PartName="/ppt/notesSlides/notesSlide281.xml" ContentType="application/vnd.openxmlformats-officedocument.presentationml.notesSlide+xml"/>
  <Override PartName="/ppt/slides/slide282.xml" ContentType="application/vnd.openxmlformats-officedocument.presentationml.slide+xml"/>
  <Override PartName="/ppt/notesSlides/notesSlide282.xml" ContentType="application/vnd.openxmlformats-officedocument.presentationml.notesSlide+xml"/>
  <Override PartName="/ppt/slides/slide283.xml" ContentType="application/vnd.openxmlformats-officedocument.presentationml.slide+xml"/>
  <Override PartName="/ppt/notesSlides/notesSlide283.xml" ContentType="application/vnd.openxmlformats-officedocument.presentationml.notesSlide+xml"/>
  <Override PartName="/ppt/slides/slide284.xml" ContentType="application/vnd.openxmlformats-officedocument.presentationml.slide+xml"/>
  <Override PartName="/ppt/notesSlides/notesSlide284.xml" ContentType="application/vnd.openxmlformats-officedocument.presentationml.notesSlide+xml"/>
  <Override PartName="/ppt/slides/slide285.xml" ContentType="application/vnd.openxmlformats-officedocument.presentationml.slide+xml"/>
  <Override PartName="/ppt/notesSlides/notesSlide285.xml" ContentType="application/vnd.openxmlformats-officedocument.presentationml.notesSlide+xml"/>
  <Override PartName="/ppt/slides/slide286.xml" ContentType="application/vnd.openxmlformats-officedocument.presentationml.slide+xml"/>
  <Override PartName="/ppt/notesSlides/notesSlide286.xml" ContentType="application/vnd.openxmlformats-officedocument.presentationml.notesSlide+xml"/>
  <Override PartName="/ppt/slides/slide287.xml" ContentType="application/vnd.openxmlformats-officedocument.presentationml.slide+xml"/>
  <Override PartName="/ppt/notesSlides/notesSlide287.xml" ContentType="application/vnd.openxmlformats-officedocument.presentationml.notesSlide+xml"/>
  <Override PartName="/ppt/slides/slide288.xml" ContentType="application/vnd.openxmlformats-officedocument.presentationml.slide+xml"/>
  <Override PartName="/ppt/notesSlides/notesSlide288.xml" ContentType="application/vnd.openxmlformats-officedocument.presentationml.notesSlide+xml"/>
  <Override PartName="/ppt/slides/slide289.xml" ContentType="application/vnd.openxmlformats-officedocument.presentationml.slide+xml"/>
  <Override PartName="/ppt/notesSlides/notesSlide289.xml" ContentType="application/vnd.openxmlformats-officedocument.presentationml.notesSlide+xml"/>
  <Override PartName="/ppt/slides/slide290.xml" ContentType="application/vnd.openxmlformats-officedocument.presentationml.slide+xml"/>
  <Override PartName="/ppt/notesSlides/notesSlide290.xml" ContentType="application/vnd.openxmlformats-officedocument.presentationml.notesSlide+xml"/>
  <Override PartName="/ppt/slides/slide291.xml" ContentType="application/vnd.openxmlformats-officedocument.presentationml.slide+xml"/>
  <Override PartName="/ppt/notesSlides/notesSlide291.xml" ContentType="application/vnd.openxmlformats-officedocument.presentationml.notesSlide+xml"/>
  <Override PartName="/ppt/slides/slide292.xml" ContentType="application/vnd.openxmlformats-officedocument.presentationml.slide+xml"/>
  <Override PartName="/ppt/notesSlides/notesSlide292.xml" ContentType="application/vnd.openxmlformats-officedocument.presentationml.notesSlide+xml"/>
  <Override PartName="/ppt/slides/slide293.xml" ContentType="application/vnd.openxmlformats-officedocument.presentationml.slide+xml"/>
  <Override PartName="/ppt/notesSlides/notesSlide293.xml" ContentType="application/vnd.openxmlformats-officedocument.presentationml.notesSlide+xml"/>
  <Override PartName="/ppt/slides/slide294.xml" ContentType="application/vnd.openxmlformats-officedocument.presentationml.slide+xml"/>
  <Override PartName="/ppt/notesSlides/notesSlide294.xml" ContentType="application/vnd.openxmlformats-officedocument.presentationml.notesSlide+xml"/>
  <Override PartName="/ppt/slides/slide295.xml" ContentType="application/vnd.openxmlformats-officedocument.presentationml.slide+xml"/>
  <Override PartName="/ppt/notesSlides/notesSlide295.xml" ContentType="application/vnd.openxmlformats-officedocument.presentationml.notesSlide+xml"/>
  <Override PartName="/ppt/slides/slide296.xml" ContentType="application/vnd.openxmlformats-officedocument.presentationml.slide+xml"/>
  <Override PartName="/ppt/notesSlides/notesSlide296.xml" ContentType="application/vnd.openxmlformats-officedocument.presentationml.notesSlide+xml"/>
  <Override PartName="/ppt/slides/slide297.xml" ContentType="application/vnd.openxmlformats-officedocument.presentationml.slide+xml"/>
  <Override PartName="/ppt/notesSlides/notesSlide297.xml" ContentType="application/vnd.openxmlformats-officedocument.presentationml.notesSlide+xml"/>
  <Override PartName="/ppt/slides/slide298.xml" ContentType="application/vnd.openxmlformats-officedocument.presentationml.slide+xml"/>
  <Override PartName="/ppt/notesSlides/notesSlide298.xml" ContentType="application/vnd.openxmlformats-officedocument.presentationml.notesSlide+xml"/>
  <Override PartName="/ppt/slides/slide299.xml" ContentType="application/vnd.openxmlformats-officedocument.presentationml.slide+xml"/>
  <Override PartName="/ppt/notesSlides/notesSlide299.xml" ContentType="application/vnd.openxmlformats-officedocument.presentationml.notesSlide+xml"/>
  <Override PartName="/ppt/slides/slide300.xml" ContentType="application/vnd.openxmlformats-officedocument.presentationml.slide+xml"/>
  <Override PartName="/ppt/notesSlides/notesSlide300.xml" ContentType="application/vnd.openxmlformats-officedocument.presentationml.notesSlide+xml"/>
  <Override PartName="/ppt/slides/slide301.xml" ContentType="application/vnd.openxmlformats-officedocument.presentationml.slide+xml"/>
  <Override PartName="/ppt/notesSlides/notesSlide301.xml" ContentType="application/vnd.openxmlformats-officedocument.presentationml.notesSlide+xml"/>
  <Override PartName="/ppt/slides/slide302.xml" ContentType="application/vnd.openxmlformats-officedocument.presentationml.slide+xml"/>
  <Override PartName="/ppt/notesSlides/notesSlide302.xml" ContentType="application/vnd.openxmlformats-officedocument.presentationml.notesSlide+xml"/>
  <Override PartName="/ppt/slides/slide303.xml" ContentType="application/vnd.openxmlformats-officedocument.presentationml.slide+xml"/>
  <Override PartName="/ppt/notesSlides/notesSlide303.xml" ContentType="application/vnd.openxmlformats-officedocument.presentationml.notesSlide+xml"/>
  <Override PartName="/ppt/slides/slide304.xml" ContentType="application/vnd.openxmlformats-officedocument.presentationml.slide+xml"/>
  <Override PartName="/ppt/notesSlides/notesSlide304.xml" ContentType="application/vnd.openxmlformats-officedocument.presentationml.notesSlide+xml"/>
  <Override PartName="/ppt/slides/slide305.xml" ContentType="application/vnd.openxmlformats-officedocument.presentationml.slide+xml"/>
  <Override PartName="/ppt/notesSlides/notesSlide305.xml" ContentType="application/vnd.openxmlformats-officedocument.presentationml.notesSlide+xml"/>
  <Override PartName="/ppt/slides/slide306.xml" ContentType="application/vnd.openxmlformats-officedocument.presentationml.slide+xml"/>
  <Override PartName="/ppt/notesSlides/notesSlide306.xml" ContentType="application/vnd.openxmlformats-officedocument.presentationml.notesSlide+xml"/>
  <Override PartName="/ppt/slides/slide307.xml" ContentType="application/vnd.openxmlformats-officedocument.presentationml.slide+xml"/>
  <Override PartName="/ppt/notesSlides/notesSlide307.xml" ContentType="application/vnd.openxmlformats-officedocument.presentationml.notesSlide+xml"/>
  <Override PartName="/ppt/slides/slide308.xml" ContentType="application/vnd.openxmlformats-officedocument.presentationml.slide+xml"/>
  <Override PartName="/ppt/notesSlides/notesSlide308.xml" ContentType="application/vnd.openxmlformats-officedocument.presentationml.notesSlide+xml"/>
  <Override PartName="/ppt/slides/slide309.xml" ContentType="application/vnd.openxmlformats-officedocument.presentationml.slide+xml"/>
  <Override PartName="/ppt/notesSlides/notesSlide309.xml" ContentType="application/vnd.openxmlformats-officedocument.presentationml.notesSlide+xml"/>
  <Override PartName="/ppt/slides/slide310.xml" ContentType="application/vnd.openxmlformats-officedocument.presentationml.slide+xml"/>
  <Override PartName="/ppt/notesSlides/notesSlide310.xml" ContentType="application/vnd.openxmlformats-officedocument.presentationml.notesSlide+xml"/>
  <Override PartName="/ppt/slides/slide311.xml" ContentType="application/vnd.openxmlformats-officedocument.presentationml.slide+xml"/>
  <Override PartName="/ppt/notesSlides/notesSlide311.xml" ContentType="application/vnd.openxmlformats-officedocument.presentationml.notesSlide+xml"/>
  <Override PartName="/ppt/slides/slide312.xml" ContentType="application/vnd.openxmlformats-officedocument.presentationml.slide+xml"/>
  <Override PartName="/ppt/notesSlides/notesSlide312.xml" ContentType="application/vnd.openxmlformats-officedocument.presentationml.notesSlide+xml"/>
  <Override PartName="/ppt/slides/slide313.xml" ContentType="application/vnd.openxmlformats-officedocument.presentationml.slide+xml"/>
  <Override PartName="/ppt/notesSlides/notesSlide313.xml" ContentType="application/vnd.openxmlformats-officedocument.presentationml.notesSlide+xml"/>
  <Override PartName="/ppt/slides/slide314.xml" ContentType="application/vnd.openxmlformats-officedocument.presentationml.slide+xml"/>
  <Override PartName="/ppt/notesSlides/notesSlide314.xml" ContentType="application/vnd.openxmlformats-officedocument.presentationml.notesSlide+xml"/>
  <Override PartName="/ppt/slides/slide315.xml" ContentType="application/vnd.openxmlformats-officedocument.presentationml.slide+xml"/>
  <Override PartName="/ppt/notesSlides/notesSlide315.xml" ContentType="application/vnd.openxmlformats-officedocument.presentationml.notesSlide+xml"/>
  <Override PartName="/ppt/slides/slide316.xml" ContentType="application/vnd.openxmlformats-officedocument.presentationml.slide+xml"/>
  <Override PartName="/ppt/notesSlides/notesSlide316.xml" ContentType="application/vnd.openxmlformats-officedocument.presentationml.notesSlide+xml"/>
  <Override PartName="/ppt/slides/slide317.xml" ContentType="application/vnd.openxmlformats-officedocument.presentationml.slide+xml"/>
  <Override PartName="/ppt/notesSlides/notesSlide317.xml" ContentType="application/vnd.openxmlformats-officedocument.presentationml.notesSlide+xml"/>
  <Override PartName="/ppt/slides/slide318.xml" ContentType="application/vnd.openxmlformats-officedocument.presentationml.slide+xml"/>
  <Override PartName="/ppt/notesSlides/notesSlide318.xml" ContentType="application/vnd.openxmlformats-officedocument.presentationml.notesSlide+xml"/>
  <Override PartName="/ppt/slides/slide319.xml" ContentType="application/vnd.openxmlformats-officedocument.presentationml.slide+xml"/>
  <Override PartName="/ppt/notesSlides/notesSlide319.xml" ContentType="application/vnd.openxmlformats-officedocument.presentationml.notesSlide+xml"/>
  <Override PartName="/ppt/slides/slide320.xml" ContentType="application/vnd.openxmlformats-officedocument.presentationml.slide+xml"/>
  <Override PartName="/ppt/notesSlides/notesSlide320.xml" ContentType="application/vnd.openxmlformats-officedocument.presentationml.notesSlide+xml"/>
  <Override PartName="/ppt/slides/slide321.xml" ContentType="application/vnd.openxmlformats-officedocument.presentationml.slide+xml"/>
  <Override PartName="/ppt/notesSlides/notesSlide321.xml" ContentType="application/vnd.openxmlformats-officedocument.presentationml.notesSlide+xml"/>
  <Override PartName="/ppt/slides/slide322.xml" ContentType="application/vnd.openxmlformats-officedocument.presentationml.slide+xml"/>
  <Override PartName="/ppt/notesSlides/notesSlide322.xml" ContentType="application/vnd.openxmlformats-officedocument.presentationml.notesSlide+xml"/>
  <Override PartName="/ppt/slides/slide323.xml" ContentType="application/vnd.openxmlformats-officedocument.presentationml.slide+xml"/>
  <Override PartName="/ppt/notesSlides/notesSlide323.xml" ContentType="application/vnd.openxmlformats-officedocument.presentationml.notesSlide+xml"/>
  <Override PartName="/ppt/slides/slide324.xml" ContentType="application/vnd.openxmlformats-officedocument.presentationml.slide+xml"/>
  <Override PartName="/ppt/notesSlides/notesSlide324.xml" ContentType="application/vnd.openxmlformats-officedocument.presentationml.notesSlide+xml"/>
  <Override PartName="/ppt/slides/slide325.xml" ContentType="application/vnd.openxmlformats-officedocument.presentationml.slide+xml"/>
  <Override PartName="/ppt/notesSlides/notesSlide325.xml" ContentType="application/vnd.openxmlformats-officedocument.presentationml.notesSlide+xml"/>
  <Override PartName="/ppt/slides/slide326.xml" ContentType="application/vnd.openxmlformats-officedocument.presentationml.slide+xml"/>
  <Override PartName="/ppt/notesSlides/notesSlide326.xml" ContentType="application/vnd.openxmlformats-officedocument.presentationml.notesSlide+xml"/>
  <Override PartName="/ppt/slides/slide327.xml" ContentType="application/vnd.openxmlformats-officedocument.presentationml.slide+xml"/>
  <Override PartName="/ppt/notesSlides/notesSlide327.xml" ContentType="application/vnd.openxmlformats-officedocument.presentationml.notesSlide+xml"/>
  <Override PartName="/ppt/slides/slide328.xml" ContentType="application/vnd.openxmlformats-officedocument.presentationml.slide+xml"/>
  <Override PartName="/ppt/notesSlides/notesSlide328.xml" ContentType="application/vnd.openxmlformats-officedocument.presentationml.notesSlide+xml"/>
  <Override PartName="/ppt/slides/slide329.xml" ContentType="application/vnd.openxmlformats-officedocument.presentationml.slide+xml"/>
  <Override PartName="/ppt/notesSlides/notesSlide329.xml" ContentType="application/vnd.openxmlformats-officedocument.presentationml.notesSlide+xml"/>
  <Override PartName="/ppt/slides/slide330.xml" ContentType="application/vnd.openxmlformats-officedocument.presentationml.slide+xml"/>
  <Override PartName="/ppt/notesSlides/notesSlide330.xml" ContentType="application/vnd.openxmlformats-officedocument.presentationml.notesSlide+xml"/>
  <Override PartName="/ppt/slides/slide331.xml" ContentType="application/vnd.openxmlformats-officedocument.presentationml.slide+xml"/>
  <Override PartName="/ppt/notesSlides/notesSlide331.xml" ContentType="application/vnd.openxmlformats-officedocument.presentationml.notesSlide+xml"/>
  <Override PartName="/ppt/slides/slide332.xml" ContentType="application/vnd.openxmlformats-officedocument.presentationml.slide+xml"/>
  <Override PartName="/ppt/notesSlides/notesSlide332.xml" ContentType="application/vnd.openxmlformats-officedocument.presentationml.notesSlide+xml"/>
  <Override PartName="/ppt/slides/slide333.xml" ContentType="application/vnd.openxmlformats-officedocument.presentationml.slide+xml"/>
  <Override PartName="/ppt/notesSlides/notesSlide333.xml" ContentType="application/vnd.openxmlformats-officedocument.presentationml.notesSlide+xml"/>
  <Override PartName="/ppt/slides/slide334.xml" ContentType="application/vnd.openxmlformats-officedocument.presentationml.slide+xml"/>
  <Override PartName="/ppt/notesSlides/notesSlide3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bf208e0f7241f1" /><Relationship Type="http://schemas.openxmlformats.org/officeDocument/2006/relationships/extended-properties" Target="/docProps/app.xml" Id="R083ae527f0f54fd8" /><Relationship Type="http://schemas.openxmlformats.org/officeDocument/2006/relationships/officeDocument" Target="/ppt/presentation.xml" Id="R934bc43a7b4d45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9a2d6f383e44e3"/>
  </p:sldMasterIdLst>
  <p:notesMasterIdLst>
    <p:notesMasterId xmlns:r="http://schemas.openxmlformats.org/officeDocument/2006/relationships" r:id="R5e37de057b654d87"/>
  </p:notesMasterIdLst>
  <p:sldIdLst>
    <p:sldId xmlns:r="http://schemas.openxmlformats.org/officeDocument/2006/relationships" id="471" r:id="Rb4aac9ad477c463d"/>
    <p:sldId xmlns:r="http://schemas.openxmlformats.org/officeDocument/2006/relationships" id="472" r:id="R7b8922a2728d4c19"/>
    <p:sldId xmlns:r="http://schemas.openxmlformats.org/officeDocument/2006/relationships" id="473" r:id="R05a604c003c4409e"/>
    <p:sldId xmlns:r="http://schemas.openxmlformats.org/officeDocument/2006/relationships" id="474" r:id="Rfbe815ff6c044151"/>
    <p:sldId xmlns:r="http://schemas.openxmlformats.org/officeDocument/2006/relationships" id="475" r:id="R983afab66a3c4cbd"/>
    <p:sldId xmlns:r="http://schemas.openxmlformats.org/officeDocument/2006/relationships" id="476" r:id="R0e5e153be8344cb5"/>
    <p:sldId xmlns:r="http://schemas.openxmlformats.org/officeDocument/2006/relationships" id="477" r:id="Rde0b47deb44c4d1e"/>
    <p:sldId xmlns:r="http://schemas.openxmlformats.org/officeDocument/2006/relationships" id="478" r:id="R2570ded316c94f0b"/>
    <p:sldId xmlns:r="http://schemas.openxmlformats.org/officeDocument/2006/relationships" id="479" r:id="R0ff3db40a8be4cc8"/>
    <p:sldId xmlns:r="http://schemas.openxmlformats.org/officeDocument/2006/relationships" id="480" r:id="R754430891db44809"/>
    <p:sldId xmlns:r="http://schemas.openxmlformats.org/officeDocument/2006/relationships" id="481" r:id="Rba8f455b62234054"/>
    <p:sldId xmlns:r="http://schemas.openxmlformats.org/officeDocument/2006/relationships" id="482" r:id="R1adfd22ec18f419c"/>
    <p:sldId xmlns:r="http://schemas.openxmlformats.org/officeDocument/2006/relationships" id="483" r:id="Rd81d1dbe44db488a"/>
    <p:sldId xmlns:r="http://schemas.openxmlformats.org/officeDocument/2006/relationships" id="484" r:id="R1fdad9f71c8a4adf"/>
    <p:sldId xmlns:r="http://schemas.openxmlformats.org/officeDocument/2006/relationships" id="485" r:id="R507a21e512134979"/>
    <p:sldId xmlns:r="http://schemas.openxmlformats.org/officeDocument/2006/relationships" id="486" r:id="R58dd0493934f4ba9"/>
    <p:sldId xmlns:r="http://schemas.openxmlformats.org/officeDocument/2006/relationships" id="487" r:id="R6bcd03244e0d4040"/>
    <p:sldId xmlns:r="http://schemas.openxmlformats.org/officeDocument/2006/relationships" id="488" r:id="R120afaf4658d4d23"/>
    <p:sldId xmlns:r="http://schemas.openxmlformats.org/officeDocument/2006/relationships" id="489" r:id="R6641f114806a4a2e"/>
    <p:sldId xmlns:r="http://schemas.openxmlformats.org/officeDocument/2006/relationships" id="490" r:id="R6fa8a1530b0f4062"/>
    <p:sldId xmlns:r="http://schemas.openxmlformats.org/officeDocument/2006/relationships" id="491" r:id="R32b3556272464236"/>
    <p:sldId xmlns:r="http://schemas.openxmlformats.org/officeDocument/2006/relationships" id="492" r:id="Rd2c7a2faf767469f"/>
    <p:sldId xmlns:r="http://schemas.openxmlformats.org/officeDocument/2006/relationships" id="493" r:id="Refce47b81f7f4407"/>
    <p:sldId xmlns:r="http://schemas.openxmlformats.org/officeDocument/2006/relationships" id="494" r:id="R4696c41e816a437c"/>
    <p:sldId xmlns:r="http://schemas.openxmlformats.org/officeDocument/2006/relationships" id="495" r:id="Rf5d11c3a496e44a8"/>
    <p:sldId xmlns:r="http://schemas.openxmlformats.org/officeDocument/2006/relationships" id="496" r:id="Rf63c127eeea54783"/>
    <p:sldId xmlns:r="http://schemas.openxmlformats.org/officeDocument/2006/relationships" id="497" r:id="R7a992c06b4c84cb8"/>
    <p:sldId xmlns:r="http://schemas.openxmlformats.org/officeDocument/2006/relationships" id="498" r:id="R3b348d9e1bcb452d"/>
    <p:sldId xmlns:r="http://schemas.openxmlformats.org/officeDocument/2006/relationships" id="499" r:id="Rd4c6a4a0cd3e416c"/>
    <p:sldId xmlns:r="http://schemas.openxmlformats.org/officeDocument/2006/relationships" id="500" r:id="R7b4579708f3d45a5"/>
    <p:sldId xmlns:r="http://schemas.openxmlformats.org/officeDocument/2006/relationships" id="501" r:id="R19c1539b98a744c1"/>
    <p:sldId xmlns:r="http://schemas.openxmlformats.org/officeDocument/2006/relationships" id="502" r:id="R46f2422d67e24633"/>
    <p:sldId xmlns:r="http://schemas.openxmlformats.org/officeDocument/2006/relationships" id="503" r:id="R9a29dfb2c0cd4339"/>
    <p:sldId xmlns:r="http://schemas.openxmlformats.org/officeDocument/2006/relationships" id="504" r:id="R6847962007824d39"/>
    <p:sldId xmlns:r="http://schemas.openxmlformats.org/officeDocument/2006/relationships" id="505" r:id="R7dbb88c6aa4b441e"/>
    <p:sldId xmlns:r="http://schemas.openxmlformats.org/officeDocument/2006/relationships" id="506" r:id="R92aa4d8da0094cad"/>
    <p:sldId xmlns:r="http://schemas.openxmlformats.org/officeDocument/2006/relationships" id="507" r:id="R288668d69e344cb0"/>
    <p:sldId xmlns:r="http://schemas.openxmlformats.org/officeDocument/2006/relationships" id="508" r:id="Rc69333b1ef6f4942"/>
    <p:sldId xmlns:r="http://schemas.openxmlformats.org/officeDocument/2006/relationships" id="509" r:id="R4b6bac96238443d1"/>
    <p:sldId xmlns:r="http://schemas.openxmlformats.org/officeDocument/2006/relationships" id="510" r:id="Rae6bda88ace7446d"/>
    <p:sldId xmlns:r="http://schemas.openxmlformats.org/officeDocument/2006/relationships" id="511" r:id="R03eeac2e0af74dd2"/>
    <p:sldId xmlns:r="http://schemas.openxmlformats.org/officeDocument/2006/relationships" id="512" r:id="R938b5c18a47b4bff"/>
    <p:sldId xmlns:r="http://schemas.openxmlformats.org/officeDocument/2006/relationships" id="513" r:id="R2d19ddf2cbe2469a"/>
    <p:sldId xmlns:r="http://schemas.openxmlformats.org/officeDocument/2006/relationships" id="514" r:id="R889893efcf974df6"/>
    <p:sldId xmlns:r="http://schemas.openxmlformats.org/officeDocument/2006/relationships" id="515" r:id="R0c2076d3187d436c"/>
    <p:sldId xmlns:r="http://schemas.openxmlformats.org/officeDocument/2006/relationships" id="516" r:id="Re8c25e15706e4d2e"/>
    <p:sldId xmlns:r="http://schemas.openxmlformats.org/officeDocument/2006/relationships" id="517" r:id="R26848c506cee4d94"/>
    <p:sldId xmlns:r="http://schemas.openxmlformats.org/officeDocument/2006/relationships" id="518" r:id="R8a56b1ec7d864b88"/>
    <p:sldId xmlns:r="http://schemas.openxmlformats.org/officeDocument/2006/relationships" id="519" r:id="R0117c88212324e92"/>
    <p:sldId xmlns:r="http://schemas.openxmlformats.org/officeDocument/2006/relationships" id="520" r:id="Rd9c139f66fe84eb2"/>
    <p:sldId xmlns:r="http://schemas.openxmlformats.org/officeDocument/2006/relationships" id="521" r:id="R3fbf193124c74099"/>
    <p:sldId xmlns:r="http://schemas.openxmlformats.org/officeDocument/2006/relationships" id="522" r:id="R922e084261db4248"/>
    <p:sldId xmlns:r="http://schemas.openxmlformats.org/officeDocument/2006/relationships" id="523" r:id="R361d23c424254b45"/>
    <p:sldId xmlns:r="http://schemas.openxmlformats.org/officeDocument/2006/relationships" id="524" r:id="R7f82aa6f1bf94fba"/>
    <p:sldId xmlns:r="http://schemas.openxmlformats.org/officeDocument/2006/relationships" id="525" r:id="Rd7ea774d483146ac"/>
    <p:sldId xmlns:r="http://schemas.openxmlformats.org/officeDocument/2006/relationships" id="526" r:id="R68ca01a9534646ee"/>
    <p:sldId xmlns:r="http://schemas.openxmlformats.org/officeDocument/2006/relationships" id="527" r:id="Rc8b3613554824467"/>
    <p:sldId xmlns:r="http://schemas.openxmlformats.org/officeDocument/2006/relationships" id="528" r:id="R7fcf20015b7c4e8d"/>
    <p:sldId xmlns:r="http://schemas.openxmlformats.org/officeDocument/2006/relationships" id="529" r:id="Ra14c1c546491449c"/>
    <p:sldId xmlns:r="http://schemas.openxmlformats.org/officeDocument/2006/relationships" id="530" r:id="Rcc5afa6f55354190"/>
    <p:sldId xmlns:r="http://schemas.openxmlformats.org/officeDocument/2006/relationships" id="531" r:id="R4eb2164863f944b3"/>
    <p:sldId xmlns:r="http://schemas.openxmlformats.org/officeDocument/2006/relationships" id="532" r:id="R2cc626268328483d"/>
    <p:sldId xmlns:r="http://schemas.openxmlformats.org/officeDocument/2006/relationships" id="533" r:id="R424d45d1472a4a4b"/>
    <p:sldId xmlns:r="http://schemas.openxmlformats.org/officeDocument/2006/relationships" id="534" r:id="Ra0be793f87c84fae"/>
    <p:sldId xmlns:r="http://schemas.openxmlformats.org/officeDocument/2006/relationships" id="535" r:id="R68ea39ba46254ef5"/>
    <p:sldId xmlns:r="http://schemas.openxmlformats.org/officeDocument/2006/relationships" id="536" r:id="Ra915bd9637314c95"/>
    <p:sldId xmlns:r="http://schemas.openxmlformats.org/officeDocument/2006/relationships" id="537" r:id="R3fd10352e82545e3"/>
    <p:sldId xmlns:r="http://schemas.openxmlformats.org/officeDocument/2006/relationships" id="538" r:id="Re25e57286f60441e"/>
    <p:sldId xmlns:r="http://schemas.openxmlformats.org/officeDocument/2006/relationships" id="539" r:id="R0977387e8c674cb3"/>
    <p:sldId xmlns:r="http://schemas.openxmlformats.org/officeDocument/2006/relationships" id="540" r:id="Rd5d132c89d2f4188"/>
    <p:sldId xmlns:r="http://schemas.openxmlformats.org/officeDocument/2006/relationships" id="541" r:id="Rf0fbf2044dd94a69"/>
    <p:sldId xmlns:r="http://schemas.openxmlformats.org/officeDocument/2006/relationships" id="542" r:id="Ra2d45dd88bef4e70"/>
    <p:sldId xmlns:r="http://schemas.openxmlformats.org/officeDocument/2006/relationships" id="543" r:id="Rb93389d6c2e84071"/>
    <p:sldId xmlns:r="http://schemas.openxmlformats.org/officeDocument/2006/relationships" id="544" r:id="Rf49918cba2d7485a"/>
    <p:sldId xmlns:r="http://schemas.openxmlformats.org/officeDocument/2006/relationships" id="545" r:id="R692fcdebd2f14435"/>
    <p:sldId xmlns:r="http://schemas.openxmlformats.org/officeDocument/2006/relationships" id="546" r:id="Rbae30551f8914ff0"/>
    <p:sldId xmlns:r="http://schemas.openxmlformats.org/officeDocument/2006/relationships" id="547" r:id="Rbb9e975c8c32417a"/>
    <p:sldId xmlns:r="http://schemas.openxmlformats.org/officeDocument/2006/relationships" id="548" r:id="R01ca4f0952ee4ff3"/>
    <p:sldId xmlns:r="http://schemas.openxmlformats.org/officeDocument/2006/relationships" id="549" r:id="R66d246f06eeb4f1a"/>
    <p:sldId xmlns:r="http://schemas.openxmlformats.org/officeDocument/2006/relationships" id="550" r:id="R844ee082cdd340ed"/>
    <p:sldId xmlns:r="http://schemas.openxmlformats.org/officeDocument/2006/relationships" id="551" r:id="Rd98dec23d0ba4ba5"/>
    <p:sldId xmlns:r="http://schemas.openxmlformats.org/officeDocument/2006/relationships" id="552" r:id="R8d7e995c1fa84770"/>
    <p:sldId xmlns:r="http://schemas.openxmlformats.org/officeDocument/2006/relationships" id="553" r:id="R471a8e57e52148f2"/>
    <p:sldId xmlns:r="http://schemas.openxmlformats.org/officeDocument/2006/relationships" id="554" r:id="R9961c43a86de4f6a"/>
    <p:sldId xmlns:r="http://schemas.openxmlformats.org/officeDocument/2006/relationships" id="555" r:id="Rbc30205bad284b8e"/>
    <p:sldId xmlns:r="http://schemas.openxmlformats.org/officeDocument/2006/relationships" id="556" r:id="R7a5c0648ab6347c1"/>
    <p:sldId xmlns:r="http://schemas.openxmlformats.org/officeDocument/2006/relationships" id="557" r:id="Rd982a58b9918453f"/>
    <p:sldId xmlns:r="http://schemas.openxmlformats.org/officeDocument/2006/relationships" id="558" r:id="Re2b6f41f99fb430f"/>
    <p:sldId xmlns:r="http://schemas.openxmlformats.org/officeDocument/2006/relationships" id="559" r:id="Rf26e6fe236884246"/>
    <p:sldId xmlns:r="http://schemas.openxmlformats.org/officeDocument/2006/relationships" id="560" r:id="R4d367accf24645d8"/>
    <p:sldId xmlns:r="http://schemas.openxmlformats.org/officeDocument/2006/relationships" id="561" r:id="R4d8b94807a7d4115"/>
    <p:sldId xmlns:r="http://schemas.openxmlformats.org/officeDocument/2006/relationships" id="562" r:id="Rfa4f6a726e684d25"/>
    <p:sldId xmlns:r="http://schemas.openxmlformats.org/officeDocument/2006/relationships" id="563" r:id="Re76ac2a392e84630"/>
    <p:sldId xmlns:r="http://schemas.openxmlformats.org/officeDocument/2006/relationships" id="564" r:id="R9e5393f88e5040d1"/>
    <p:sldId xmlns:r="http://schemas.openxmlformats.org/officeDocument/2006/relationships" id="565" r:id="R96c56e7d7d934f25"/>
    <p:sldId xmlns:r="http://schemas.openxmlformats.org/officeDocument/2006/relationships" id="566" r:id="R477c22a97345487e"/>
    <p:sldId xmlns:r="http://schemas.openxmlformats.org/officeDocument/2006/relationships" id="567" r:id="Rad9ac0d741a646b6"/>
    <p:sldId xmlns:r="http://schemas.openxmlformats.org/officeDocument/2006/relationships" id="568" r:id="Rb4c6837ce36a4239"/>
    <p:sldId xmlns:r="http://schemas.openxmlformats.org/officeDocument/2006/relationships" id="569" r:id="R1777b21f3d024fd0"/>
    <p:sldId xmlns:r="http://schemas.openxmlformats.org/officeDocument/2006/relationships" id="570" r:id="Re4c97019564143cf"/>
    <p:sldId xmlns:r="http://schemas.openxmlformats.org/officeDocument/2006/relationships" id="571" r:id="R13cb2d8dd73240be"/>
    <p:sldId xmlns:r="http://schemas.openxmlformats.org/officeDocument/2006/relationships" id="572" r:id="R274c9e49c08d490c"/>
    <p:sldId xmlns:r="http://schemas.openxmlformats.org/officeDocument/2006/relationships" id="573" r:id="Ra24dc4f6380d483c"/>
    <p:sldId xmlns:r="http://schemas.openxmlformats.org/officeDocument/2006/relationships" id="574" r:id="R31eb8f8b3c2143bf"/>
    <p:sldId xmlns:r="http://schemas.openxmlformats.org/officeDocument/2006/relationships" id="575" r:id="Rc4352d143f724a10"/>
    <p:sldId xmlns:r="http://schemas.openxmlformats.org/officeDocument/2006/relationships" id="576" r:id="R1e9bee20cbbe46bc"/>
    <p:sldId xmlns:r="http://schemas.openxmlformats.org/officeDocument/2006/relationships" id="577" r:id="Rd858e72ee302457d"/>
    <p:sldId xmlns:r="http://schemas.openxmlformats.org/officeDocument/2006/relationships" id="578" r:id="R932b1e8b4ee2447e"/>
    <p:sldId xmlns:r="http://schemas.openxmlformats.org/officeDocument/2006/relationships" id="579" r:id="Rfb74e8a708d6499a"/>
    <p:sldId xmlns:r="http://schemas.openxmlformats.org/officeDocument/2006/relationships" id="580" r:id="R7752f5467164467d"/>
    <p:sldId xmlns:r="http://schemas.openxmlformats.org/officeDocument/2006/relationships" id="581" r:id="Rf9e87b5972644453"/>
    <p:sldId xmlns:r="http://schemas.openxmlformats.org/officeDocument/2006/relationships" id="582" r:id="R4d6ab55dac0147c6"/>
    <p:sldId xmlns:r="http://schemas.openxmlformats.org/officeDocument/2006/relationships" id="583" r:id="R18a3336ba7894288"/>
    <p:sldId xmlns:r="http://schemas.openxmlformats.org/officeDocument/2006/relationships" id="584" r:id="R6d3272d60c004152"/>
    <p:sldId xmlns:r="http://schemas.openxmlformats.org/officeDocument/2006/relationships" id="585" r:id="Ra2e0e02c3d934d39"/>
    <p:sldId xmlns:r="http://schemas.openxmlformats.org/officeDocument/2006/relationships" id="586" r:id="Rf8203622b56d4e19"/>
    <p:sldId xmlns:r="http://schemas.openxmlformats.org/officeDocument/2006/relationships" id="587" r:id="R4991ae10dbfa43fc"/>
    <p:sldId xmlns:r="http://schemas.openxmlformats.org/officeDocument/2006/relationships" id="588" r:id="R801a991249714db3"/>
    <p:sldId xmlns:r="http://schemas.openxmlformats.org/officeDocument/2006/relationships" id="589" r:id="Rc6746c4d177b49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dfccaab1d44dcb" /><Relationship Type="http://schemas.openxmlformats.org/officeDocument/2006/relationships/slideMaster" Target="/ppt/slideMasters/slideMaster1.xml" Id="R859a2d6f383e44e3" /><Relationship Type="http://schemas.openxmlformats.org/officeDocument/2006/relationships/notesMaster" Target="/ppt/notesMasters/notesMaster1.xml" Id="R5e37de057b654d87" /><Relationship Type="http://schemas.openxmlformats.org/officeDocument/2006/relationships/presProps" Target="/ppt/presProps.xml" Id="R9bbf88e3c2af431c" /><Relationship Type="http://schemas.openxmlformats.org/officeDocument/2006/relationships/tableStyles" Target="/ppt/tableStyles.xml" Id="Rb312e35cdbd74e7c" /><Relationship Type="http://schemas.openxmlformats.org/officeDocument/2006/relationships/slide" Target="/ppt/slides/slide216.xml" Id="Rb4aac9ad477c463d" /><Relationship Type="http://schemas.openxmlformats.org/officeDocument/2006/relationships/slide" Target="/ppt/slides/slide217.xml" Id="R7b8922a2728d4c19" /><Relationship Type="http://schemas.openxmlformats.org/officeDocument/2006/relationships/slide" Target="/ppt/slides/slide218.xml" Id="R05a604c003c4409e" /><Relationship Type="http://schemas.openxmlformats.org/officeDocument/2006/relationships/slide" Target="/ppt/slides/slide219.xml" Id="Rfbe815ff6c044151" /><Relationship Type="http://schemas.openxmlformats.org/officeDocument/2006/relationships/slide" Target="/ppt/slides/slide220.xml" Id="R983afab66a3c4cbd" /><Relationship Type="http://schemas.openxmlformats.org/officeDocument/2006/relationships/slide" Target="/ppt/slides/slide221.xml" Id="R0e5e153be8344cb5" /><Relationship Type="http://schemas.openxmlformats.org/officeDocument/2006/relationships/slide" Target="/ppt/slides/slide222.xml" Id="Rde0b47deb44c4d1e" /><Relationship Type="http://schemas.openxmlformats.org/officeDocument/2006/relationships/slide" Target="/ppt/slides/slide223.xml" Id="R2570ded316c94f0b" /><Relationship Type="http://schemas.openxmlformats.org/officeDocument/2006/relationships/slide" Target="/ppt/slides/slide224.xml" Id="R0ff3db40a8be4cc8" /><Relationship Type="http://schemas.openxmlformats.org/officeDocument/2006/relationships/slide" Target="/ppt/slides/slide225.xml" Id="R754430891db44809" /><Relationship Type="http://schemas.openxmlformats.org/officeDocument/2006/relationships/slide" Target="/ppt/slides/slide226.xml" Id="Rba8f455b62234054" /><Relationship Type="http://schemas.openxmlformats.org/officeDocument/2006/relationships/slide" Target="/ppt/slides/slide227.xml" Id="R1adfd22ec18f419c" /><Relationship Type="http://schemas.openxmlformats.org/officeDocument/2006/relationships/slide" Target="/ppt/slides/slide228.xml" Id="Rd81d1dbe44db488a" /><Relationship Type="http://schemas.openxmlformats.org/officeDocument/2006/relationships/slide" Target="/ppt/slides/slide229.xml" Id="R1fdad9f71c8a4adf" /><Relationship Type="http://schemas.openxmlformats.org/officeDocument/2006/relationships/slide" Target="/ppt/slides/slide230.xml" Id="R507a21e512134979" /><Relationship Type="http://schemas.openxmlformats.org/officeDocument/2006/relationships/slide" Target="/ppt/slides/slide231.xml" Id="R58dd0493934f4ba9" /><Relationship Type="http://schemas.openxmlformats.org/officeDocument/2006/relationships/slide" Target="/ppt/slides/slide232.xml" Id="R6bcd03244e0d4040" /><Relationship Type="http://schemas.openxmlformats.org/officeDocument/2006/relationships/slide" Target="/ppt/slides/slide233.xml" Id="R120afaf4658d4d23" /><Relationship Type="http://schemas.openxmlformats.org/officeDocument/2006/relationships/slide" Target="/ppt/slides/slide234.xml" Id="R6641f114806a4a2e" /><Relationship Type="http://schemas.openxmlformats.org/officeDocument/2006/relationships/slide" Target="/ppt/slides/slide235.xml" Id="R6fa8a1530b0f4062" /><Relationship Type="http://schemas.openxmlformats.org/officeDocument/2006/relationships/slide" Target="/ppt/slides/slide236.xml" Id="R32b3556272464236" /><Relationship Type="http://schemas.openxmlformats.org/officeDocument/2006/relationships/slide" Target="/ppt/slides/slide237.xml" Id="Rd2c7a2faf767469f" /><Relationship Type="http://schemas.openxmlformats.org/officeDocument/2006/relationships/slide" Target="/ppt/slides/slide238.xml" Id="Refce47b81f7f4407" /><Relationship Type="http://schemas.openxmlformats.org/officeDocument/2006/relationships/slide" Target="/ppt/slides/slide239.xml" Id="R4696c41e816a437c" /><Relationship Type="http://schemas.openxmlformats.org/officeDocument/2006/relationships/slide" Target="/ppt/slides/slide240.xml" Id="Rf5d11c3a496e44a8" /><Relationship Type="http://schemas.openxmlformats.org/officeDocument/2006/relationships/slide" Target="/ppt/slides/slide241.xml" Id="Rf63c127eeea54783" /><Relationship Type="http://schemas.openxmlformats.org/officeDocument/2006/relationships/slide" Target="/ppt/slides/slide242.xml" Id="R7a992c06b4c84cb8" /><Relationship Type="http://schemas.openxmlformats.org/officeDocument/2006/relationships/slide" Target="/ppt/slides/slide243.xml" Id="R3b348d9e1bcb452d" /><Relationship Type="http://schemas.openxmlformats.org/officeDocument/2006/relationships/slide" Target="/ppt/slides/slide244.xml" Id="Rd4c6a4a0cd3e416c" /><Relationship Type="http://schemas.openxmlformats.org/officeDocument/2006/relationships/slide" Target="/ppt/slides/slide245.xml" Id="R7b4579708f3d45a5" /><Relationship Type="http://schemas.openxmlformats.org/officeDocument/2006/relationships/slide" Target="/ppt/slides/slide246.xml" Id="R19c1539b98a744c1" /><Relationship Type="http://schemas.openxmlformats.org/officeDocument/2006/relationships/slide" Target="/ppt/slides/slide247.xml" Id="R46f2422d67e24633" /><Relationship Type="http://schemas.openxmlformats.org/officeDocument/2006/relationships/slide" Target="/ppt/slides/slide248.xml" Id="R9a29dfb2c0cd4339" /><Relationship Type="http://schemas.openxmlformats.org/officeDocument/2006/relationships/slide" Target="/ppt/slides/slide249.xml" Id="R6847962007824d39" /><Relationship Type="http://schemas.openxmlformats.org/officeDocument/2006/relationships/slide" Target="/ppt/slides/slide250.xml" Id="R7dbb88c6aa4b441e" /><Relationship Type="http://schemas.openxmlformats.org/officeDocument/2006/relationships/slide" Target="/ppt/slides/slide251.xml" Id="R92aa4d8da0094cad" /><Relationship Type="http://schemas.openxmlformats.org/officeDocument/2006/relationships/slide" Target="/ppt/slides/slide252.xml" Id="R288668d69e344cb0" /><Relationship Type="http://schemas.openxmlformats.org/officeDocument/2006/relationships/slide" Target="/ppt/slides/slide253.xml" Id="Rc69333b1ef6f4942" /><Relationship Type="http://schemas.openxmlformats.org/officeDocument/2006/relationships/slide" Target="/ppt/slides/slide254.xml" Id="R4b6bac96238443d1" /><Relationship Type="http://schemas.openxmlformats.org/officeDocument/2006/relationships/slide" Target="/ppt/slides/slide255.xml" Id="Rae6bda88ace7446d" /><Relationship Type="http://schemas.openxmlformats.org/officeDocument/2006/relationships/slide" Target="/ppt/slides/slide256.xml" Id="R03eeac2e0af74dd2" /><Relationship Type="http://schemas.openxmlformats.org/officeDocument/2006/relationships/slide" Target="/ppt/slides/slide257.xml" Id="R938b5c18a47b4bff" /><Relationship Type="http://schemas.openxmlformats.org/officeDocument/2006/relationships/slide" Target="/ppt/slides/slide258.xml" Id="R2d19ddf2cbe2469a" /><Relationship Type="http://schemas.openxmlformats.org/officeDocument/2006/relationships/slide" Target="/ppt/slides/slide259.xml" Id="R889893efcf974df6" /><Relationship Type="http://schemas.openxmlformats.org/officeDocument/2006/relationships/slide" Target="/ppt/slides/slide260.xml" Id="R0c2076d3187d436c" /><Relationship Type="http://schemas.openxmlformats.org/officeDocument/2006/relationships/slide" Target="/ppt/slides/slide261.xml" Id="Re8c25e15706e4d2e" /><Relationship Type="http://schemas.openxmlformats.org/officeDocument/2006/relationships/slide" Target="/ppt/slides/slide262.xml" Id="R26848c506cee4d94" /><Relationship Type="http://schemas.openxmlformats.org/officeDocument/2006/relationships/slide" Target="/ppt/slides/slide263.xml" Id="R8a56b1ec7d864b88" /><Relationship Type="http://schemas.openxmlformats.org/officeDocument/2006/relationships/slide" Target="/ppt/slides/slide264.xml" Id="R0117c88212324e92" /><Relationship Type="http://schemas.openxmlformats.org/officeDocument/2006/relationships/slide" Target="/ppt/slides/slide265.xml" Id="Rd9c139f66fe84eb2" /><Relationship Type="http://schemas.openxmlformats.org/officeDocument/2006/relationships/slide" Target="/ppt/slides/slide266.xml" Id="R3fbf193124c74099" /><Relationship Type="http://schemas.openxmlformats.org/officeDocument/2006/relationships/slide" Target="/ppt/slides/slide267.xml" Id="R922e084261db4248" /><Relationship Type="http://schemas.openxmlformats.org/officeDocument/2006/relationships/slide" Target="/ppt/slides/slide268.xml" Id="R361d23c424254b45" /><Relationship Type="http://schemas.openxmlformats.org/officeDocument/2006/relationships/slide" Target="/ppt/slides/slide269.xml" Id="R7f82aa6f1bf94fba" /><Relationship Type="http://schemas.openxmlformats.org/officeDocument/2006/relationships/slide" Target="/ppt/slides/slide270.xml" Id="Rd7ea774d483146ac" /><Relationship Type="http://schemas.openxmlformats.org/officeDocument/2006/relationships/slide" Target="/ppt/slides/slide271.xml" Id="R68ca01a9534646ee" /><Relationship Type="http://schemas.openxmlformats.org/officeDocument/2006/relationships/slide" Target="/ppt/slides/slide272.xml" Id="Rc8b3613554824467" /><Relationship Type="http://schemas.openxmlformats.org/officeDocument/2006/relationships/slide" Target="/ppt/slides/slide273.xml" Id="R7fcf20015b7c4e8d" /><Relationship Type="http://schemas.openxmlformats.org/officeDocument/2006/relationships/slide" Target="/ppt/slides/slide274.xml" Id="Ra14c1c546491449c" /><Relationship Type="http://schemas.openxmlformats.org/officeDocument/2006/relationships/slide" Target="/ppt/slides/slide275.xml" Id="Rcc5afa6f55354190" /><Relationship Type="http://schemas.openxmlformats.org/officeDocument/2006/relationships/slide" Target="/ppt/slides/slide276.xml" Id="R4eb2164863f944b3" /><Relationship Type="http://schemas.openxmlformats.org/officeDocument/2006/relationships/slide" Target="/ppt/slides/slide277.xml" Id="R2cc626268328483d" /><Relationship Type="http://schemas.openxmlformats.org/officeDocument/2006/relationships/slide" Target="/ppt/slides/slide278.xml" Id="R424d45d1472a4a4b" /><Relationship Type="http://schemas.openxmlformats.org/officeDocument/2006/relationships/slide" Target="/ppt/slides/slide279.xml" Id="Ra0be793f87c84fae" /><Relationship Type="http://schemas.openxmlformats.org/officeDocument/2006/relationships/slide" Target="/ppt/slides/slide280.xml" Id="R68ea39ba46254ef5" /><Relationship Type="http://schemas.openxmlformats.org/officeDocument/2006/relationships/slide" Target="/ppt/slides/slide281.xml" Id="Ra915bd9637314c95" /><Relationship Type="http://schemas.openxmlformats.org/officeDocument/2006/relationships/slide" Target="/ppt/slides/slide282.xml" Id="R3fd10352e82545e3" /><Relationship Type="http://schemas.openxmlformats.org/officeDocument/2006/relationships/slide" Target="/ppt/slides/slide283.xml" Id="Re25e57286f60441e" /><Relationship Type="http://schemas.openxmlformats.org/officeDocument/2006/relationships/slide" Target="/ppt/slides/slide284.xml" Id="R0977387e8c674cb3" /><Relationship Type="http://schemas.openxmlformats.org/officeDocument/2006/relationships/slide" Target="/ppt/slides/slide285.xml" Id="Rd5d132c89d2f4188" /><Relationship Type="http://schemas.openxmlformats.org/officeDocument/2006/relationships/slide" Target="/ppt/slides/slide286.xml" Id="Rf0fbf2044dd94a69" /><Relationship Type="http://schemas.openxmlformats.org/officeDocument/2006/relationships/slide" Target="/ppt/slides/slide287.xml" Id="Ra2d45dd88bef4e70" /><Relationship Type="http://schemas.openxmlformats.org/officeDocument/2006/relationships/slide" Target="/ppt/slides/slide288.xml" Id="Rb93389d6c2e84071" /><Relationship Type="http://schemas.openxmlformats.org/officeDocument/2006/relationships/slide" Target="/ppt/slides/slide289.xml" Id="Rf49918cba2d7485a" /><Relationship Type="http://schemas.openxmlformats.org/officeDocument/2006/relationships/slide" Target="/ppt/slides/slide290.xml" Id="R692fcdebd2f14435" /><Relationship Type="http://schemas.openxmlformats.org/officeDocument/2006/relationships/slide" Target="/ppt/slides/slide291.xml" Id="Rbae30551f8914ff0" /><Relationship Type="http://schemas.openxmlformats.org/officeDocument/2006/relationships/slide" Target="/ppt/slides/slide292.xml" Id="Rbb9e975c8c32417a" /><Relationship Type="http://schemas.openxmlformats.org/officeDocument/2006/relationships/slide" Target="/ppt/slides/slide293.xml" Id="R01ca4f0952ee4ff3" /><Relationship Type="http://schemas.openxmlformats.org/officeDocument/2006/relationships/slide" Target="/ppt/slides/slide294.xml" Id="R66d246f06eeb4f1a" /><Relationship Type="http://schemas.openxmlformats.org/officeDocument/2006/relationships/slide" Target="/ppt/slides/slide295.xml" Id="R844ee082cdd340ed" /><Relationship Type="http://schemas.openxmlformats.org/officeDocument/2006/relationships/slide" Target="/ppt/slides/slide296.xml" Id="Rd98dec23d0ba4ba5" /><Relationship Type="http://schemas.openxmlformats.org/officeDocument/2006/relationships/slide" Target="/ppt/slides/slide297.xml" Id="R8d7e995c1fa84770" /><Relationship Type="http://schemas.openxmlformats.org/officeDocument/2006/relationships/slide" Target="/ppt/slides/slide298.xml" Id="R471a8e57e52148f2" /><Relationship Type="http://schemas.openxmlformats.org/officeDocument/2006/relationships/slide" Target="/ppt/slides/slide299.xml" Id="R9961c43a86de4f6a" /><Relationship Type="http://schemas.openxmlformats.org/officeDocument/2006/relationships/slide" Target="/ppt/slides/slide300.xml" Id="Rbc30205bad284b8e" /><Relationship Type="http://schemas.openxmlformats.org/officeDocument/2006/relationships/slide" Target="/ppt/slides/slide301.xml" Id="R7a5c0648ab6347c1" /><Relationship Type="http://schemas.openxmlformats.org/officeDocument/2006/relationships/slide" Target="/ppt/slides/slide302.xml" Id="Rd982a58b9918453f" /><Relationship Type="http://schemas.openxmlformats.org/officeDocument/2006/relationships/slide" Target="/ppt/slides/slide303.xml" Id="Re2b6f41f99fb430f" /><Relationship Type="http://schemas.openxmlformats.org/officeDocument/2006/relationships/slide" Target="/ppt/slides/slide304.xml" Id="Rf26e6fe236884246" /><Relationship Type="http://schemas.openxmlformats.org/officeDocument/2006/relationships/slide" Target="/ppt/slides/slide305.xml" Id="R4d367accf24645d8" /><Relationship Type="http://schemas.openxmlformats.org/officeDocument/2006/relationships/slide" Target="/ppt/slides/slide306.xml" Id="R4d8b94807a7d4115" /><Relationship Type="http://schemas.openxmlformats.org/officeDocument/2006/relationships/slide" Target="/ppt/slides/slide307.xml" Id="Rfa4f6a726e684d25" /><Relationship Type="http://schemas.openxmlformats.org/officeDocument/2006/relationships/slide" Target="/ppt/slides/slide308.xml" Id="Re76ac2a392e84630" /><Relationship Type="http://schemas.openxmlformats.org/officeDocument/2006/relationships/slide" Target="/ppt/slides/slide309.xml" Id="R9e5393f88e5040d1" /><Relationship Type="http://schemas.openxmlformats.org/officeDocument/2006/relationships/slide" Target="/ppt/slides/slide310.xml" Id="R96c56e7d7d934f25" /><Relationship Type="http://schemas.openxmlformats.org/officeDocument/2006/relationships/slide" Target="/ppt/slides/slide311.xml" Id="R477c22a97345487e" /><Relationship Type="http://schemas.openxmlformats.org/officeDocument/2006/relationships/slide" Target="/ppt/slides/slide312.xml" Id="Rad9ac0d741a646b6" /><Relationship Type="http://schemas.openxmlformats.org/officeDocument/2006/relationships/slide" Target="/ppt/slides/slide313.xml" Id="Rb4c6837ce36a4239" /><Relationship Type="http://schemas.openxmlformats.org/officeDocument/2006/relationships/slide" Target="/ppt/slides/slide314.xml" Id="R1777b21f3d024fd0" /><Relationship Type="http://schemas.openxmlformats.org/officeDocument/2006/relationships/slide" Target="/ppt/slides/slide315.xml" Id="Re4c97019564143cf" /><Relationship Type="http://schemas.openxmlformats.org/officeDocument/2006/relationships/slide" Target="/ppt/slides/slide316.xml" Id="R13cb2d8dd73240be" /><Relationship Type="http://schemas.openxmlformats.org/officeDocument/2006/relationships/slide" Target="/ppt/slides/slide317.xml" Id="R274c9e49c08d490c" /><Relationship Type="http://schemas.openxmlformats.org/officeDocument/2006/relationships/slide" Target="/ppt/slides/slide318.xml" Id="Ra24dc4f6380d483c" /><Relationship Type="http://schemas.openxmlformats.org/officeDocument/2006/relationships/slide" Target="/ppt/slides/slide319.xml" Id="R31eb8f8b3c2143bf" /><Relationship Type="http://schemas.openxmlformats.org/officeDocument/2006/relationships/slide" Target="/ppt/slides/slide320.xml" Id="Rc4352d143f724a10" /><Relationship Type="http://schemas.openxmlformats.org/officeDocument/2006/relationships/slide" Target="/ppt/slides/slide321.xml" Id="R1e9bee20cbbe46bc" /><Relationship Type="http://schemas.openxmlformats.org/officeDocument/2006/relationships/slide" Target="/ppt/slides/slide322.xml" Id="Rd858e72ee302457d" /><Relationship Type="http://schemas.openxmlformats.org/officeDocument/2006/relationships/slide" Target="/ppt/slides/slide323.xml" Id="R932b1e8b4ee2447e" /><Relationship Type="http://schemas.openxmlformats.org/officeDocument/2006/relationships/slide" Target="/ppt/slides/slide324.xml" Id="Rfb74e8a708d6499a" /><Relationship Type="http://schemas.openxmlformats.org/officeDocument/2006/relationships/slide" Target="/ppt/slides/slide325.xml" Id="R7752f5467164467d" /><Relationship Type="http://schemas.openxmlformats.org/officeDocument/2006/relationships/slide" Target="/ppt/slides/slide326.xml" Id="Rf9e87b5972644453" /><Relationship Type="http://schemas.openxmlformats.org/officeDocument/2006/relationships/slide" Target="/ppt/slides/slide327.xml" Id="R4d6ab55dac0147c6" /><Relationship Type="http://schemas.openxmlformats.org/officeDocument/2006/relationships/slide" Target="/ppt/slides/slide328.xml" Id="R18a3336ba7894288" /><Relationship Type="http://schemas.openxmlformats.org/officeDocument/2006/relationships/slide" Target="/ppt/slides/slide329.xml" Id="R6d3272d60c004152" /><Relationship Type="http://schemas.openxmlformats.org/officeDocument/2006/relationships/slide" Target="/ppt/slides/slide330.xml" Id="Ra2e0e02c3d934d39" /><Relationship Type="http://schemas.openxmlformats.org/officeDocument/2006/relationships/slide" Target="/ppt/slides/slide331.xml" Id="Rf8203622b56d4e19" /><Relationship Type="http://schemas.openxmlformats.org/officeDocument/2006/relationships/slide" Target="/ppt/slides/slide332.xml" Id="R4991ae10dbfa43fc" /><Relationship Type="http://schemas.openxmlformats.org/officeDocument/2006/relationships/slide" Target="/ppt/slides/slide333.xml" Id="R801a991249714db3" /><Relationship Type="http://schemas.openxmlformats.org/officeDocument/2006/relationships/slide" Target="/ppt/slides/slide334.xml" Id="Rc6746c4d177b49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9f21a86ade4e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238a526d63db4132" /><Relationship Type="http://schemas.openxmlformats.org/officeDocument/2006/relationships/notesMaster" Target="/ppt/notesMasters/notesMaster1.xml" Id="Rb269c4f881f04131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59ec5998653a4533" /><Relationship Type="http://schemas.openxmlformats.org/officeDocument/2006/relationships/notesMaster" Target="/ppt/notesMasters/notesMaster1.xml" Id="Re66e93baadb54b52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32f41a115ee04721" /><Relationship Type="http://schemas.openxmlformats.org/officeDocument/2006/relationships/notesMaster" Target="/ppt/notesMasters/notesMaster1.xml" Id="R60e1969392c847a1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bf63c1b088c5417a" /><Relationship Type="http://schemas.openxmlformats.org/officeDocument/2006/relationships/notesMaster" Target="/ppt/notesMasters/notesMaster1.xml" Id="R1a11a2018a754088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d18e1b4c7a7f40d8" /><Relationship Type="http://schemas.openxmlformats.org/officeDocument/2006/relationships/notesMaster" Target="/ppt/notesMasters/notesMaster1.xml" Id="R9f75a9a7ffc049e5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b0ccd5687b384da9" /><Relationship Type="http://schemas.openxmlformats.org/officeDocument/2006/relationships/notesMaster" Target="/ppt/notesMasters/notesMaster1.xml" Id="R0046344734484b8c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39e888f3afad47ed" /><Relationship Type="http://schemas.openxmlformats.org/officeDocument/2006/relationships/notesMaster" Target="/ppt/notesMasters/notesMaster1.xml" Id="Re23f720d1ae143d9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4435f59458aa4a29" /><Relationship Type="http://schemas.openxmlformats.org/officeDocument/2006/relationships/notesMaster" Target="/ppt/notesMasters/notesMaster1.xml" Id="Rdf61cd13ccd847cf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55afadbf4c814c66" /><Relationship Type="http://schemas.openxmlformats.org/officeDocument/2006/relationships/notesMaster" Target="/ppt/notesMasters/notesMaster1.xml" Id="R7aabeceda592460b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da1cfcf2ebe24833" /><Relationship Type="http://schemas.openxmlformats.org/officeDocument/2006/relationships/notesMaster" Target="/ppt/notesMasters/notesMaster1.xml" Id="R3093aa16a31b4204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09f81996e15d4e43" /><Relationship Type="http://schemas.openxmlformats.org/officeDocument/2006/relationships/notesMaster" Target="/ppt/notesMasters/notesMaster1.xml" Id="R9d5addad8c074e8d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88913ffab72d46ee" /><Relationship Type="http://schemas.openxmlformats.org/officeDocument/2006/relationships/notesMaster" Target="/ppt/notesMasters/notesMaster1.xml" Id="Rb62c26168c024e4d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b57fbef5a9294609" /><Relationship Type="http://schemas.openxmlformats.org/officeDocument/2006/relationships/notesMaster" Target="/ppt/notesMasters/notesMaster1.xml" Id="R33862b530553435f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8854de5acc184cff" /><Relationship Type="http://schemas.openxmlformats.org/officeDocument/2006/relationships/notesMaster" Target="/ppt/notesMasters/notesMaster1.xml" Id="R066a72522fbc4d0f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c3dbe69c52ca40c5" /><Relationship Type="http://schemas.openxmlformats.org/officeDocument/2006/relationships/notesMaster" Target="/ppt/notesMasters/notesMaster1.xml" Id="R58af24db60b6429a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1dfb8b0833774bca" /><Relationship Type="http://schemas.openxmlformats.org/officeDocument/2006/relationships/notesMaster" Target="/ppt/notesMasters/notesMaster1.xml" Id="R19186d2ebd0a4b05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abe8d6d32532400b" /><Relationship Type="http://schemas.openxmlformats.org/officeDocument/2006/relationships/notesMaster" Target="/ppt/notesMasters/notesMaster1.xml" Id="R0b9aae19dc9d4aed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ba5b85c742a94154" /><Relationship Type="http://schemas.openxmlformats.org/officeDocument/2006/relationships/notesMaster" Target="/ppt/notesMasters/notesMaster1.xml" Id="R57489711d7e64ef1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a6b5e4e10d7b4808" /><Relationship Type="http://schemas.openxmlformats.org/officeDocument/2006/relationships/notesMaster" Target="/ppt/notesMasters/notesMaster1.xml" Id="R361929e3a86e4b44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145c2b8dec514528" /><Relationship Type="http://schemas.openxmlformats.org/officeDocument/2006/relationships/notesMaster" Target="/ppt/notesMasters/notesMaster1.xml" Id="R23be5045a94a4520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ac935e9bcf504031" /><Relationship Type="http://schemas.openxmlformats.org/officeDocument/2006/relationships/notesMaster" Target="/ppt/notesMasters/notesMaster1.xml" Id="R9fadcfc8a7bf4b3b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c7f4b6a76fb44bc6" /><Relationship Type="http://schemas.openxmlformats.org/officeDocument/2006/relationships/notesMaster" Target="/ppt/notesMasters/notesMaster1.xml" Id="R31b94aa93b844b9b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c3ae1fb23e4f41a0" /><Relationship Type="http://schemas.openxmlformats.org/officeDocument/2006/relationships/notesMaster" Target="/ppt/notesMasters/notesMaster1.xml" Id="R349c947c806a45cf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b7726350b2264de2" /><Relationship Type="http://schemas.openxmlformats.org/officeDocument/2006/relationships/notesMaster" Target="/ppt/notesMasters/notesMaster1.xml" Id="R7f25b1e1f73d4276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3a463f6184b644c4" /><Relationship Type="http://schemas.openxmlformats.org/officeDocument/2006/relationships/notesMaster" Target="/ppt/notesMasters/notesMaster1.xml" Id="Ree042d7fee304b0c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acf5131879ba46bf" /><Relationship Type="http://schemas.openxmlformats.org/officeDocument/2006/relationships/notesMaster" Target="/ppt/notesMasters/notesMaster1.xml" Id="R951d823daa0a41e7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87717c277bfd42e4" /><Relationship Type="http://schemas.openxmlformats.org/officeDocument/2006/relationships/notesMaster" Target="/ppt/notesMasters/notesMaster1.xml" Id="R428bb14baad34a76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2865a49b087b49b3" /><Relationship Type="http://schemas.openxmlformats.org/officeDocument/2006/relationships/notesMaster" Target="/ppt/notesMasters/notesMaster1.xml" Id="R48211df2c5fe43cd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63ff251978ca41f4" /><Relationship Type="http://schemas.openxmlformats.org/officeDocument/2006/relationships/notesMaster" Target="/ppt/notesMasters/notesMaster1.xml" Id="R3041fc01cb454c82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cfb21b63825f4953" /><Relationship Type="http://schemas.openxmlformats.org/officeDocument/2006/relationships/notesMaster" Target="/ppt/notesMasters/notesMaster1.xml" Id="Rac6726a8ab204994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9625d2ee7c584961" /><Relationship Type="http://schemas.openxmlformats.org/officeDocument/2006/relationships/notesMaster" Target="/ppt/notesMasters/notesMaster1.xml" Id="R89f57068bc754013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8fd2e67cb56c46a3" /><Relationship Type="http://schemas.openxmlformats.org/officeDocument/2006/relationships/notesMaster" Target="/ppt/notesMasters/notesMaster1.xml" Id="Rafd17033e8d540d6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993df9f9933c4f58" /><Relationship Type="http://schemas.openxmlformats.org/officeDocument/2006/relationships/notesMaster" Target="/ppt/notesMasters/notesMaster1.xml" Id="R17ab04a471344bc9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e4c6fdb64044488b" /><Relationship Type="http://schemas.openxmlformats.org/officeDocument/2006/relationships/notesMaster" Target="/ppt/notesMasters/notesMaster1.xml" Id="Rd15715bdef894967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22562de69bd742a4" /><Relationship Type="http://schemas.openxmlformats.org/officeDocument/2006/relationships/notesMaster" Target="/ppt/notesMasters/notesMaster1.xml" Id="Recd00c37af1d4d3b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54c2392ba5f44d1a" /><Relationship Type="http://schemas.openxmlformats.org/officeDocument/2006/relationships/notesMaster" Target="/ppt/notesMasters/notesMaster1.xml" Id="Rea52beba370f44ab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23ed7bbcbfb249ff" /><Relationship Type="http://schemas.openxmlformats.org/officeDocument/2006/relationships/notesMaster" Target="/ppt/notesMasters/notesMaster1.xml" Id="R8ebe43b0c0a24a93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04ed9a8571b342a8" /><Relationship Type="http://schemas.openxmlformats.org/officeDocument/2006/relationships/notesMaster" Target="/ppt/notesMasters/notesMaster1.xml" Id="R9ed77014ac284796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29e5effc568743ae" /><Relationship Type="http://schemas.openxmlformats.org/officeDocument/2006/relationships/notesMaster" Target="/ppt/notesMasters/notesMaster1.xml" Id="R28ebbe8936a54903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47ed392d6e7d456d" /><Relationship Type="http://schemas.openxmlformats.org/officeDocument/2006/relationships/notesMaster" Target="/ppt/notesMasters/notesMaster1.xml" Id="R54a0527ae30b4f55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1f9052ddc05c4368" /><Relationship Type="http://schemas.openxmlformats.org/officeDocument/2006/relationships/notesMaster" Target="/ppt/notesMasters/notesMaster1.xml" Id="R54f3550498da45b4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f7ce005574e94b99" /><Relationship Type="http://schemas.openxmlformats.org/officeDocument/2006/relationships/notesMaster" Target="/ppt/notesMasters/notesMaster1.xml" Id="Rfbe7304f6cf7498e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b0d9727b8d48496b" /><Relationship Type="http://schemas.openxmlformats.org/officeDocument/2006/relationships/notesMaster" Target="/ppt/notesMasters/notesMaster1.xml" Id="R8360572c811b483b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39276690478d40aa" /><Relationship Type="http://schemas.openxmlformats.org/officeDocument/2006/relationships/notesMaster" Target="/ppt/notesMasters/notesMaster1.xml" Id="R2062d80110bc4fa3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6cfccb399f2248eb" /><Relationship Type="http://schemas.openxmlformats.org/officeDocument/2006/relationships/notesMaster" Target="/ppt/notesMasters/notesMaster1.xml" Id="Rdfbeba67bcdd45e3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85a0c9580ac44f69" /><Relationship Type="http://schemas.openxmlformats.org/officeDocument/2006/relationships/notesMaster" Target="/ppt/notesMasters/notesMaster1.xml" Id="Ra398c86288c643a5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ffeca3d284264c63" /><Relationship Type="http://schemas.openxmlformats.org/officeDocument/2006/relationships/notesMaster" Target="/ppt/notesMasters/notesMaster1.xml" Id="R766093becd964329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b82e9bbfebdd4ea3" /><Relationship Type="http://schemas.openxmlformats.org/officeDocument/2006/relationships/notesMaster" Target="/ppt/notesMasters/notesMaster1.xml" Id="R7e568a8dd2654a7b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747b9ab45d644417" /><Relationship Type="http://schemas.openxmlformats.org/officeDocument/2006/relationships/notesMaster" Target="/ppt/notesMasters/notesMaster1.xml" Id="Recd0be4adf5043cb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c0c0518e400b463a" /><Relationship Type="http://schemas.openxmlformats.org/officeDocument/2006/relationships/notesMaster" Target="/ppt/notesMasters/notesMaster1.xml" Id="R829e8f19c32d4e37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359f4dff3fb547d0" /><Relationship Type="http://schemas.openxmlformats.org/officeDocument/2006/relationships/notesMaster" Target="/ppt/notesMasters/notesMaster1.xml" Id="R968ac55c8d984dd7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cb9a3883b47f4974" /><Relationship Type="http://schemas.openxmlformats.org/officeDocument/2006/relationships/notesMaster" Target="/ppt/notesMasters/notesMaster1.xml" Id="Re9918cbec2c44183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9ab6cb850063419c" /><Relationship Type="http://schemas.openxmlformats.org/officeDocument/2006/relationships/notesMaster" Target="/ppt/notesMasters/notesMaster1.xml" Id="Ra6b088a45f89418f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49de516cfc374931" /><Relationship Type="http://schemas.openxmlformats.org/officeDocument/2006/relationships/notesMaster" Target="/ppt/notesMasters/notesMaster1.xml" Id="R85763a4789d447b0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f511fc7e801146b9" /><Relationship Type="http://schemas.openxmlformats.org/officeDocument/2006/relationships/notesMaster" Target="/ppt/notesMasters/notesMaster1.xml" Id="R982fab7310d04bf5" /></Relationships>
</file>

<file path=ppt/notesSlides/_rels/notesSlide271.xml.rels>&#65279;<?xml version="1.0" encoding="utf-8"?><Relationships xmlns="http://schemas.openxmlformats.org/package/2006/relationships"><Relationship Type="http://schemas.openxmlformats.org/officeDocument/2006/relationships/slide" Target="/ppt/slides/slide271.xml" Id="R63f82f275b434ff8" /><Relationship Type="http://schemas.openxmlformats.org/officeDocument/2006/relationships/notesMaster" Target="/ppt/notesMasters/notesMaster1.xml" Id="R8d62fb2e6c3e4073" /></Relationships>
</file>

<file path=ppt/notesSlides/_rels/notesSlide272.xml.rels>&#65279;<?xml version="1.0" encoding="utf-8"?><Relationships xmlns="http://schemas.openxmlformats.org/package/2006/relationships"><Relationship Type="http://schemas.openxmlformats.org/officeDocument/2006/relationships/slide" Target="/ppt/slides/slide272.xml" Id="R41f29f2d160c46d1" /><Relationship Type="http://schemas.openxmlformats.org/officeDocument/2006/relationships/notesMaster" Target="/ppt/notesMasters/notesMaster1.xml" Id="Rc76b6b151b4441ad" /></Relationships>
</file>

<file path=ppt/notesSlides/_rels/notesSlide273.xml.rels>&#65279;<?xml version="1.0" encoding="utf-8"?><Relationships xmlns="http://schemas.openxmlformats.org/package/2006/relationships"><Relationship Type="http://schemas.openxmlformats.org/officeDocument/2006/relationships/slide" Target="/ppt/slides/slide273.xml" Id="Rdad8e37ba5c54720" /><Relationship Type="http://schemas.openxmlformats.org/officeDocument/2006/relationships/notesMaster" Target="/ppt/notesMasters/notesMaster1.xml" Id="R217e955ad3a940a4" /></Relationships>
</file>

<file path=ppt/notesSlides/_rels/notesSlide274.xml.rels>&#65279;<?xml version="1.0" encoding="utf-8"?><Relationships xmlns="http://schemas.openxmlformats.org/package/2006/relationships"><Relationship Type="http://schemas.openxmlformats.org/officeDocument/2006/relationships/slide" Target="/ppt/slides/slide274.xml" Id="R9ea72a19c95b468b" /><Relationship Type="http://schemas.openxmlformats.org/officeDocument/2006/relationships/notesMaster" Target="/ppt/notesMasters/notesMaster1.xml" Id="Racedbc975b7b46e8" /></Relationships>
</file>

<file path=ppt/notesSlides/_rels/notesSlide275.xml.rels>&#65279;<?xml version="1.0" encoding="utf-8"?><Relationships xmlns="http://schemas.openxmlformats.org/package/2006/relationships"><Relationship Type="http://schemas.openxmlformats.org/officeDocument/2006/relationships/slide" Target="/ppt/slides/slide275.xml" Id="Rbf3187ab0a5c4f8a" /><Relationship Type="http://schemas.openxmlformats.org/officeDocument/2006/relationships/notesMaster" Target="/ppt/notesMasters/notesMaster1.xml" Id="R3a74a6f022b64d0e" /></Relationships>
</file>

<file path=ppt/notesSlides/_rels/notesSlide276.xml.rels>&#65279;<?xml version="1.0" encoding="utf-8"?><Relationships xmlns="http://schemas.openxmlformats.org/package/2006/relationships"><Relationship Type="http://schemas.openxmlformats.org/officeDocument/2006/relationships/slide" Target="/ppt/slides/slide276.xml" Id="Rebe157bb705a4040" /><Relationship Type="http://schemas.openxmlformats.org/officeDocument/2006/relationships/notesMaster" Target="/ppt/notesMasters/notesMaster1.xml" Id="R97f39f4e1b8a4796" /></Relationships>
</file>

<file path=ppt/notesSlides/_rels/notesSlide277.xml.rels>&#65279;<?xml version="1.0" encoding="utf-8"?><Relationships xmlns="http://schemas.openxmlformats.org/package/2006/relationships"><Relationship Type="http://schemas.openxmlformats.org/officeDocument/2006/relationships/slide" Target="/ppt/slides/slide277.xml" Id="R6cb3eef6490b4118" /><Relationship Type="http://schemas.openxmlformats.org/officeDocument/2006/relationships/notesMaster" Target="/ppt/notesMasters/notesMaster1.xml" Id="R7afa2e0c34fa44a1" /></Relationships>
</file>

<file path=ppt/notesSlides/_rels/notesSlide278.xml.rels>&#65279;<?xml version="1.0" encoding="utf-8"?><Relationships xmlns="http://schemas.openxmlformats.org/package/2006/relationships"><Relationship Type="http://schemas.openxmlformats.org/officeDocument/2006/relationships/slide" Target="/ppt/slides/slide278.xml" Id="R2420488614e648db" /><Relationship Type="http://schemas.openxmlformats.org/officeDocument/2006/relationships/notesMaster" Target="/ppt/notesMasters/notesMaster1.xml" Id="R1c2c0523746448c5" /></Relationships>
</file>

<file path=ppt/notesSlides/_rels/notesSlide279.xml.rels>&#65279;<?xml version="1.0" encoding="utf-8"?><Relationships xmlns="http://schemas.openxmlformats.org/package/2006/relationships"><Relationship Type="http://schemas.openxmlformats.org/officeDocument/2006/relationships/slide" Target="/ppt/slides/slide279.xml" Id="R831c07a3e4964325" /><Relationship Type="http://schemas.openxmlformats.org/officeDocument/2006/relationships/notesMaster" Target="/ppt/notesMasters/notesMaster1.xml" Id="R5d03770dce37432c" /></Relationships>
</file>

<file path=ppt/notesSlides/_rels/notesSlide280.xml.rels>&#65279;<?xml version="1.0" encoding="utf-8"?><Relationships xmlns="http://schemas.openxmlformats.org/package/2006/relationships"><Relationship Type="http://schemas.openxmlformats.org/officeDocument/2006/relationships/slide" Target="/ppt/slides/slide280.xml" Id="R6d6452c891684bc5" /><Relationship Type="http://schemas.openxmlformats.org/officeDocument/2006/relationships/notesMaster" Target="/ppt/notesMasters/notesMaster1.xml" Id="Rbf46450c0e304ef0" /></Relationships>
</file>

<file path=ppt/notesSlides/_rels/notesSlide281.xml.rels>&#65279;<?xml version="1.0" encoding="utf-8"?><Relationships xmlns="http://schemas.openxmlformats.org/package/2006/relationships"><Relationship Type="http://schemas.openxmlformats.org/officeDocument/2006/relationships/slide" Target="/ppt/slides/slide281.xml" Id="R9937bcf909f74590" /><Relationship Type="http://schemas.openxmlformats.org/officeDocument/2006/relationships/notesMaster" Target="/ppt/notesMasters/notesMaster1.xml" Id="Reb79b163d5554180" /></Relationships>
</file>

<file path=ppt/notesSlides/_rels/notesSlide282.xml.rels>&#65279;<?xml version="1.0" encoding="utf-8"?><Relationships xmlns="http://schemas.openxmlformats.org/package/2006/relationships"><Relationship Type="http://schemas.openxmlformats.org/officeDocument/2006/relationships/slide" Target="/ppt/slides/slide282.xml" Id="Rfd7ab8df15404312" /><Relationship Type="http://schemas.openxmlformats.org/officeDocument/2006/relationships/notesMaster" Target="/ppt/notesMasters/notesMaster1.xml" Id="Re9d44ed029614732" /></Relationships>
</file>

<file path=ppt/notesSlides/_rels/notesSlide283.xml.rels>&#65279;<?xml version="1.0" encoding="utf-8"?><Relationships xmlns="http://schemas.openxmlformats.org/package/2006/relationships"><Relationship Type="http://schemas.openxmlformats.org/officeDocument/2006/relationships/slide" Target="/ppt/slides/slide283.xml" Id="R0e6b5a253f954d2a" /><Relationship Type="http://schemas.openxmlformats.org/officeDocument/2006/relationships/notesMaster" Target="/ppt/notesMasters/notesMaster1.xml" Id="R973c4d8c22874cab" /></Relationships>
</file>

<file path=ppt/notesSlides/_rels/notesSlide284.xml.rels>&#65279;<?xml version="1.0" encoding="utf-8"?><Relationships xmlns="http://schemas.openxmlformats.org/package/2006/relationships"><Relationship Type="http://schemas.openxmlformats.org/officeDocument/2006/relationships/slide" Target="/ppt/slides/slide284.xml" Id="Rcb73da0a3a18480d" /><Relationship Type="http://schemas.openxmlformats.org/officeDocument/2006/relationships/notesMaster" Target="/ppt/notesMasters/notesMaster1.xml" Id="R3060441ed47447f7" /></Relationships>
</file>

<file path=ppt/notesSlides/_rels/notesSlide285.xml.rels>&#65279;<?xml version="1.0" encoding="utf-8"?><Relationships xmlns="http://schemas.openxmlformats.org/package/2006/relationships"><Relationship Type="http://schemas.openxmlformats.org/officeDocument/2006/relationships/slide" Target="/ppt/slides/slide285.xml" Id="R29fa2c6f1efa4318" /><Relationship Type="http://schemas.openxmlformats.org/officeDocument/2006/relationships/notesMaster" Target="/ppt/notesMasters/notesMaster1.xml" Id="R62fad6d7897c40a6" /></Relationships>
</file>

<file path=ppt/notesSlides/_rels/notesSlide286.xml.rels>&#65279;<?xml version="1.0" encoding="utf-8"?><Relationships xmlns="http://schemas.openxmlformats.org/package/2006/relationships"><Relationship Type="http://schemas.openxmlformats.org/officeDocument/2006/relationships/slide" Target="/ppt/slides/slide286.xml" Id="R06a34cb109c84b51" /><Relationship Type="http://schemas.openxmlformats.org/officeDocument/2006/relationships/notesMaster" Target="/ppt/notesMasters/notesMaster1.xml" Id="Rfdf0e939bcfb4f22" /></Relationships>
</file>

<file path=ppt/notesSlides/_rels/notesSlide287.xml.rels>&#65279;<?xml version="1.0" encoding="utf-8"?><Relationships xmlns="http://schemas.openxmlformats.org/package/2006/relationships"><Relationship Type="http://schemas.openxmlformats.org/officeDocument/2006/relationships/slide" Target="/ppt/slides/slide287.xml" Id="R069e4e9e55174cd8" /><Relationship Type="http://schemas.openxmlformats.org/officeDocument/2006/relationships/notesMaster" Target="/ppt/notesMasters/notesMaster1.xml" Id="Rcd6e9d9e1e3b4c51" /></Relationships>
</file>

<file path=ppt/notesSlides/_rels/notesSlide288.xml.rels>&#65279;<?xml version="1.0" encoding="utf-8"?><Relationships xmlns="http://schemas.openxmlformats.org/package/2006/relationships"><Relationship Type="http://schemas.openxmlformats.org/officeDocument/2006/relationships/slide" Target="/ppt/slides/slide288.xml" Id="R41381514927646e3" /><Relationship Type="http://schemas.openxmlformats.org/officeDocument/2006/relationships/notesMaster" Target="/ppt/notesMasters/notesMaster1.xml" Id="Rcc892817c5fc4b2a" /></Relationships>
</file>

<file path=ppt/notesSlides/_rels/notesSlide289.xml.rels>&#65279;<?xml version="1.0" encoding="utf-8"?><Relationships xmlns="http://schemas.openxmlformats.org/package/2006/relationships"><Relationship Type="http://schemas.openxmlformats.org/officeDocument/2006/relationships/slide" Target="/ppt/slides/slide289.xml" Id="Rf3a7fded3b4448c9" /><Relationship Type="http://schemas.openxmlformats.org/officeDocument/2006/relationships/notesMaster" Target="/ppt/notesMasters/notesMaster1.xml" Id="Rca21eedb18a6424b" /></Relationships>
</file>

<file path=ppt/notesSlides/_rels/notesSlide290.xml.rels>&#65279;<?xml version="1.0" encoding="utf-8"?><Relationships xmlns="http://schemas.openxmlformats.org/package/2006/relationships"><Relationship Type="http://schemas.openxmlformats.org/officeDocument/2006/relationships/slide" Target="/ppt/slides/slide290.xml" Id="Re6be075fa3734671" /><Relationship Type="http://schemas.openxmlformats.org/officeDocument/2006/relationships/notesMaster" Target="/ppt/notesMasters/notesMaster1.xml" Id="R90faa4eaa9ed4501" /></Relationships>
</file>

<file path=ppt/notesSlides/_rels/notesSlide291.xml.rels>&#65279;<?xml version="1.0" encoding="utf-8"?><Relationships xmlns="http://schemas.openxmlformats.org/package/2006/relationships"><Relationship Type="http://schemas.openxmlformats.org/officeDocument/2006/relationships/slide" Target="/ppt/slides/slide291.xml" Id="R936e690cc5a04329" /><Relationship Type="http://schemas.openxmlformats.org/officeDocument/2006/relationships/notesMaster" Target="/ppt/notesMasters/notesMaster1.xml" Id="R4420954a464f4ecd" /></Relationships>
</file>

<file path=ppt/notesSlides/_rels/notesSlide292.xml.rels>&#65279;<?xml version="1.0" encoding="utf-8"?><Relationships xmlns="http://schemas.openxmlformats.org/package/2006/relationships"><Relationship Type="http://schemas.openxmlformats.org/officeDocument/2006/relationships/slide" Target="/ppt/slides/slide292.xml" Id="R937ce897ce234bff" /><Relationship Type="http://schemas.openxmlformats.org/officeDocument/2006/relationships/notesMaster" Target="/ppt/notesMasters/notesMaster1.xml" Id="R83cb6eb8ab2e4897" /></Relationships>
</file>

<file path=ppt/notesSlides/_rels/notesSlide293.xml.rels>&#65279;<?xml version="1.0" encoding="utf-8"?><Relationships xmlns="http://schemas.openxmlformats.org/package/2006/relationships"><Relationship Type="http://schemas.openxmlformats.org/officeDocument/2006/relationships/slide" Target="/ppt/slides/slide293.xml" Id="R6612d7036a8445d3" /><Relationship Type="http://schemas.openxmlformats.org/officeDocument/2006/relationships/notesMaster" Target="/ppt/notesMasters/notesMaster1.xml" Id="Rac8f7d682df54702" /></Relationships>
</file>

<file path=ppt/notesSlides/_rels/notesSlide294.xml.rels>&#65279;<?xml version="1.0" encoding="utf-8"?><Relationships xmlns="http://schemas.openxmlformats.org/package/2006/relationships"><Relationship Type="http://schemas.openxmlformats.org/officeDocument/2006/relationships/slide" Target="/ppt/slides/slide294.xml" Id="R87f4572d66234a73" /><Relationship Type="http://schemas.openxmlformats.org/officeDocument/2006/relationships/notesMaster" Target="/ppt/notesMasters/notesMaster1.xml" Id="R273f96296aae4cfa" /></Relationships>
</file>

<file path=ppt/notesSlides/_rels/notesSlide295.xml.rels>&#65279;<?xml version="1.0" encoding="utf-8"?><Relationships xmlns="http://schemas.openxmlformats.org/package/2006/relationships"><Relationship Type="http://schemas.openxmlformats.org/officeDocument/2006/relationships/slide" Target="/ppt/slides/slide295.xml" Id="R71aab1e710984c08" /><Relationship Type="http://schemas.openxmlformats.org/officeDocument/2006/relationships/notesMaster" Target="/ppt/notesMasters/notesMaster1.xml" Id="Re35e88c2aeb74e28" /></Relationships>
</file>

<file path=ppt/notesSlides/_rels/notesSlide296.xml.rels>&#65279;<?xml version="1.0" encoding="utf-8"?><Relationships xmlns="http://schemas.openxmlformats.org/package/2006/relationships"><Relationship Type="http://schemas.openxmlformats.org/officeDocument/2006/relationships/slide" Target="/ppt/slides/slide296.xml" Id="Rdb9a7f9d7d464e57" /><Relationship Type="http://schemas.openxmlformats.org/officeDocument/2006/relationships/notesMaster" Target="/ppt/notesMasters/notesMaster1.xml" Id="Reb0b73f43aac4e18" /></Relationships>
</file>

<file path=ppt/notesSlides/_rels/notesSlide297.xml.rels>&#65279;<?xml version="1.0" encoding="utf-8"?><Relationships xmlns="http://schemas.openxmlformats.org/package/2006/relationships"><Relationship Type="http://schemas.openxmlformats.org/officeDocument/2006/relationships/slide" Target="/ppt/slides/slide297.xml" Id="R95630ba610d74223" /><Relationship Type="http://schemas.openxmlformats.org/officeDocument/2006/relationships/notesMaster" Target="/ppt/notesMasters/notesMaster1.xml" Id="R8213e0cab393463b" /></Relationships>
</file>

<file path=ppt/notesSlides/_rels/notesSlide298.xml.rels>&#65279;<?xml version="1.0" encoding="utf-8"?><Relationships xmlns="http://schemas.openxmlformats.org/package/2006/relationships"><Relationship Type="http://schemas.openxmlformats.org/officeDocument/2006/relationships/slide" Target="/ppt/slides/slide298.xml" Id="Rfdf08fe69ffa490d" /><Relationship Type="http://schemas.openxmlformats.org/officeDocument/2006/relationships/notesMaster" Target="/ppt/notesMasters/notesMaster1.xml" Id="R66a2b604639a4128" /></Relationships>
</file>

<file path=ppt/notesSlides/_rels/notesSlide299.xml.rels>&#65279;<?xml version="1.0" encoding="utf-8"?><Relationships xmlns="http://schemas.openxmlformats.org/package/2006/relationships"><Relationship Type="http://schemas.openxmlformats.org/officeDocument/2006/relationships/slide" Target="/ppt/slides/slide299.xml" Id="Ra24a6803ecae4ea0" /><Relationship Type="http://schemas.openxmlformats.org/officeDocument/2006/relationships/notesMaster" Target="/ppt/notesMasters/notesMaster1.xml" Id="R4ca3cd5853a6433d" /></Relationships>
</file>

<file path=ppt/notesSlides/_rels/notesSlide300.xml.rels>&#65279;<?xml version="1.0" encoding="utf-8"?><Relationships xmlns="http://schemas.openxmlformats.org/package/2006/relationships"><Relationship Type="http://schemas.openxmlformats.org/officeDocument/2006/relationships/slide" Target="/ppt/slides/slide300.xml" Id="R203693cd5a764ef8" /><Relationship Type="http://schemas.openxmlformats.org/officeDocument/2006/relationships/notesMaster" Target="/ppt/notesMasters/notesMaster1.xml" Id="R858cf8ad64c6441b" /></Relationships>
</file>

<file path=ppt/notesSlides/_rels/notesSlide301.xml.rels>&#65279;<?xml version="1.0" encoding="utf-8"?><Relationships xmlns="http://schemas.openxmlformats.org/package/2006/relationships"><Relationship Type="http://schemas.openxmlformats.org/officeDocument/2006/relationships/slide" Target="/ppt/slides/slide301.xml" Id="R307e1198d3084e61" /><Relationship Type="http://schemas.openxmlformats.org/officeDocument/2006/relationships/notesMaster" Target="/ppt/notesMasters/notesMaster1.xml" Id="Rccf866069dbb404f" /></Relationships>
</file>

<file path=ppt/notesSlides/_rels/notesSlide302.xml.rels>&#65279;<?xml version="1.0" encoding="utf-8"?><Relationships xmlns="http://schemas.openxmlformats.org/package/2006/relationships"><Relationship Type="http://schemas.openxmlformats.org/officeDocument/2006/relationships/slide" Target="/ppt/slides/slide302.xml" Id="Refeef35245fb499c" /><Relationship Type="http://schemas.openxmlformats.org/officeDocument/2006/relationships/notesMaster" Target="/ppt/notesMasters/notesMaster1.xml" Id="R6cd23fcbd03140b5" /></Relationships>
</file>

<file path=ppt/notesSlides/_rels/notesSlide303.xml.rels>&#65279;<?xml version="1.0" encoding="utf-8"?><Relationships xmlns="http://schemas.openxmlformats.org/package/2006/relationships"><Relationship Type="http://schemas.openxmlformats.org/officeDocument/2006/relationships/slide" Target="/ppt/slides/slide303.xml" Id="R77295d5a11fb4d27" /><Relationship Type="http://schemas.openxmlformats.org/officeDocument/2006/relationships/notesMaster" Target="/ppt/notesMasters/notesMaster1.xml" Id="Rce27bea7a8754e46" /></Relationships>
</file>

<file path=ppt/notesSlides/_rels/notesSlide304.xml.rels>&#65279;<?xml version="1.0" encoding="utf-8"?><Relationships xmlns="http://schemas.openxmlformats.org/package/2006/relationships"><Relationship Type="http://schemas.openxmlformats.org/officeDocument/2006/relationships/slide" Target="/ppt/slides/slide304.xml" Id="R8df9e56ad7cc4a4a" /><Relationship Type="http://schemas.openxmlformats.org/officeDocument/2006/relationships/notesMaster" Target="/ppt/notesMasters/notesMaster1.xml" Id="R183f53a9640142dc" /></Relationships>
</file>

<file path=ppt/notesSlides/_rels/notesSlide305.xml.rels>&#65279;<?xml version="1.0" encoding="utf-8"?><Relationships xmlns="http://schemas.openxmlformats.org/package/2006/relationships"><Relationship Type="http://schemas.openxmlformats.org/officeDocument/2006/relationships/slide" Target="/ppt/slides/slide305.xml" Id="Red1964bfacde4df9" /><Relationship Type="http://schemas.openxmlformats.org/officeDocument/2006/relationships/notesMaster" Target="/ppt/notesMasters/notesMaster1.xml" Id="R2e06edf5c90a473d" /></Relationships>
</file>

<file path=ppt/notesSlides/_rels/notesSlide306.xml.rels>&#65279;<?xml version="1.0" encoding="utf-8"?><Relationships xmlns="http://schemas.openxmlformats.org/package/2006/relationships"><Relationship Type="http://schemas.openxmlformats.org/officeDocument/2006/relationships/slide" Target="/ppt/slides/slide306.xml" Id="Re981d7c9d1474dcb" /><Relationship Type="http://schemas.openxmlformats.org/officeDocument/2006/relationships/notesMaster" Target="/ppt/notesMasters/notesMaster1.xml" Id="R174a3fc30ee74beb" /></Relationships>
</file>

<file path=ppt/notesSlides/_rels/notesSlide307.xml.rels>&#65279;<?xml version="1.0" encoding="utf-8"?><Relationships xmlns="http://schemas.openxmlformats.org/package/2006/relationships"><Relationship Type="http://schemas.openxmlformats.org/officeDocument/2006/relationships/slide" Target="/ppt/slides/slide307.xml" Id="R6959a598b096479e" /><Relationship Type="http://schemas.openxmlformats.org/officeDocument/2006/relationships/notesMaster" Target="/ppt/notesMasters/notesMaster1.xml" Id="R05c123ad7bd44912" /></Relationships>
</file>

<file path=ppt/notesSlides/_rels/notesSlide308.xml.rels>&#65279;<?xml version="1.0" encoding="utf-8"?><Relationships xmlns="http://schemas.openxmlformats.org/package/2006/relationships"><Relationship Type="http://schemas.openxmlformats.org/officeDocument/2006/relationships/slide" Target="/ppt/slides/slide308.xml" Id="R9fc36940b6b04ded" /><Relationship Type="http://schemas.openxmlformats.org/officeDocument/2006/relationships/notesMaster" Target="/ppt/notesMasters/notesMaster1.xml" Id="R5eec659e43674553" /></Relationships>
</file>

<file path=ppt/notesSlides/_rels/notesSlide309.xml.rels>&#65279;<?xml version="1.0" encoding="utf-8"?><Relationships xmlns="http://schemas.openxmlformats.org/package/2006/relationships"><Relationship Type="http://schemas.openxmlformats.org/officeDocument/2006/relationships/slide" Target="/ppt/slides/slide309.xml" Id="R9b165b803ceb4d94" /><Relationship Type="http://schemas.openxmlformats.org/officeDocument/2006/relationships/notesMaster" Target="/ppt/notesMasters/notesMaster1.xml" Id="R52b8d6b351974d75" /></Relationships>
</file>

<file path=ppt/notesSlides/_rels/notesSlide310.xml.rels>&#65279;<?xml version="1.0" encoding="utf-8"?><Relationships xmlns="http://schemas.openxmlformats.org/package/2006/relationships"><Relationship Type="http://schemas.openxmlformats.org/officeDocument/2006/relationships/slide" Target="/ppt/slides/slide310.xml" Id="Rcbbe67a342254ad1" /><Relationship Type="http://schemas.openxmlformats.org/officeDocument/2006/relationships/notesMaster" Target="/ppt/notesMasters/notesMaster1.xml" Id="R9aaca36f05d34b65" /></Relationships>
</file>

<file path=ppt/notesSlides/_rels/notesSlide311.xml.rels>&#65279;<?xml version="1.0" encoding="utf-8"?><Relationships xmlns="http://schemas.openxmlformats.org/package/2006/relationships"><Relationship Type="http://schemas.openxmlformats.org/officeDocument/2006/relationships/slide" Target="/ppt/slides/slide311.xml" Id="R3a7b571df4194988" /><Relationship Type="http://schemas.openxmlformats.org/officeDocument/2006/relationships/notesMaster" Target="/ppt/notesMasters/notesMaster1.xml" Id="R1037ac2b980e49d1" /></Relationships>
</file>

<file path=ppt/notesSlides/_rels/notesSlide312.xml.rels>&#65279;<?xml version="1.0" encoding="utf-8"?><Relationships xmlns="http://schemas.openxmlformats.org/package/2006/relationships"><Relationship Type="http://schemas.openxmlformats.org/officeDocument/2006/relationships/slide" Target="/ppt/slides/slide312.xml" Id="R66489c6258c44a0a" /><Relationship Type="http://schemas.openxmlformats.org/officeDocument/2006/relationships/notesMaster" Target="/ppt/notesMasters/notesMaster1.xml" Id="R19c8879b6dca48ae" /></Relationships>
</file>

<file path=ppt/notesSlides/_rels/notesSlide313.xml.rels>&#65279;<?xml version="1.0" encoding="utf-8"?><Relationships xmlns="http://schemas.openxmlformats.org/package/2006/relationships"><Relationship Type="http://schemas.openxmlformats.org/officeDocument/2006/relationships/slide" Target="/ppt/slides/slide313.xml" Id="R50875d74a5dd40e1" /><Relationship Type="http://schemas.openxmlformats.org/officeDocument/2006/relationships/notesMaster" Target="/ppt/notesMasters/notesMaster1.xml" Id="Rc241006befb04b46" /></Relationships>
</file>

<file path=ppt/notesSlides/_rels/notesSlide314.xml.rels>&#65279;<?xml version="1.0" encoding="utf-8"?><Relationships xmlns="http://schemas.openxmlformats.org/package/2006/relationships"><Relationship Type="http://schemas.openxmlformats.org/officeDocument/2006/relationships/slide" Target="/ppt/slides/slide314.xml" Id="R6d9515895f4a4079" /><Relationship Type="http://schemas.openxmlformats.org/officeDocument/2006/relationships/notesMaster" Target="/ppt/notesMasters/notesMaster1.xml" Id="Rc5ed4f7742344698" /></Relationships>
</file>

<file path=ppt/notesSlides/_rels/notesSlide315.xml.rels>&#65279;<?xml version="1.0" encoding="utf-8"?><Relationships xmlns="http://schemas.openxmlformats.org/package/2006/relationships"><Relationship Type="http://schemas.openxmlformats.org/officeDocument/2006/relationships/slide" Target="/ppt/slides/slide315.xml" Id="Re23f9f14f51a4363" /><Relationship Type="http://schemas.openxmlformats.org/officeDocument/2006/relationships/notesMaster" Target="/ppt/notesMasters/notesMaster1.xml" Id="Rcbe31472df9b44a4" /></Relationships>
</file>

<file path=ppt/notesSlides/_rels/notesSlide316.xml.rels>&#65279;<?xml version="1.0" encoding="utf-8"?><Relationships xmlns="http://schemas.openxmlformats.org/package/2006/relationships"><Relationship Type="http://schemas.openxmlformats.org/officeDocument/2006/relationships/slide" Target="/ppt/slides/slide316.xml" Id="R76c88c0a1fba419e" /><Relationship Type="http://schemas.openxmlformats.org/officeDocument/2006/relationships/notesMaster" Target="/ppt/notesMasters/notesMaster1.xml" Id="Rf6347c53de844386" /></Relationships>
</file>

<file path=ppt/notesSlides/_rels/notesSlide317.xml.rels>&#65279;<?xml version="1.0" encoding="utf-8"?><Relationships xmlns="http://schemas.openxmlformats.org/package/2006/relationships"><Relationship Type="http://schemas.openxmlformats.org/officeDocument/2006/relationships/slide" Target="/ppt/slides/slide317.xml" Id="R16194ac1745b4351" /><Relationship Type="http://schemas.openxmlformats.org/officeDocument/2006/relationships/notesMaster" Target="/ppt/notesMasters/notesMaster1.xml" Id="R29cb7c1b71fe4f95" /></Relationships>
</file>

<file path=ppt/notesSlides/_rels/notesSlide318.xml.rels>&#65279;<?xml version="1.0" encoding="utf-8"?><Relationships xmlns="http://schemas.openxmlformats.org/package/2006/relationships"><Relationship Type="http://schemas.openxmlformats.org/officeDocument/2006/relationships/slide" Target="/ppt/slides/slide318.xml" Id="R7273565051214999" /><Relationship Type="http://schemas.openxmlformats.org/officeDocument/2006/relationships/notesMaster" Target="/ppt/notesMasters/notesMaster1.xml" Id="R1a2a15a2313b4d51" /></Relationships>
</file>

<file path=ppt/notesSlides/_rels/notesSlide319.xml.rels>&#65279;<?xml version="1.0" encoding="utf-8"?><Relationships xmlns="http://schemas.openxmlformats.org/package/2006/relationships"><Relationship Type="http://schemas.openxmlformats.org/officeDocument/2006/relationships/slide" Target="/ppt/slides/slide319.xml" Id="R08571e725b784ba5" /><Relationship Type="http://schemas.openxmlformats.org/officeDocument/2006/relationships/notesMaster" Target="/ppt/notesMasters/notesMaster1.xml" Id="Refc6ee4edc5c4cc5" /></Relationships>
</file>

<file path=ppt/notesSlides/_rels/notesSlide320.xml.rels>&#65279;<?xml version="1.0" encoding="utf-8"?><Relationships xmlns="http://schemas.openxmlformats.org/package/2006/relationships"><Relationship Type="http://schemas.openxmlformats.org/officeDocument/2006/relationships/slide" Target="/ppt/slides/slide320.xml" Id="R572b92b695fb4c34" /><Relationship Type="http://schemas.openxmlformats.org/officeDocument/2006/relationships/notesMaster" Target="/ppt/notesMasters/notesMaster1.xml" Id="R5679cf32a8bf43f1" /></Relationships>
</file>

<file path=ppt/notesSlides/_rels/notesSlide321.xml.rels>&#65279;<?xml version="1.0" encoding="utf-8"?><Relationships xmlns="http://schemas.openxmlformats.org/package/2006/relationships"><Relationship Type="http://schemas.openxmlformats.org/officeDocument/2006/relationships/slide" Target="/ppt/slides/slide321.xml" Id="R55ee705f7d2742b7" /><Relationship Type="http://schemas.openxmlformats.org/officeDocument/2006/relationships/notesMaster" Target="/ppt/notesMasters/notesMaster1.xml" Id="Rfa44747cebad4551" /></Relationships>
</file>

<file path=ppt/notesSlides/_rels/notesSlide322.xml.rels>&#65279;<?xml version="1.0" encoding="utf-8"?><Relationships xmlns="http://schemas.openxmlformats.org/package/2006/relationships"><Relationship Type="http://schemas.openxmlformats.org/officeDocument/2006/relationships/slide" Target="/ppt/slides/slide322.xml" Id="Re1414060a4454b4a" /><Relationship Type="http://schemas.openxmlformats.org/officeDocument/2006/relationships/notesMaster" Target="/ppt/notesMasters/notesMaster1.xml" Id="R367d1969129c4297" /></Relationships>
</file>

<file path=ppt/notesSlides/_rels/notesSlide323.xml.rels>&#65279;<?xml version="1.0" encoding="utf-8"?><Relationships xmlns="http://schemas.openxmlformats.org/package/2006/relationships"><Relationship Type="http://schemas.openxmlformats.org/officeDocument/2006/relationships/slide" Target="/ppt/slides/slide323.xml" Id="R3747ab2e12be4298" /><Relationship Type="http://schemas.openxmlformats.org/officeDocument/2006/relationships/notesMaster" Target="/ppt/notesMasters/notesMaster1.xml" Id="R3c558047d9ae4dc4" /></Relationships>
</file>

<file path=ppt/notesSlides/_rels/notesSlide324.xml.rels>&#65279;<?xml version="1.0" encoding="utf-8"?><Relationships xmlns="http://schemas.openxmlformats.org/package/2006/relationships"><Relationship Type="http://schemas.openxmlformats.org/officeDocument/2006/relationships/slide" Target="/ppt/slides/slide324.xml" Id="R76ec32b8276c456d" /><Relationship Type="http://schemas.openxmlformats.org/officeDocument/2006/relationships/notesMaster" Target="/ppt/notesMasters/notesMaster1.xml" Id="Re19ef0a8426f415a" /></Relationships>
</file>

<file path=ppt/notesSlides/_rels/notesSlide325.xml.rels>&#65279;<?xml version="1.0" encoding="utf-8"?><Relationships xmlns="http://schemas.openxmlformats.org/package/2006/relationships"><Relationship Type="http://schemas.openxmlformats.org/officeDocument/2006/relationships/slide" Target="/ppt/slides/slide325.xml" Id="R3ace599202b2419c" /><Relationship Type="http://schemas.openxmlformats.org/officeDocument/2006/relationships/notesMaster" Target="/ppt/notesMasters/notesMaster1.xml" Id="Ra1158c8db4524090" /></Relationships>
</file>

<file path=ppt/notesSlides/_rels/notesSlide326.xml.rels>&#65279;<?xml version="1.0" encoding="utf-8"?><Relationships xmlns="http://schemas.openxmlformats.org/package/2006/relationships"><Relationship Type="http://schemas.openxmlformats.org/officeDocument/2006/relationships/slide" Target="/ppt/slides/slide326.xml" Id="Ra8b3ed3b554d4b6a" /><Relationship Type="http://schemas.openxmlformats.org/officeDocument/2006/relationships/notesMaster" Target="/ppt/notesMasters/notesMaster1.xml" Id="R055e4839ea0f4314" /></Relationships>
</file>

<file path=ppt/notesSlides/_rels/notesSlide327.xml.rels>&#65279;<?xml version="1.0" encoding="utf-8"?><Relationships xmlns="http://schemas.openxmlformats.org/package/2006/relationships"><Relationship Type="http://schemas.openxmlformats.org/officeDocument/2006/relationships/slide" Target="/ppt/slides/slide327.xml" Id="R94865a6b69304f7c" /><Relationship Type="http://schemas.openxmlformats.org/officeDocument/2006/relationships/notesMaster" Target="/ppt/notesMasters/notesMaster1.xml" Id="R8018a9bc2b4b4161" /></Relationships>
</file>

<file path=ppt/notesSlides/_rels/notesSlide328.xml.rels>&#65279;<?xml version="1.0" encoding="utf-8"?><Relationships xmlns="http://schemas.openxmlformats.org/package/2006/relationships"><Relationship Type="http://schemas.openxmlformats.org/officeDocument/2006/relationships/slide" Target="/ppt/slides/slide328.xml" Id="R82f7e8101f9c43e1" /><Relationship Type="http://schemas.openxmlformats.org/officeDocument/2006/relationships/notesMaster" Target="/ppt/notesMasters/notesMaster1.xml" Id="R0f56c01a443c4cc2" /></Relationships>
</file>

<file path=ppt/notesSlides/_rels/notesSlide329.xml.rels>&#65279;<?xml version="1.0" encoding="utf-8"?><Relationships xmlns="http://schemas.openxmlformats.org/package/2006/relationships"><Relationship Type="http://schemas.openxmlformats.org/officeDocument/2006/relationships/slide" Target="/ppt/slides/slide329.xml" Id="R6e758ee49b934e49" /><Relationship Type="http://schemas.openxmlformats.org/officeDocument/2006/relationships/notesMaster" Target="/ppt/notesMasters/notesMaster1.xml" Id="R4622a0cb3c294165" /></Relationships>
</file>

<file path=ppt/notesSlides/_rels/notesSlide330.xml.rels>&#65279;<?xml version="1.0" encoding="utf-8"?><Relationships xmlns="http://schemas.openxmlformats.org/package/2006/relationships"><Relationship Type="http://schemas.openxmlformats.org/officeDocument/2006/relationships/slide" Target="/ppt/slides/slide330.xml" Id="R4778e786b85a40df" /><Relationship Type="http://schemas.openxmlformats.org/officeDocument/2006/relationships/notesMaster" Target="/ppt/notesMasters/notesMaster1.xml" Id="R6bc0076fdfc248cf" /></Relationships>
</file>

<file path=ppt/notesSlides/_rels/notesSlide331.xml.rels>&#65279;<?xml version="1.0" encoding="utf-8"?><Relationships xmlns="http://schemas.openxmlformats.org/package/2006/relationships"><Relationship Type="http://schemas.openxmlformats.org/officeDocument/2006/relationships/slide" Target="/ppt/slides/slide331.xml" Id="Re6251deb108c484f" /><Relationship Type="http://schemas.openxmlformats.org/officeDocument/2006/relationships/notesMaster" Target="/ppt/notesMasters/notesMaster1.xml" Id="Rcc6202f5bc814b65" /></Relationships>
</file>

<file path=ppt/notesSlides/_rels/notesSlide332.xml.rels>&#65279;<?xml version="1.0" encoding="utf-8"?><Relationships xmlns="http://schemas.openxmlformats.org/package/2006/relationships"><Relationship Type="http://schemas.openxmlformats.org/officeDocument/2006/relationships/slide" Target="/ppt/slides/slide332.xml" Id="R182da57c15ca4b81" /><Relationship Type="http://schemas.openxmlformats.org/officeDocument/2006/relationships/notesMaster" Target="/ppt/notesMasters/notesMaster1.xml" Id="R21cc6881a7a540a2" /></Relationships>
</file>

<file path=ppt/notesSlides/_rels/notesSlide333.xml.rels>&#65279;<?xml version="1.0" encoding="utf-8"?><Relationships xmlns="http://schemas.openxmlformats.org/package/2006/relationships"><Relationship Type="http://schemas.openxmlformats.org/officeDocument/2006/relationships/slide" Target="/ppt/slides/slide333.xml" Id="R90f8f4abf9824d57" /><Relationship Type="http://schemas.openxmlformats.org/officeDocument/2006/relationships/notesMaster" Target="/ppt/notesMasters/notesMaster1.xml" Id="Rd673acc145f64f3e" /></Relationships>
</file>

<file path=ppt/notesSlides/_rels/notesSlide334.xml.rels>&#65279;<?xml version="1.0" encoding="utf-8"?><Relationships xmlns="http://schemas.openxmlformats.org/package/2006/relationships"><Relationship Type="http://schemas.openxmlformats.org/officeDocument/2006/relationships/slide" Target="/ppt/slides/slide334.xml" Id="Raf82738ac5874b97" /><Relationship Type="http://schemas.openxmlformats.org/officeDocument/2006/relationships/notesMaster" Target="/ppt/notesMasters/notesMaster1.xml" Id="R04bf68d165814086" /></Relationship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and src/data/productConfig.js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public/tutorial/trb/processed/page-109.png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public/tutorial/trb/processed/page-109.png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public/tutorial/trb/processed/page-110.png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public/tutorial/trb/processed/page-110.png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public/tutorial/trb/processed/page-129.png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public/tutorial/trb/processed/page-149.png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2836cd47c44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9860932063470d" /><Relationship Type="http://schemas.openxmlformats.org/officeDocument/2006/relationships/slideLayout" Target="/ppt/slideLayouts/slideLayout1.xml" Id="R1263a99b425b42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63a99b425b42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3ea82f7b14313" /><Relationship Type="http://schemas.openxmlformats.org/officeDocument/2006/relationships/image" Target="/ppt/media/image66.png" Id="R5ca46f12d6364c33" /><Relationship Type="http://schemas.openxmlformats.org/officeDocument/2006/relationships/notesSlide" Target="/ppt/notesSlides/notesSlide216.xml" Id="Rb3d6ab51d4e945bc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5a151f29245da" /><Relationship Type="http://schemas.openxmlformats.org/officeDocument/2006/relationships/notesSlide" Target="/ppt/notesSlides/notesSlide217.xml" Id="R634f21cc9a004841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b925bc5aa40bf" /><Relationship Type="http://schemas.openxmlformats.org/officeDocument/2006/relationships/notesSlide" Target="/ppt/notesSlides/notesSlide218.xml" Id="R59fa351797d04b9c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558defd254db4" /><Relationship Type="http://schemas.openxmlformats.org/officeDocument/2006/relationships/notesSlide" Target="/ppt/notesSlides/notesSlide219.xml" Id="R57daa3f8a55e4f2f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4f50c23814f56" /><Relationship Type="http://schemas.openxmlformats.org/officeDocument/2006/relationships/notesSlide" Target="/ppt/notesSlides/notesSlide220.xml" Id="Rff8509f4db884737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e0402fa174eae" /><Relationship Type="http://schemas.openxmlformats.org/officeDocument/2006/relationships/image" Target="/ppt/media/image67.png" Id="Race138a6fced4c97" /><Relationship Type="http://schemas.openxmlformats.org/officeDocument/2006/relationships/notesSlide" Target="/ppt/notesSlides/notesSlide221.xml" Id="R278622b39c324360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1020c8c85474d" /><Relationship Type="http://schemas.openxmlformats.org/officeDocument/2006/relationships/image" Target="/ppt/media/image68.png" Id="R92f94dd7510a4024" /><Relationship Type="http://schemas.openxmlformats.org/officeDocument/2006/relationships/notesSlide" Target="/ppt/notesSlides/notesSlide222.xml" Id="R3d023a2df70c4bd2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1096b67ba4ea8" /><Relationship Type="http://schemas.openxmlformats.org/officeDocument/2006/relationships/image" Target="/ppt/media/image68.png" Id="Raa51d44494e64769" /><Relationship Type="http://schemas.openxmlformats.org/officeDocument/2006/relationships/notesSlide" Target="/ppt/notesSlides/notesSlide223.xml" Id="R7bdb0dd478074d69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76b2837134fc7" /><Relationship Type="http://schemas.openxmlformats.org/officeDocument/2006/relationships/image" Target="/ppt/media/image69.png" Id="R5d4a0feb17e04ead" /><Relationship Type="http://schemas.openxmlformats.org/officeDocument/2006/relationships/notesSlide" Target="/ppt/notesSlides/notesSlide224.xml" Id="R49576527670d4996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9b10941064f46" /><Relationship Type="http://schemas.openxmlformats.org/officeDocument/2006/relationships/notesSlide" Target="/ppt/notesSlides/notesSlide225.xml" Id="Rca2ce94a97794dda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6102334e54699" /><Relationship Type="http://schemas.openxmlformats.org/officeDocument/2006/relationships/notesSlide" Target="/ppt/notesSlides/notesSlide226.xml" Id="Rb4a29897b9e148f9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33ad8163d4d31" /><Relationship Type="http://schemas.openxmlformats.org/officeDocument/2006/relationships/image" Target="/ppt/media/image70.png" Id="R5c68a85f09ba4128" /><Relationship Type="http://schemas.openxmlformats.org/officeDocument/2006/relationships/notesSlide" Target="/ppt/notesSlides/notesSlide227.xml" Id="Re40500a6170a49fc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f5cb57f49498d" /><Relationship Type="http://schemas.openxmlformats.org/officeDocument/2006/relationships/image" Target="/ppt/media/image70.png" Id="R264b78d9c91f4264" /><Relationship Type="http://schemas.openxmlformats.org/officeDocument/2006/relationships/notesSlide" Target="/ppt/notesSlides/notesSlide228.xml" Id="R6caefee6e2a24be4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da661fb364909" /><Relationship Type="http://schemas.openxmlformats.org/officeDocument/2006/relationships/image" Target="/ppt/media/image70.png" Id="R5fd0eb6ef46c43e9" /><Relationship Type="http://schemas.openxmlformats.org/officeDocument/2006/relationships/notesSlide" Target="/ppt/notesSlides/notesSlide229.xml" Id="R2c061c1b47474ffe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4adfd2f2c4665" /><Relationship Type="http://schemas.openxmlformats.org/officeDocument/2006/relationships/image" Target="/ppt/media/image70.png" Id="Reac5af616d904d23" /><Relationship Type="http://schemas.openxmlformats.org/officeDocument/2006/relationships/notesSlide" Target="/ppt/notesSlides/notesSlide230.xml" Id="Rdd0a5dc108274393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5e86f0abd4370" /><Relationship Type="http://schemas.openxmlformats.org/officeDocument/2006/relationships/notesSlide" Target="/ppt/notesSlides/notesSlide231.xml" Id="R129de12041b34ecc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b6aff28314878" /><Relationship Type="http://schemas.openxmlformats.org/officeDocument/2006/relationships/notesSlide" Target="/ppt/notesSlides/notesSlide232.xml" Id="R7b376e0562aa4ce0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c5da0c4ec4103" /><Relationship Type="http://schemas.openxmlformats.org/officeDocument/2006/relationships/image" Target="/ppt/media/image71.png" Id="Rd7f000e0418d4cbb" /><Relationship Type="http://schemas.openxmlformats.org/officeDocument/2006/relationships/notesSlide" Target="/ppt/notesSlides/notesSlide233.xml" Id="R86e4edc26dd74063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5cbfb000b45e2" /><Relationship Type="http://schemas.openxmlformats.org/officeDocument/2006/relationships/image" Target="/ppt/media/image71.png" Id="R4df1af24b7044845" /><Relationship Type="http://schemas.openxmlformats.org/officeDocument/2006/relationships/notesSlide" Target="/ppt/notesSlides/notesSlide234.xml" Id="R95a592d2a6ca46d5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c086ae93a448a" /><Relationship Type="http://schemas.openxmlformats.org/officeDocument/2006/relationships/image" Target="/ppt/media/image72.png" Id="Rb09a3c1416ba40ee" /><Relationship Type="http://schemas.openxmlformats.org/officeDocument/2006/relationships/notesSlide" Target="/ppt/notesSlides/notesSlide235.xml" Id="Rd56a80c587a64f4e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cd496520b4dca" /><Relationship Type="http://schemas.openxmlformats.org/officeDocument/2006/relationships/image" Target="/ppt/media/image72.png" Id="R08f04026932044ec" /><Relationship Type="http://schemas.openxmlformats.org/officeDocument/2006/relationships/notesSlide" Target="/ppt/notesSlides/notesSlide236.xml" Id="R263a4d765be24c00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df11654c74262" /><Relationship Type="http://schemas.openxmlformats.org/officeDocument/2006/relationships/notesSlide" Target="/ppt/notesSlides/notesSlide237.xml" Id="R30f4753ffc9a4c4a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e8281b16f4799" /><Relationship Type="http://schemas.openxmlformats.org/officeDocument/2006/relationships/notesSlide" Target="/ppt/notesSlides/notesSlide238.xml" Id="Rbfa8a7acd20f4699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2f8a1b00a485c" /><Relationship Type="http://schemas.openxmlformats.org/officeDocument/2006/relationships/image" Target="/ppt/media/image73.png" Id="Rbd0b016d4c8a4994" /><Relationship Type="http://schemas.openxmlformats.org/officeDocument/2006/relationships/notesSlide" Target="/ppt/notesSlides/notesSlide239.xml" Id="R2a7ef2c2d65f4b89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20a9ee63e44f6" /><Relationship Type="http://schemas.openxmlformats.org/officeDocument/2006/relationships/image" Target="/ppt/media/image73.png" Id="R43251d0d787f41da" /><Relationship Type="http://schemas.openxmlformats.org/officeDocument/2006/relationships/notesSlide" Target="/ppt/notesSlides/notesSlide240.xml" Id="R9acf64fd28ea49f8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fdc6b45484ef8" /><Relationship Type="http://schemas.openxmlformats.org/officeDocument/2006/relationships/image" Target="/ppt/media/image74.png" Id="Rd71f4c91b01c4056" /><Relationship Type="http://schemas.openxmlformats.org/officeDocument/2006/relationships/notesSlide" Target="/ppt/notesSlides/notesSlide241.xml" Id="R2e99c0c672a74335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ca0138e5a4a9a" /><Relationship Type="http://schemas.openxmlformats.org/officeDocument/2006/relationships/image" Target="/ppt/media/image74.png" Id="R8ee36f7989594018" /><Relationship Type="http://schemas.openxmlformats.org/officeDocument/2006/relationships/notesSlide" Target="/ppt/notesSlides/notesSlide242.xml" Id="R42443e538a5e4c4f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7bfa244be4809" /><Relationship Type="http://schemas.openxmlformats.org/officeDocument/2006/relationships/notesSlide" Target="/ppt/notesSlides/notesSlide243.xml" Id="R0068514b532f4e95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efd43bfc1456c" /><Relationship Type="http://schemas.openxmlformats.org/officeDocument/2006/relationships/notesSlide" Target="/ppt/notesSlides/notesSlide244.xml" Id="Rd87059ef6c164e9f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871a0adda4a85" /><Relationship Type="http://schemas.openxmlformats.org/officeDocument/2006/relationships/notesSlide" Target="/ppt/notesSlides/notesSlide245.xml" Id="Rc00ca05145c040ce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3bdf2c626453b" /><Relationship Type="http://schemas.openxmlformats.org/officeDocument/2006/relationships/image" Target="/ppt/media/image75.png" Id="R6cc8ccc41d304e3a" /><Relationship Type="http://schemas.openxmlformats.org/officeDocument/2006/relationships/notesSlide" Target="/ppt/notesSlides/notesSlide246.xml" Id="Ra3daaa545ea841b1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0b39bf71642dd" /><Relationship Type="http://schemas.openxmlformats.org/officeDocument/2006/relationships/image" Target="/ppt/media/image76.png" Id="R53dfcea4cbed4b39" /><Relationship Type="http://schemas.openxmlformats.org/officeDocument/2006/relationships/notesSlide" Target="/ppt/notesSlides/notesSlide247.xml" Id="R7244b80e66964e4f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31b3ac048440e" /><Relationship Type="http://schemas.openxmlformats.org/officeDocument/2006/relationships/image" Target="/ppt/media/image76.png" Id="R264cb0abe0104a08" /><Relationship Type="http://schemas.openxmlformats.org/officeDocument/2006/relationships/notesSlide" Target="/ppt/notesSlides/notesSlide248.xml" Id="Rfc1a892857ba4955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5046e91fb4cd7" /><Relationship Type="http://schemas.openxmlformats.org/officeDocument/2006/relationships/image" Target="/ppt/media/image76.png" Id="Rb571d44b39514fee" /><Relationship Type="http://schemas.openxmlformats.org/officeDocument/2006/relationships/notesSlide" Target="/ppt/notesSlides/notesSlide249.xml" Id="R6a385b4df0df4eb7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5cb039a6e480b" /><Relationship Type="http://schemas.openxmlformats.org/officeDocument/2006/relationships/notesSlide" Target="/ppt/notesSlides/notesSlide250.xml" Id="Raf09e9724da84f6f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d463796dd4e45" /><Relationship Type="http://schemas.openxmlformats.org/officeDocument/2006/relationships/notesSlide" Target="/ppt/notesSlides/notesSlide251.xml" Id="R46788b98e340480d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fad2a821c45b2" /><Relationship Type="http://schemas.openxmlformats.org/officeDocument/2006/relationships/image" Target="/ppt/media/image77.png" Id="R3b3f52d49d56496a" /><Relationship Type="http://schemas.openxmlformats.org/officeDocument/2006/relationships/notesSlide" Target="/ppt/notesSlides/notesSlide252.xml" Id="R62f3544dfa8f416c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030b7c0a348f5" /><Relationship Type="http://schemas.openxmlformats.org/officeDocument/2006/relationships/image" Target="/ppt/media/image77.png" Id="R83bd19b8f6844779" /><Relationship Type="http://schemas.openxmlformats.org/officeDocument/2006/relationships/notesSlide" Target="/ppt/notesSlides/notesSlide253.xml" Id="Rae3b0a84e3a34875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08ad5718049d9" /><Relationship Type="http://schemas.openxmlformats.org/officeDocument/2006/relationships/image" Target="/ppt/media/image78.png" Id="R2ca7b1048c30496c" /><Relationship Type="http://schemas.openxmlformats.org/officeDocument/2006/relationships/notesSlide" Target="/ppt/notesSlides/notesSlide254.xml" Id="R76c6417c15294c8b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f4b55c3b94966" /><Relationship Type="http://schemas.openxmlformats.org/officeDocument/2006/relationships/image" Target="/ppt/media/image78.png" Id="R50da17fa43494f67" /><Relationship Type="http://schemas.openxmlformats.org/officeDocument/2006/relationships/notesSlide" Target="/ppt/notesSlides/notesSlide255.xml" Id="Rb57aef40ae324874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1ae30e3df4e7b" /><Relationship Type="http://schemas.openxmlformats.org/officeDocument/2006/relationships/notesSlide" Target="/ppt/notesSlides/notesSlide256.xml" Id="R170cc9c7e98946e6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2a626e12a4c64" /><Relationship Type="http://schemas.openxmlformats.org/officeDocument/2006/relationships/notesSlide" Target="/ppt/notesSlides/notesSlide257.xml" Id="Ra7d76e3473094841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38f182d6243de" /><Relationship Type="http://schemas.openxmlformats.org/officeDocument/2006/relationships/image" Target="/ppt/media/image79.png" Id="R9cf9881cd8144e27" /><Relationship Type="http://schemas.openxmlformats.org/officeDocument/2006/relationships/notesSlide" Target="/ppt/notesSlides/notesSlide258.xml" Id="R036a907a5a6e479e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68b0b43054d79" /><Relationship Type="http://schemas.openxmlformats.org/officeDocument/2006/relationships/image" Target="/ppt/media/image80.png" Id="Ref96918b0d9d4f1f" /><Relationship Type="http://schemas.openxmlformats.org/officeDocument/2006/relationships/notesSlide" Target="/ppt/notesSlides/notesSlide259.xml" Id="R37f7d7d733cd4f03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2250bf2274114" /><Relationship Type="http://schemas.openxmlformats.org/officeDocument/2006/relationships/image" Target="/ppt/media/image81.png" Id="R6eff570007a74923" /><Relationship Type="http://schemas.openxmlformats.org/officeDocument/2006/relationships/notesSlide" Target="/ppt/notesSlides/notesSlide260.xml" Id="R0faacaf3755a4b0b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5cae5c503470f" /><Relationship Type="http://schemas.openxmlformats.org/officeDocument/2006/relationships/image" Target="/ppt/media/image81.png" Id="R8a967c9310564b88" /><Relationship Type="http://schemas.openxmlformats.org/officeDocument/2006/relationships/notesSlide" Target="/ppt/notesSlides/notesSlide261.xml" Id="Rbf35eb9916594ca8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bcd65b92d44ff" /><Relationship Type="http://schemas.openxmlformats.org/officeDocument/2006/relationships/notesSlide" Target="/ppt/notesSlides/notesSlide262.xml" Id="Ra6fe7620d4214e0c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6fe08ad594fa4" /><Relationship Type="http://schemas.openxmlformats.org/officeDocument/2006/relationships/notesSlide" Target="/ppt/notesSlides/notesSlide263.xml" Id="Rfcbd8063eb4e4629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dbb3719e14ea5" /><Relationship Type="http://schemas.openxmlformats.org/officeDocument/2006/relationships/image" Target="/ppt/media/image82.png" Id="Rfc402fa34eb94d3a" /><Relationship Type="http://schemas.openxmlformats.org/officeDocument/2006/relationships/notesSlide" Target="/ppt/notesSlides/notesSlide264.xml" Id="Raeaafa9aa4a1438d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3efe085a545e4" /><Relationship Type="http://schemas.openxmlformats.org/officeDocument/2006/relationships/image" Target="/ppt/media/image83.png" Id="Rb5e109a3b6844b97" /><Relationship Type="http://schemas.openxmlformats.org/officeDocument/2006/relationships/notesSlide" Target="/ppt/notesSlides/notesSlide265.xml" Id="R8ee4d30e701d4efc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80fd9c5d7483e" /><Relationship Type="http://schemas.openxmlformats.org/officeDocument/2006/relationships/image" Target="/ppt/media/image84.png" Id="R3175143ef72143f4" /><Relationship Type="http://schemas.openxmlformats.org/officeDocument/2006/relationships/notesSlide" Target="/ppt/notesSlides/notesSlide266.xml" Id="R0c3bf6ff941449a0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570402a734aee" /><Relationship Type="http://schemas.openxmlformats.org/officeDocument/2006/relationships/image" Target="/ppt/media/image85.png" Id="Rb1d1861b63244670" /><Relationship Type="http://schemas.openxmlformats.org/officeDocument/2006/relationships/notesSlide" Target="/ppt/notesSlides/notesSlide267.xml" Id="R2cd5369a01cb4355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3086900bd448c" /><Relationship Type="http://schemas.openxmlformats.org/officeDocument/2006/relationships/image" Target="/ppt/media/image86.png" Id="R561b115a8aac4784" /><Relationship Type="http://schemas.openxmlformats.org/officeDocument/2006/relationships/notesSlide" Target="/ppt/notesSlides/notesSlide268.xml" Id="R2e249eea59ac4502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dbf59ff25422b" /><Relationship Type="http://schemas.openxmlformats.org/officeDocument/2006/relationships/notesSlide" Target="/ppt/notesSlides/notesSlide269.xml" Id="R78def06d5cb24f23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ba5d629ea4660" /><Relationship Type="http://schemas.openxmlformats.org/officeDocument/2006/relationships/notesSlide" Target="/ppt/notesSlides/notesSlide270.xml" Id="R1c86a18d7fbb433d" /></Relationships>
</file>

<file path=ppt/slides/_rels/slide2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3c3dff8584283" /><Relationship Type="http://schemas.openxmlformats.org/officeDocument/2006/relationships/image" Target="/ppt/media/image87.png" Id="Rd7b406a5c84d4e91" /><Relationship Type="http://schemas.openxmlformats.org/officeDocument/2006/relationships/notesSlide" Target="/ppt/notesSlides/notesSlide271.xml" Id="Rb92efe15b8d446dd" /></Relationships>
</file>

<file path=ppt/slides/_rels/slide2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9f8d7186249f0" /><Relationship Type="http://schemas.openxmlformats.org/officeDocument/2006/relationships/image" Target="/ppt/media/image88.png" Id="R6ddf5b71d1214b1e" /><Relationship Type="http://schemas.openxmlformats.org/officeDocument/2006/relationships/notesSlide" Target="/ppt/notesSlides/notesSlide272.xml" Id="Ra0e246da518540b5" /></Relationships>
</file>

<file path=ppt/slides/_rels/slide2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3e4bd9937482d" /><Relationship Type="http://schemas.openxmlformats.org/officeDocument/2006/relationships/image" Target="/ppt/media/image88.png" Id="Re7e51c8a49c043d5" /><Relationship Type="http://schemas.openxmlformats.org/officeDocument/2006/relationships/notesSlide" Target="/ppt/notesSlides/notesSlide273.xml" Id="Rd5f055c2b4734d39" /></Relationships>
</file>

<file path=ppt/slides/_rels/slide2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a4232a00840bb" /><Relationship Type="http://schemas.openxmlformats.org/officeDocument/2006/relationships/image" Target="/ppt/media/image89.png" Id="R0656c8b0da6b4189" /><Relationship Type="http://schemas.openxmlformats.org/officeDocument/2006/relationships/notesSlide" Target="/ppt/notesSlides/notesSlide274.xml" Id="Rffc6eda597f240f8" /></Relationships>
</file>

<file path=ppt/slides/_rels/slide2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f58b88a754f0a" /><Relationship Type="http://schemas.openxmlformats.org/officeDocument/2006/relationships/notesSlide" Target="/ppt/notesSlides/notesSlide275.xml" Id="R9ba3c13ec8094912" /></Relationships>
</file>

<file path=ppt/slides/_rels/slide2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c550508f14646" /><Relationship Type="http://schemas.openxmlformats.org/officeDocument/2006/relationships/notesSlide" Target="/ppt/notesSlides/notesSlide276.xml" Id="R52d206cfe7a8477a" /></Relationships>
</file>

<file path=ppt/slides/_rels/slide2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1eef824d94034" /><Relationship Type="http://schemas.openxmlformats.org/officeDocument/2006/relationships/image" Target="/ppt/media/image90.png" Id="R14c7393b33af4b22" /><Relationship Type="http://schemas.openxmlformats.org/officeDocument/2006/relationships/notesSlide" Target="/ppt/notesSlides/notesSlide277.xml" Id="Rc8f9fccc95af405a" /></Relationships>
</file>

<file path=ppt/slides/_rels/slide2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49dd53b6347e5" /><Relationship Type="http://schemas.openxmlformats.org/officeDocument/2006/relationships/image" Target="/ppt/media/image91.png" Id="Rce40ee6869454df9" /><Relationship Type="http://schemas.openxmlformats.org/officeDocument/2006/relationships/notesSlide" Target="/ppt/notesSlides/notesSlide278.xml" Id="Rbad1c7cc217b4f10" /></Relationships>
</file>

<file path=ppt/slides/_rels/slide2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8904b247a408c" /><Relationship Type="http://schemas.openxmlformats.org/officeDocument/2006/relationships/image" Target="/ppt/media/image92.png" Id="R84dffe6e551a4cdb" /><Relationship Type="http://schemas.openxmlformats.org/officeDocument/2006/relationships/notesSlide" Target="/ppt/notesSlides/notesSlide279.xml" Id="R8f606f38299440c6" /></Relationships>
</file>

<file path=ppt/slides/_rels/slide2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718cf20d94d28" /><Relationship Type="http://schemas.openxmlformats.org/officeDocument/2006/relationships/image" Target="/ppt/media/image93.png" Id="R2156d0951cb642b2" /><Relationship Type="http://schemas.openxmlformats.org/officeDocument/2006/relationships/notesSlide" Target="/ppt/notesSlides/notesSlide280.xml" Id="R2540234337484806" /></Relationships>
</file>

<file path=ppt/slides/_rels/slide2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978036b224725" /><Relationship Type="http://schemas.openxmlformats.org/officeDocument/2006/relationships/image" Target="/ppt/media/image93.png" Id="R9b91ee7d98ba4466" /><Relationship Type="http://schemas.openxmlformats.org/officeDocument/2006/relationships/notesSlide" Target="/ppt/notesSlides/notesSlide281.xml" Id="R6d9b3f3ed6e249c8" /></Relationships>
</file>

<file path=ppt/slides/_rels/slide2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d4189f0434074" /><Relationship Type="http://schemas.openxmlformats.org/officeDocument/2006/relationships/notesSlide" Target="/ppt/notesSlides/notesSlide282.xml" Id="R0abb22539f7b48fd" /></Relationships>
</file>

<file path=ppt/slides/_rels/slide2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521ebc8544ddb" /><Relationship Type="http://schemas.openxmlformats.org/officeDocument/2006/relationships/notesSlide" Target="/ppt/notesSlides/notesSlide283.xml" Id="R5135e7d6d6204450" /></Relationships>
</file>

<file path=ppt/slides/_rels/slide2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1ea0173404985" /><Relationship Type="http://schemas.openxmlformats.org/officeDocument/2006/relationships/image" Target="/ppt/media/image94.png" Id="Rce2102e6a1d943bf" /><Relationship Type="http://schemas.openxmlformats.org/officeDocument/2006/relationships/notesSlide" Target="/ppt/notesSlides/notesSlide284.xml" Id="R2289c85292f546be" /></Relationships>
</file>

<file path=ppt/slides/_rels/slide2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88d76fb6d42c7" /><Relationship Type="http://schemas.openxmlformats.org/officeDocument/2006/relationships/image" Target="/ppt/media/image95.png" Id="R7cd47eab67154d26" /><Relationship Type="http://schemas.openxmlformats.org/officeDocument/2006/relationships/notesSlide" Target="/ppt/notesSlides/notesSlide285.xml" Id="R682b73b038fa4ac4" /></Relationships>
</file>

<file path=ppt/slides/_rels/slide2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74179ba954b36" /><Relationship Type="http://schemas.openxmlformats.org/officeDocument/2006/relationships/image" Target="/ppt/media/image95.png" Id="R56ec2c7e84d3480a" /><Relationship Type="http://schemas.openxmlformats.org/officeDocument/2006/relationships/notesSlide" Target="/ppt/notesSlides/notesSlide286.xml" Id="Rd7ea74690bcc49ea" /></Relationships>
</file>

<file path=ppt/slides/_rels/slide2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595e9b5444365" /><Relationship Type="http://schemas.openxmlformats.org/officeDocument/2006/relationships/image" Target="/ppt/media/image94.png" Id="R4356074e6bac4253" /><Relationship Type="http://schemas.openxmlformats.org/officeDocument/2006/relationships/notesSlide" Target="/ppt/notesSlides/notesSlide287.xml" Id="R45d22949d26b491a" /></Relationships>
</file>

<file path=ppt/slides/_rels/slide2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6347219af4c02" /><Relationship Type="http://schemas.openxmlformats.org/officeDocument/2006/relationships/notesSlide" Target="/ppt/notesSlides/notesSlide288.xml" Id="Rf200eb814ef54adc" /></Relationships>
</file>

<file path=ppt/slides/_rels/slide2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268ddf1014269" /><Relationship Type="http://schemas.openxmlformats.org/officeDocument/2006/relationships/notesSlide" Target="/ppt/notesSlides/notesSlide289.xml" Id="Rb4f0efcf7bba4dd6" /></Relationships>
</file>

<file path=ppt/slides/_rels/slide2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4c51e6f364ee0" /><Relationship Type="http://schemas.openxmlformats.org/officeDocument/2006/relationships/image" Target="/ppt/media/image96.png" Id="Rcc537a8d74b04349" /><Relationship Type="http://schemas.openxmlformats.org/officeDocument/2006/relationships/notesSlide" Target="/ppt/notesSlides/notesSlide290.xml" Id="Rc0ac4ac3acc5433b" /></Relationships>
</file>

<file path=ppt/slides/_rels/slide2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e9e2e78034803" /><Relationship Type="http://schemas.openxmlformats.org/officeDocument/2006/relationships/image" Target="/ppt/media/image97.png" Id="R7affed94c3d84f8a" /><Relationship Type="http://schemas.openxmlformats.org/officeDocument/2006/relationships/notesSlide" Target="/ppt/notesSlides/notesSlide291.xml" Id="R91a112b3f1c94e12" /></Relationships>
</file>

<file path=ppt/slides/_rels/slide2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7d8baad394900" /><Relationship Type="http://schemas.openxmlformats.org/officeDocument/2006/relationships/image" Target="/ppt/media/image98.png" Id="Rec7c7ba6618e4ad9" /><Relationship Type="http://schemas.openxmlformats.org/officeDocument/2006/relationships/notesSlide" Target="/ppt/notesSlides/notesSlide292.xml" Id="R38bc0cb34f35478c" /></Relationships>
</file>

<file path=ppt/slides/_rels/slide2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db2ddffc44642" /><Relationship Type="http://schemas.openxmlformats.org/officeDocument/2006/relationships/image" Target="/ppt/media/image99.png" Id="R6add31023c0d43a1" /><Relationship Type="http://schemas.openxmlformats.org/officeDocument/2006/relationships/notesSlide" Target="/ppt/notesSlides/notesSlide293.xml" Id="Red4a7a8f0e8146c3" /></Relationships>
</file>

<file path=ppt/slides/_rels/slide2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4fed96d214fa5" /><Relationship Type="http://schemas.openxmlformats.org/officeDocument/2006/relationships/image" Target="/ppt/media/image100.png" Id="R963627c7fc0e476d" /><Relationship Type="http://schemas.openxmlformats.org/officeDocument/2006/relationships/notesSlide" Target="/ppt/notesSlides/notesSlide294.xml" Id="R30c808791f6240b5" /></Relationships>
</file>

<file path=ppt/slides/_rels/slide2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53a6dcaa44cf8" /><Relationship Type="http://schemas.openxmlformats.org/officeDocument/2006/relationships/notesSlide" Target="/ppt/notesSlides/notesSlide295.xml" Id="R3c7307ec9abc4cd4" /></Relationships>
</file>

<file path=ppt/slides/_rels/slide2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b48bf2aa848e5" /><Relationship Type="http://schemas.openxmlformats.org/officeDocument/2006/relationships/notesSlide" Target="/ppt/notesSlides/notesSlide296.xml" Id="Rf510e8dc67a44034" /></Relationships>
</file>

<file path=ppt/slides/_rels/slide2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93111ae02471c" /><Relationship Type="http://schemas.openxmlformats.org/officeDocument/2006/relationships/image" Target="/ppt/media/image101.png" Id="R060dace51456492c" /><Relationship Type="http://schemas.openxmlformats.org/officeDocument/2006/relationships/notesSlide" Target="/ppt/notesSlides/notesSlide297.xml" Id="R4e56fc4102114905" /></Relationships>
</file>

<file path=ppt/slides/_rels/slide2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b415e70eb45d4" /><Relationship Type="http://schemas.openxmlformats.org/officeDocument/2006/relationships/image" Target="/ppt/media/image101.png" Id="R461a6daf5752492d" /><Relationship Type="http://schemas.openxmlformats.org/officeDocument/2006/relationships/notesSlide" Target="/ppt/notesSlides/notesSlide298.xml" Id="R87f0678d135c4be3" /></Relationships>
</file>

<file path=ppt/slides/_rels/slide2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148d8736343c6" /><Relationship Type="http://schemas.openxmlformats.org/officeDocument/2006/relationships/image" Target="/ppt/media/image102.png" Id="Rfe2bf5fdbc264151" /><Relationship Type="http://schemas.openxmlformats.org/officeDocument/2006/relationships/notesSlide" Target="/ppt/notesSlides/notesSlide299.xml" Id="R1bd4cc7ea3944f37" /></Relationships>
</file>

<file path=ppt/slides/_rels/slide3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f249587884048" /><Relationship Type="http://schemas.openxmlformats.org/officeDocument/2006/relationships/image" Target="/ppt/media/image102.png" Id="R4a15ee6aff9d466d" /><Relationship Type="http://schemas.openxmlformats.org/officeDocument/2006/relationships/notesSlide" Target="/ppt/notesSlides/notesSlide300.xml" Id="R81df6a01355845d3" /></Relationships>
</file>

<file path=ppt/slides/_rels/slide3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d586136c44e0d" /><Relationship Type="http://schemas.openxmlformats.org/officeDocument/2006/relationships/notesSlide" Target="/ppt/notesSlides/notesSlide301.xml" Id="Rbdca9b04449a4a01" /></Relationships>
</file>

<file path=ppt/slides/_rels/slide3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fa48dffd84be8" /><Relationship Type="http://schemas.openxmlformats.org/officeDocument/2006/relationships/notesSlide" Target="/ppt/notesSlides/notesSlide302.xml" Id="R236f4d2bb7aa44d5" /></Relationships>
</file>

<file path=ppt/slides/_rels/slide3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8157ef487493d" /><Relationship Type="http://schemas.openxmlformats.org/officeDocument/2006/relationships/image" Target="/ppt/media/image103.png" Id="Re036b99d3b844f61" /><Relationship Type="http://schemas.openxmlformats.org/officeDocument/2006/relationships/notesSlide" Target="/ppt/notesSlides/notesSlide303.xml" Id="Rcf47dfb24d99406b" /></Relationships>
</file>

<file path=ppt/slides/_rels/slide3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12f80c5e8478b" /><Relationship Type="http://schemas.openxmlformats.org/officeDocument/2006/relationships/image" Target="/ppt/media/image104.png" Id="R69ff04bfd3dc4ff5" /><Relationship Type="http://schemas.openxmlformats.org/officeDocument/2006/relationships/notesSlide" Target="/ppt/notesSlides/notesSlide304.xml" Id="R737a102c44a541d0" /></Relationships>
</file>

<file path=ppt/slides/_rels/slide3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7bd1790644669" /><Relationship Type="http://schemas.openxmlformats.org/officeDocument/2006/relationships/image" Target="/ppt/media/image104.png" Id="R4b7f9a7c7c94490e" /><Relationship Type="http://schemas.openxmlformats.org/officeDocument/2006/relationships/notesSlide" Target="/ppt/notesSlides/notesSlide305.xml" Id="R7947c5c23bbb41a5" /></Relationships>
</file>

<file path=ppt/slides/_rels/slide3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254844ac5406b" /><Relationship Type="http://schemas.openxmlformats.org/officeDocument/2006/relationships/image" Target="/ppt/media/image105.png" Id="R743f640d6fd84d33" /><Relationship Type="http://schemas.openxmlformats.org/officeDocument/2006/relationships/notesSlide" Target="/ppt/notesSlides/notesSlide306.xml" Id="R8957ff2bd9054588" /></Relationships>
</file>

<file path=ppt/slides/_rels/slide3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689a001b8484e" /><Relationship Type="http://schemas.openxmlformats.org/officeDocument/2006/relationships/image" Target="/ppt/media/image106.png" Id="Rc3be25bc1a744d9a" /><Relationship Type="http://schemas.openxmlformats.org/officeDocument/2006/relationships/notesSlide" Target="/ppt/notesSlides/notesSlide307.xml" Id="Re232314f34c54e83" /></Relationships>
</file>

<file path=ppt/slides/_rels/slide3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1203a8bd94122" /><Relationship Type="http://schemas.openxmlformats.org/officeDocument/2006/relationships/notesSlide" Target="/ppt/notesSlides/notesSlide308.xml" Id="R77163dc640e9421f" /></Relationships>
</file>

<file path=ppt/slides/_rels/slide3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3fc0fe8494b4f" /><Relationship Type="http://schemas.openxmlformats.org/officeDocument/2006/relationships/notesSlide" Target="/ppt/notesSlides/notesSlide309.xml" Id="R9c7239f647c046e8" /></Relationships>
</file>

<file path=ppt/slides/_rels/slide3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ab8ca0fc54e96" /><Relationship Type="http://schemas.openxmlformats.org/officeDocument/2006/relationships/notesSlide" Target="/ppt/notesSlides/notesSlide310.xml" Id="R13d642d5b60542a5" /></Relationships>
</file>

<file path=ppt/slides/_rels/slide3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85b0bd1974824" /><Relationship Type="http://schemas.openxmlformats.org/officeDocument/2006/relationships/image" Target="/ppt/media/image107.png" Id="R691fc4958f9f45ee" /><Relationship Type="http://schemas.openxmlformats.org/officeDocument/2006/relationships/notesSlide" Target="/ppt/notesSlides/notesSlide311.xml" Id="R784d4765d3664049" /></Relationships>
</file>

<file path=ppt/slides/_rels/slide3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696bd8afd4734" /><Relationship Type="http://schemas.openxmlformats.org/officeDocument/2006/relationships/image" Target="/ppt/media/image107.png" Id="Rc3e7166f8b6744ca" /><Relationship Type="http://schemas.openxmlformats.org/officeDocument/2006/relationships/notesSlide" Target="/ppt/notesSlides/notesSlide312.xml" Id="Re5af9991b771495f" /></Relationships>
</file>

<file path=ppt/slides/_rels/slide3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5b51881f64e7b" /><Relationship Type="http://schemas.openxmlformats.org/officeDocument/2006/relationships/image" Target="/ppt/media/image107.png" Id="R1eda618aab7d4000" /><Relationship Type="http://schemas.openxmlformats.org/officeDocument/2006/relationships/notesSlide" Target="/ppt/notesSlides/notesSlide313.xml" Id="Rb2ce968bb8f6455d" /></Relationships>
</file>

<file path=ppt/slides/_rels/slide3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5ddd1097d40f4" /><Relationship Type="http://schemas.openxmlformats.org/officeDocument/2006/relationships/image" Target="/ppt/media/image107.png" Id="Rda4b97ffa45f4056" /><Relationship Type="http://schemas.openxmlformats.org/officeDocument/2006/relationships/notesSlide" Target="/ppt/notesSlides/notesSlide314.xml" Id="R7fdc760f9ee04d09" /></Relationships>
</file>

<file path=ppt/slides/_rels/slide3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1556f61bd44bd" /><Relationship Type="http://schemas.openxmlformats.org/officeDocument/2006/relationships/notesSlide" Target="/ppt/notesSlides/notesSlide315.xml" Id="R9c5eb30a28c6419b" /></Relationships>
</file>

<file path=ppt/slides/_rels/slide3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9d9694d234430" /><Relationship Type="http://schemas.openxmlformats.org/officeDocument/2006/relationships/notesSlide" Target="/ppt/notesSlides/notesSlide316.xml" Id="R2a1eebb267b240d0" /></Relationships>
</file>

<file path=ppt/slides/_rels/slide3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4215b34284274" /><Relationship Type="http://schemas.openxmlformats.org/officeDocument/2006/relationships/image" Target="/ppt/media/image108.png" Id="R16126183a9554d07" /><Relationship Type="http://schemas.openxmlformats.org/officeDocument/2006/relationships/notesSlide" Target="/ppt/notesSlides/notesSlide317.xml" Id="Rb519a853f3ea4d8b" /></Relationships>
</file>

<file path=ppt/slides/_rels/slide3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f0beeebb84e1d" /><Relationship Type="http://schemas.openxmlformats.org/officeDocument/2006/relationships/image" Target="/ppt/media/image108.png" Id="Rd2c65b8ca5614f96" /><Relationship Type="http://schemas.openxmlformats.org/officeDocument/2006/relationships/notesSlide" Target="/ppt/notesSlides/notesSlide318.xml" Id="R35e1245d1e094c96" /></Relationships>
</file>

<file path=ppt/slides/_rels/slide3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43f31651c416c" /><Relationship Type="http://schemas.openxmlformats.org/officeDocument/2006/relationships/image" Target="/ppt/media/image109.png" Id="Rb4f7153994d045cd" /><Relationship Type="http://schemas.openxmlformats.org/officeDocument/2006/relationships/notesSlide" Target="/ppt/notesSlides/notesSlide319.xml" Id="R41e6bccaab594ce4" /></Relationships>
</file>

<file path=ppt/slides/_rels/slide3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1c3dd32f44f0f" /><Relationship Type="http://schemas.openxmlformats.org/officeDocument/2006/relationships/image" Target="/ppt/media/image109.png" Id="R35fed6c8e3f94a65" /><Relationship Type="http://schemas.openxmlformats.org/officeDocument/2006/relationships/notesSlide" Target="/ppt/notesSlides/notesSlide320.xml" Id="R670d51bc6341467d" /></Relationships>
</file>

<file path=ppt/slides/_rels/slide3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e7e83904e465f" /><Relationship Type="http://schemas.openxmlformats.org/officeDocument/2006/relationships/notesSlide" Target="/ppt/notesSlides/notesSlide321.xml" Id="R8063be66c1044cc7" /></Relationships>
</file>

<file path=ppt/slides/_rels/slide3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b06b465454b12" /><Relationship Type="http://schemas.openxmlformats.org/officeDocument/2006/relationships/notesSlide" Target="/ppt/notesSlides/notesSlide322.xml" Id="Rfd4e61de42094c5a" /></Relationships>
</file>

<file path=ppt/slides/_rels/slide3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1169ad4b44de3" /><Relationship Type="http://schemas.openxmlformats.org/officeDocument/2006/relationships/image" Target="/ppt/media/image110.png" Id="R12e8b661bf8840a0" /><Relationship Type="http://schemas.openxmlformats.org/officeDocument/2006/relationships/notesSlide" Target="/ppt/notesSlides/notesSlide323.xml" Id="R7260bfd872194533" /></Relationships>
</file>

<file path=ppt/slides/_rels/slide3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d40e76f374662" /><Relationship Type="http://schemas.openxmlformats.org/officeDocument/2006/relationships/image" Target="/ppt/media/image110.png" Id="R14a659d6d0df47dd" /><Relationship Type="http://schemas.openxmlformats.org/officeDocument/2006/relationships/notesSlide" Target="/ppt/notesSlides/notesSlide324.xml" Id="R20289ea394cc4dd7" /></Relationships>
</file>

<file path=ppt/slides/_rels/slide3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f9ef9c2984099" /><Relationship Type="http://schemas.openxmlformats.org/officeDocument/2006/relationships/image" Target="/ppt/media/image110.png" Id="R77edab486a8d482d" /><Relationship Type="http://schemas.openxmlformats.org/officeDocument/2006/relationships/notesSlide" Target="/ppt/notesSlides/notesSlide325.xml" Id="Ra93dccd8fd9b4d43" /></Relationships>
</file>

<file path=ppt/slides/_rels/slide3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7e7cab5e344e8" /><Relationship Type="http://schemas.openxmlformats.org/officeDocument/2006/relationships/image" Target="/ppt/media/image110.png" Id="Rb91835533843451d" /><Relationship Type="http://schemas.openxmlformats.org/officeDocument/2006/relationships/notesSlide" Target="/ppt/notesSlides/notesSlide326.xml" Id="R2f4c319cbad642b6" /></Relationships>
</file>

<file path=ppt/slides/_rels/slide3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6806da8494597" /><Relationship Type="http://schemas.openxmlformats.org/officeDocument/2006/relationships/notesSlide" Target="/ppt/notesSlides/notesSlide327.xml" Id="R0f7080dbe9394da2" /></Relationships>
</file>

<file path=ppt/slides/_rels/slide3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7d2bfdf254720" /><Relationship Type="http://schemas.openxmlformats.org/officeDocument/2006/relationships/notesSlide" Target="/ppt/notesSlides/notesSlide328.xml" Id="R6b0773456a304dd5" /></Relationships>
</file>

<file path=ppt/slides/_rels/slide3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a076d8ea44847" /><Relationship Type="http://schemas.openxmlformats.org/officeDocument/2006/relationships/image" Target="/ppt/media/image111.png" Id="R73466b5d14be4d6c" /><Relationship Type="http://schemas.openxmlformats.org/officeDocument/2006/relationships/notesSlide" Target="/ppt/notesSlides/notesSlide329.xml" Id="R48ec3c3bc95d484d" /></Relationships>
</file>

<file path=ppt/slides/_rels/slide3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586db843f4ce5" /><Relationship Type="http://schemas.openxmlformats.org/officeDocument/2006/relationships/image" Target="/ppt/media/image111.png" Id="R546adb03f04e4bb5" /><Relationship Type="http://schemas.openxmlformats.org/officeDocument/2006/relationships/notesSlide" Target="/ppt/notesSlides/notesSlide330.xml" Id="R6f8af39784a1499c" /></Relationships>
</file>

<file path=ppt/slides/_rels/slide3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cf6dcfc0742dd" /><Relationship Type="http://schemas.openxmlformats.org/officeDocument/2006/relationships/image" Target="/ppt/media/image112.png" Id="R1d29e09d49fa4925" /><Relationship Type="http://schemas.openxmlformats.org/officeDocument/2006/relationships/notesSlide" Target="/ppt/notesSlides/notesSlide331.xml" Id="Rf20270c4d3b94d75" /></Relationships>
</file>

<file path=ppt/slides/_rels/slide3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a40cdad1e411f" /><Relationship Type="http://schemas.openxmlformats.org/officeDocument/2006/relationships/image" Target="/ppt/media/image112.png" Id="R6939563c83954b52" /><Relationship Type="http://schemas.openxmlformats.org/officeDocument/2006/relationships/notesSlide" Target="/ppt/notesSlides/notesSlide332.xml" Id="R2d2a295c84ed4f46" /></Relationships>
</file>

<file path=ppt/slides/_rels/slide3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9eb9001aa4803" /><Relationship Type="http://schemas.openxmlformats.org/officeDocument/2006/relationships/image" Target="/ppt/media/image112.png" Id="R5d0ecf2604844558" /><Relationship Type="http://schemas.openxmlformats.org/officeDocument/2006/relationships/notesSlide" Target="/ppt/notesSlides/notesSlide333.xml" Id="Reab67ca42f1d4080" /></Relationships>
</file>

<file path=ppt/slides/_rels/slide3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c75dac8b54a27" /><Relationship Type="http://schemas.openxmlformats.org/officeDocument/2006/relationships/notesSlide" Target="/ppt/notesSlides/notesSlide334.xml" Id="R6c5b1122232b4a48" /></Relationships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1443A-650C-4451-AD92-61C23312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A8432-A428-48AE-A90D-80AC88DD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81542-2DAB-403F-BA58-CCCA83EB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TUTORIAL TEKNIS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AFEB745-665E-4EAA-9119-0A54CF9B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Tutorial Teknis Cubicost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88C5F-A8C2-4687-AF5B-0326FC3C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102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Pelajari alur kerja pembesian mulai dari persiapan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proyek dan pengaturan tulangan hingga perhitungan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laporan kuantitas.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46f12d6364c33"/>
          <a:stretch xmlns:a="http://schemas.openxmlformats.org/drawingml/2006/main"/>
        </p:blipFill>
        <p:spPr>
          <a:xfrm xmlns:a="http://schemas.openxmlformats.org/drawingml/2006/main">
            <a:off x="7518441" y="1809750"/>
            <a:ext cx="3774994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6039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E5123-DE99-493C-A8E0-DCBDF312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0B37C-CE28-4526-94D1-451AD1BC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86CF1-7313-4356-B8FE-58ED9D01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TUJUAN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69A6505-A066-4285-B5D5-2EC9D8AE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A6D6C-F533-49ED-ACE5-01BB93FA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Pelajari alur kerja pembesian mulai dari persiapan proyek dan pengaturan tulangan hingga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perhitungan serta laporan kuantitas.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957AD-655B-4229-A2BD-09134293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Siapkan alur kerja TRB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109AA-969C-4B0D-A552-E5209B7F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 model TAS dan siapkan gambar kerja TRB.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C344A-FE3F-47A1-82CE-5AC3EBF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Modelkan tulangan struktur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41D11-CCAF-4659-AC8D-60E468C2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664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Modelkan reinforcement pile cap, kolom, balok, pelat, dan dinding.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4B4E1-1FDE-492D-82C6-373FC890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238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Validasi hasil pembesian</a:t>
            </a:r>
          </a:p>
        </p:txBody>
      </p:sp>
    </p:spTree>
    <p:extLst>
      <p:ext uri="{BB962C8B-B14F-4D97-AF65-F5344CB8AC3E}">
        <p14:creationId xmlns:p14="http://schemas.microsoft.com/office/powerpoint/2010/main" val="2038977616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18207-059E-45AA-9C86-F6CCCE0A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6AEC1-0B10-4C78-B0F9-EABDECA2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4AE5B-8F17-418C-A1E6-E0404D3B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TUJUAN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7C472F5-77D3-4733-9CC2-177CF3DB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26346-202D-414D-800D-9F86A00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Verifikasi rebar, tinjau kuantitas, dan buat laporan.</a:t>
            </a:r>
          </a:p>
        </p:txBody>
      </p:sp>
    </p:spTree>
    <p:extLst>
      <p:ext uri="{BB962C8B-B14F-4D97-AF65-F5344CB8AC3E}">
        <p14:creationId xmlns:p14="http://schemas.microsoft.com/office/powerpoint/2010/main" val="850335654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36D6CD-6A3A-408A-B398-767F1B0C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3353A-96C0-4666-9FCD-DA66C488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3B1F2-1891-4948-A675-95CC85E4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F7117F4-D4B4-4362-8F2A-FCCE7B83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Persiapan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239D0-7518-4E8C-82D8-DE003358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 model TAS dan siapkan gambar yang diperlukan di TRB.</a:t>
            </a:r>
          </a:p>
        </p:txBody>
      </p:sp>
    </p:spTree>
    <p:extLst>
      <p:ext uri="{BB962C8B-B14F-4D97-AF65-F5344CB8AC3E}">
        <p14:creationId xmlns:p14="http://schemas.microsoft.com/office/powerpoint/2010/main" val="336435646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14585F-24DD-43C3-A99D-88342696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F5340-E708-451C-BEB4-FB746CC1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5C13A-1BF9-401F-853E-31D22E05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D7BC58A-FFA2-4AB8-AA22-B205D187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Memahami dan Mengekspor Model 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ED6FF-0544-4E30-828B-41B1CFDB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Membuat file transfer TAS yang sesuai dengan cakupan model yang akan dikerjakan di TRB.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B8141-8399-4454-8DFD-645A1930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01916-E1A5-4BCA-B61F-0DBCA008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Tentukan cakupan transfer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CF301-924F-484A-A405-3D100FC4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Export Model by Floor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4B85E-2C51-4B86-8187-AC3311CF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Gunakan Export Model by Entity bila diperlukan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8BD3D-EEE5-40C3-B5CE-E2014C02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Simpan file model</a:t>
            </a:r>
          </a:p>
        </p:txBody>
      </p:sp>
    </p:spTree>
    <p:extLst>
      <p:ext uri="{BB962C8B-B14F-4D97-AF65-F5344CB8AC3E}">
        <p14:creationId xmlns:p14="http://schemas.microsoft.com/office/powerpoint/2010/main" val="126702914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1474CA-844B-48EB-8F2C-3410CF6A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9999E-8B09-4892-9AB5-A8C48BA6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71741-E938-4BAA-9273-44C70997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LANGKAH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DCF8E39-DF2B-4E1D-BAE0-76898371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cakupan transfer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138a6fced4c97"/>
          <a:stretch xmlns:a="http://schemas.openxmlformats.org/drawingml/2006/main"/>
        </p:blipFill>
        <p:spPr>
          <a:xfrm xmlns:a="http://schemas.openxmlformats.org/drawingml/2006/main">
            <a:off x="5581722" y="1809750"/>
            <a:ext cx="5429107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E15AD-69DB-4F42-B355-9C3769C8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alur TAS-ke-TRB setelah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sumber diperiksa dan tentukan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apakah seluruh lantai atau hanya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tertentu yang perlu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diperbarui.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6B37C-43CA-4AA2-A8C6-823F27D2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ekspor model TAS untuk transfer ke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70424367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FB7959-152F-4095-B02F-6214EB6F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70741-0EEC-4037-9CAC-E640507A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CAABD-FA3C-4E99-BCF9-1FB3E288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LANGKAH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5DEAAB-2403-4298-921E-6FD5A0E8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Export Model by Floor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94dd7510a4024"/>
          <a:stretch xmlns:a="http://schemas.openxmlformats.org/drawingml/2006/main"/>
        </p:blipFill>
        <p:spPr>
          <a:xfrm xmlns:a="http://schemas.openxmlformats.org/drawingml/2006/main">
            <a:off x="5086350" y="2062002"/>
            <a:ext cx="6419850" cy="31626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0B327-C530-4873-ABDC-3A1E29AD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ekspor per lantai ketika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seluruh elemen pada lantai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dipilih perlu dipindahkan ke proyek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7E274-4A23-45E5-9D59-49C08441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Export Model dengan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dan lantai.</a:t>
            </a:r>
          </a:p>
        </p:txBody>
      </p:sp>
    </p:spTree>
    <p:extLst>
      <p:ext uri="{BB962C8B-B14F-4D97-AF65-F5344CB8AC3E}">
        <p14:creationId xmlns:p14="http://schemas.microsoft.com/office/powerpoint/2010/main" val="1543997374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45D1C0-EB05-4872-8BF2-FAF9C59E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3B722-D4FC-4490-BEE1-096A2BE4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B06E0-71D8-4A3F-8EF9-B01E706A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LANGKAH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D2D21BE-7653-423D-A6C4-BE096D69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Gunakan Export Model by Entity bila diperlukan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1d44494e64769"/>
          <a:stretch xmlns:a="http://schemas.openxmlformats.org/drawingml/2006/main"/>
        </p:blipFill>
        <p:spPr>
          <a:xfrm xmlns:a="http://schemas.openxmlformats.org/drawingml/2006/main">
            <a:off x="5086350" y="2062002"/>
            <a:ext cx="6419850" cy="31626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92E79-C65B-4C8F-9B46-1A2ECF30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Ekspor berdasarkan elemen cocok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pembaruan parsial agar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cakupan transfer tetap terbatas.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E71AC-0D3D-4D05-8E63-396989D3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Export Model dengan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dan lantai.</a:t>
            </a:r>
          </a:p>
        </p:txBody>
      </p:sp>
    </p:spTree>
    <p:extLst>
      <p:ext uri="{BB962C8B-B14F-4D97-AF65-F5344CB8AC3E}">
        <p14:creationId xmlns:p14="http://schemas.microsoft.com/office/powerpoint/2010/main" val="1397980438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5FECFB-4278-4A2E-B410-EA906044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8A0F5-F9E0-4EED-B137-7D9B00F8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C26D8-7EDB-4DC7-A9C2-528F63C0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LANGKAH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B3488BB-961D-4475-AE6E-A4813ABA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Simpan file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a0feb17e04ead"/>
          <a:stretch xmlns:a="http://schemas.openxmlformats.org/drawingml/2006/main"/>
        </p:blipFill>
        <p:spPr>
          <a:xfrm xmlns:a="http://schemas.openxmlformats.org/drawingml/2006/main">
            <a:off x="5086350" y="2065259"/>
            <a:ext cx="6419850" cy="315610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DA6EB-6F48-4AC9-963A-BCEDA09D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nama file dan lokasi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menunjukkan proyek, cakupan,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revisi agar file dapat dikenali saat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diimpor.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298C3-D5D1-498F-AA06-54513744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Status ekspor dan file model yang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dihasilkan.</a:t>
            </a:r>
          </a:p>
        </p:txBody>
      </p:sp>
    </p:spTree>
    <p:extLst>
      <p:ext uri="{BB962C8B-B14F-4D97-AF65-F5344CB8AC3E}">
        <p14:creationId xmlns:p14="http://schemas.microsoft.com/office/powerpoint/2010/main" val="1955074806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D28DA3-1C8B-4CF8-AC59-17238176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2E5E5-2AA8-4B13-A461-E2AE3A7A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8CA57-5B26-4C63-BAF5-3E31E0EE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18D1F4B-EAC1-47E4-BCDC-286E7156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Memahami dan Mengekspor Model 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AEF46-6BB1-44C3-AAFE-201B1226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A45C6-4FD8-4039-AD6E-728FE929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ACF0F-661D-49F9-BEEB-B3AE5A22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51212-C3BE-492B-9F01-4C0AE428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43266910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8B3AD-D64D-4792-8E3E-7EA9AEF3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B997E-B3E4-4AB2-93CF-8036FAD4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3A857-E13E-4C92-B049-C36C0452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5050BC5-A383-4038-BFD2-F70145A2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Model TAS ke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4F6E3-4168-4405-A9BC-F17AE7BD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Memasukkan file transfer TAS ke proyek TRB tujuan yang benar.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0F505-DC1E-40C0-8072-AC41B93E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B88EA-FF2A-466B-8B88-67389433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proyek TRB tujuan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BDC7D-1FB6-4BBA-9315-1B8F22BD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BIM MODEL &gt; Import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D235B-43CE-4BA1-824A-27EE78B9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file hasil ekspor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0F48A-08C5-4E18-832A-0B033847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Konfirmasi impor</a:t>
            </a:r>
          </a:p>
        </p:txBody>
      </p:sp>
    </p:spTree>
    <p:extLst>
      <p:ext uri="{BB962C8B-B14F-4D97-AF65-F5344CB8AC3E}">
        <p14:creationId xmlns:p14="http://schemas.microsoft.com/office/powerpoint/2010/main" val="2142443270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022EAB-6D96-44D4-9A53-71B67B5A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5A2BB-C432-4AC1-AE35-A18C6956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4D5A1-70CA-41FE-ADA1-6F53703C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LANGKAH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7AA455-F494-4D98-9F47-6BD29C95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proyek TRB tujuan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8a85f09ba4128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B03E7-33E4-4B99-83AC-3C8F0D57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Buat proyek baru atau buka proyek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benar sebelum memasukkan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dari TAS.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A2BB2-4452-45EC-9746-0E28C878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dan dialog pemilihan file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1293282163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A0F929-C4EB-411A-9283-162C75B4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324BC-D30D-47C1-9F17-D951210D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A4C58-7677-41E6-8440-EF3B79B6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LANGKAH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EE980EF-D59D-4BBE-8A86-BBF9AA09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BIM MODEL &gt; Import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b78d9c91f4264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C305A-CB01-46AA-865A-26B7B48F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perintah Import Model dari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 BIM MODEL untuk memulai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F9DC1-7F6A-4D9E-A69A-B5489897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dan dialog pemilihan file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2083588252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812064-2D98-4E3D-84FF-FD5C5DBC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40FB0-CE30-4B52-9366-9A04F0EB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3ACE8-EB8E-404F-9755-25F94332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LANGKAH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D406EE0-5A9A-41A3-B3C2-EA80C142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file hasil ekspor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0eb6ef46c43e9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01AEB-6254-4663-93AE-7EE8F7B6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file yang sebelumnya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disimpan dari TAS dan periksa nama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revisinya.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A2B76-174B-4CC4-B4A5-F1901C2A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dan dialog pemilihan file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174161270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8ACAD2-DAF4-49BF-B99D-55F56A2F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A27CB-84FA-436B-AE5D-581A55B7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94421-1759-483A-935E-0D801AC2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LANGKAH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73633A-023B-4141-BBD6-132349A0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Konfirmasi impor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5af616d904d23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810AE-0B47-489A-858E-2F8D09C9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Lanjutkan setelah proyek tujuan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file sumber dipastikan sesuai.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A4F54-3995-4FF1-AFD4-E2BEBC12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dan dialog pemilihan file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1017100949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6AE18C-F33F-4542-8925-D8CDF7EB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03469-728D-4054-BF7A-38A02E1E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E6CDB-30FD-4B3B-916A-F08009CD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642EAC8-335F-4523-B737-429B2A74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Model TAS ke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F249A-E8A0-4116-AD3D-9EEA1110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6F6DA-CBAC-40BB-91D3-9CE38C39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F6799-472D-4446-971E-B5DFB0E2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4A6D9-3F8A-4313-883E-349EA34C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514178384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237064-A666-4452-8A29-F0B9907D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8F7B3-1730-4C8D-B875-6E444AF5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0849F-BF3E-4BA1-B22C-FFE9D452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7B7AE5B-D2B9-4307-BC9B-6852F83A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Menyesuaikan Pengaturan Impor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4F494-5DFD-443D-BC72-C5DF0418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Menyelaraskan zona, lantai, dan elemen sebelum model TAS dibuat di TRB.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6BA4A-3152-4712-BE0E-E79A8E9C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F1FEA-271E-40DA-8FF3-EDE48BC7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Periksa penanganan zone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57D6C-4374-456F-93F1-88B790D6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Tentukan sumber tinggi lantai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EC35F-2B5B-4F24-8966-62A5FC83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lantai dan elemen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FF478-EF39-4DBA-AFB4-7F8011D3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Lanjutkan dengan Next Step</a:t>
            </a:r>
          </a:p>
        </p:txBody>
      </p:sp>
    </p:spTree>
    <p:extLst>
      <p:ext uri="{BB962C8B-B14F-4D97-AF65-F5344CB8AC3E}">
        <p14:creationId xmlns:p14="http://schemas.microsoft.com/office/powerpoint/2010/main" val="572932863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F7421-3A5E-4BA8-B600-A33D40F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A73EF-E9EB-403B-81D9-5AD83776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3D4A7-1435-4902-B588-82882EB3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LANGKAH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817CDB-6FA1-4958-98D6-1FD0C433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penanganan zone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000e0418d4cbb"/>
          <a:stretch xmlns:a="http://schemas.openxmlformats.org/drawingml/2006/main"/>
        </p:blipFill>
        <p:spPr>
          <a:xfrm xmlns:a="http://schemas.openxmlformats.org/drawingml/2006/main">
            <a:off x="5086350" y="1904091"/>
            <a:ext cx="6419850" cy="34784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2F677-F99C-4473-8FCB-71249923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bagaimana zone dari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 akan diperlakukan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proyek TRB tujuan.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1E172-963E-4689-8A9D-D1C22B50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import dengan daftar floor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mapping model.</a:t>
            </a:r>
          </a:p>
        </p:txBody>
      </p:sp>
    </p:spTree>
    <p:extLst>
      <p:ext uri="{BB962C8B-B14F-4D97-AF65-F5344CB8AC3E}">
        <p14:creationId xmlns:p14="http://schemas.microsoft.com/office/powerpoint/2010/main" val="816388631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8FA168-74B6-48D2-A0FF-21C3A580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9A266-9EF1-462F-9ACE-C6774270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00CDA-5210-4503-8927-D014FC42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LANGKAH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78E2AAC-8F60-4840-BB52-5F7C2E63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sumber tinggi lantai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1af24b7044845"/>
          <a:stretch xmlns:a="http://schemas.openxmlformats.org/drawingml/2006/main"/>
        </p:blipFill>
        <p:spPr>
          <a:xfrm xmlns:a="http://schemas.openxmlformats.org/drawingml/2006/main">
            <a:off x="5086350" y="1904091"/>
            <a:ext cx="6419850" cy="34784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9F8B9-5719-4238-9A1E-31B2F279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Aktifkan Use floor height in TAS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project hanya ketika tinggi lantai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 memang harus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dipertahankan.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E8961-E5D8-4F8B-AA55-3425C999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import dengan daftar floor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mapping model.</a:t>
            </a:r>
          </a:p>
        </p:txBody>
      </p:sp>
    </p:spTree>
    <p:extLst>
      <p:ext uri="{BB962C8B-B14F-4D97-AF65-F5344CB8AC3E}">
        <p14:creationId xmlns:p14="http://schemas.microsoft.com/office/powerpoint/2010/main" val="135481397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37A59D-F3EC-46B7-8CC8-E08F25EE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6A5CD-B89C-45E2-B751-AFD6A863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F7DF9-18F0-4A5D-B9E1-73BCB715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LANGKAH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0BFE27F-3918-4EA2-B165-BCEF56A7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lantai dan elemen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a3c1416ba40ee"/>
          <a:stretch xmlns:a="http://schemas.openxmlformats.org/drawingml/2006/main"/>
        </p:blipFill>
        <p:spPr>
          <a:xfrm xmlns:a="http://schemas.openxmlformats.org/drawingml/2006/main">
            <a:off x="5086350" y="1999803"/>
            <a:ext cx="6419850" cy="3287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73FC4-6C9F-4A91-B4C1-BE0E32AD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Batasi pilihan pada lantai serta tipe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yang termasuk dalam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cakupan transfer.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EAE0F-E2D4-489C-A0D7-7271060D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pengaturan import sebelum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dimuat.</a:t>
            </a:r>
          </a:p>
        </p:txBody>
      </p:sp>
    </p:spTree>
    <p:extLst>
      <p:ext uri="{BB962C8B-B14F-4D97-AF65-F5344CB8AC3E}">
        <p14:creationId xmlns:p14="http://schemas.microsoft.com/office/powerpoint/2010/main" val="2024913279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35B4FA-5CE9-45FF-93AD-816261A1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2A3B7-76FB-4DD9-BF33-FA0BEDBB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61518-CE3E-40AF-A3C6-CE01CE2F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LANGKAH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710194B-2EC2-4E04-B89C-087DC741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Lanjutkan dengan Next Step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04026932044ec"/>
          <a:stretch xmlns:a="http://schemas.openxmlformats.org/drawingml/2006/main"/>
        </p:blipFill>
        <p:spPr>
          <a:xfrm xmlns:a="http://schemas.openxmlformats.org/drawingml/2006/main">
            <a:off x="5086350" y="1999803"/>
            <a:ext cx="6419850" cy="3287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AE401-EA23-48D0-8BB5-47E85C73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kembali pemetaan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berpindah ke tahap konfirmasi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berikutnya.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BA6BE-70C5-44E3-809D-E97BF971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pengaturan import sebelum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dimuat.</a:t>
            </a:r>
          </a:p>
        </p:txBody>
      </p:sp>
    </p:spTree>
    <p:extLst>
      <p:ext uri="{BB962C8B-B14F-4D97-AF65-F5344CB8AC3E}">
        <p14:creationId xmlns:p14="http://schemas.microsoft.com/office/powerpoint/2010/main" val="322891719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4375EF-30DA-4131-9790-EBE847E4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A160E-34A0-4AD8-B8AE-09986C9C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DCF75-9F42-44D8-B60F-D42DD532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248ADB8-A2AD-440B-A7A4-5CB962EA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Menyesuaikan Pengaturan Impor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E0C4E-C60D-4CD1-BFD7-FD67EA81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550C1-1E67-4A4D-89B6-18633A7B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01273-8B1E-447F-991B-DEE6C393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BFFB3-C6AF-469A-A2BE-5ECD38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946613927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385774-29AD-42D9-A150-ED6DAF13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C323B-BF98-4F4E-90EE-0284CF30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DE306-970D-47E3-A454-0399979B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893E4ED-A1F1-4E8E-BF70-60B65249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Model dan Menyiapkan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3DBAF-38B9-4815-BE88-C48AF9BE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Memastikan model terlihat dengan benar dan gambar kerja siap digunakan untuk identifikasi.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EA316-283A-4C29-A967-BEF108ED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F1D60-F6D7-4343-9169-A90AE35E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Atur tampilan elemen dengan F12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14150-E00A-453E-846D-A4AB2BB9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Periksa model yang ditransfer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4AFE1-224E-4A42-B1A9-3448B597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Tambahkan building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1F27B-35E1-4B35-8B83-C6D48665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Pisahkan dan pindahkan gambar</a:t>
            </a:r>
          </a:p>
        </p:txBody>
      </p:sp>
    </p:spTree>
    <p:extLst>
      <p:ext uri="{BB962C8B-B14F-4D97-AF65-F5344CB8AC3E}">
        <p14:creationId xmlns:p14="http://schemas.microsoft.com/office/powerpoint/2010/main" val="1551535085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1629ED-39B6-4CF4-B605-B0C44B38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049DB-1DFD-4282-A3CF-C4558346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3672D-80D8-4B6C-B365-F4B65D0D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LANGKAH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610A065-AF74-4B13-B0FB-B8179375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Atur tampilan elemen dengan F12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b016d4c8a4994"/>
          <a:stretch xmlns:a="http://schemas.openxmlformats.org/drawingml/2006/main"/>
        </p:blipFill>
        <p:spPr>
          <a:xfrm xmlns:a="http://schemas.openxmlformats.org/drawingml/2006/main">
            <a:off x="5086350" y="1914095"/>
            <a:ext cx="6419850" cy="34584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D00BB-67BA-45F9-9CB1-66E958A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kontrol tampilan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menampilkan hanya elemen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diperlukan saat pemeriksaan.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C9BDD-5DD8-492E-B81E-A36FB98C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bangunan dan Element Entity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Settings.</a:t>
            </a:r>
          </a:p>
        </p:txBody>
      </p:sp>
    </p:spTree>
    <p:extLst>
      <p:ext uri="{BB962C8B-B14F-4D97-AF65-F5344CB8AC3E}">
        <p14:creationId xmlns:p14="http://schemas.microsoft.com/office/powerpoint/2010/main" val="1297326417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7C594E-543E-4BCF-9FD4-668D1AEA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DB6E5-F14A-4D0B-BE26-9E8EAB7E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A1DD2-232B-4124-9D63-D47675BA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LANGKAH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DCD2856-047E-42AD-9D61-1F168D7E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model yang ditransfer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51d0d787f41da"/>
          <a:stretch xmlns:a="http://schemas.openxmlformats.org/drawingml/2006/main"/>
        </p:blipFill>
        <p:spPr>
          <a:xfrm xmlns:a="http://schemas.openxmlformats.org/drawingml/2006/main">
            <a:off x="5086350" y="1914095"/>
            <a:ext cx="6419850" cy="34584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A5E42-C14B-4D27-A859-BCDFC37A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Tampilkan elemen yang dibutuhkan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pastikan lantai serta geometri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utamanya sesuai.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80C95-F54F-43A4-8C91-A9C7CC13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bangunan dan Element Entity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Settings.</a:t>
            </a:r>
          </a:p>
        </p:txBody>
      </p:sp>
    </p:spTree>
    <p:extLst>
      <p:ext uri="{BB962C8B-B14F-4D97-AF65-F5344CB8AC3E}">
        <p14:creationId xmlns:p14="http://schemas.microsoft.com/office/powerpoint/2010/main" val="1830932983"/>
      </p:ext>
    </p:extLst>
  </p:cSld>
</p:sld>
</file>

<file path=ppt/slides/slide24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4D9017-5040-40F6-BE16-FA313D4A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F7A69-5687-4EF5-9117-8793BB73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CD4B5-D0BB-4D36-A203-30C17299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LANGKAH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89517B0-D088-4FED-8500-3FFA44E0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Tambahkan building plan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f4c91b01c4056"/>
          <a:stretch xmlns:a="http://schemas.openxmlformats.org/drawingml/2006/main"/>
        </p:blipFill>
        <p:spPr>
          <a:xfrm xmlns:a="http://schemas.openxmlformats.org/drawingml/2006/main">
            <a:off x="5086350" y="2368022"/>
            <a:ext cx="6419850" cy="25505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08751-0169-46CD-8351-8113ECB9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Buka rencana bangunan lalu gunakan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&gt; Add Drawing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memasukkan gambar referensi.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61EF8-CBD0-4879-95D3-B325CF80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dengan gambar struktur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 area kerja.</a:t>
            </a:r>
          </a:p>
        </p:txBody>
      </p:sp>
    </p:spTree>
    <p:extLst>
      <p:ext uri="{BB962C8B-B14F-4D97-AF65-F5344CB8AC3E}">
        <p14:creationId xmlns:p14="http://schemas.microsoft.com/office/powerpoint/2010/main" val="97918283"/>
      </p:ext>
    </p:extLst>
  </p:cSld>
</p:sld>
</file>

<file path=ppt/slides/slide24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E31991-A8AB-483E-8E04-1357DB26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D2EF9-06BB-4AF5-9F9D-064DF828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2DBC4-B7B0-41CC-9860-7DC1FAA4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LANGKAH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2E4F2F-0925-4781-BE13-015D327E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Pisahkan dan pindahkan gambar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36f7989594018"/>
          <a:stretch xmlns:a="http://schemas.openxmlformats.org/drawingml/2006/main"/>
        </p:blipFill>
        <p:spPr>
          <a:xfrm xmlns:a="http://schemas.openxmlformats.org/drawingml/2006/main">
            <a:off x="5086350" y="2368022"/>
            <a:ext cx="6419850" cy="25505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484CE-4E34-4799-92D2-9060ED20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 bagian gambar pada lokasi lantai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tepat sebelum pemodelan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 dimulai.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9E347-324B-43CE-9911-E896817B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dengan gambar struktur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 area kerja.</a:t>
            </a:r>
          </a:p>
        </p:txBody>
      </p:sp>
    </p:spTree>
    <p:extLst>
      <p:ext uri="{BB962C8B-B14F-4D97-AF65-F5344CB8AC3E}">
        <p14:creationId xmlns:p14="http://schemas.microsoft.com/office/powerpoint/2010/main" val="1659250451"/>
      </p:ext>
    </p:extLst>
  </p:cSld>
</p:sld>
</file>

<file path=ppt/slides/slide24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A5CC93-391D-4F4F-B12B-F517711F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F0370-F378-4213-AB07-B88FAA8F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01F9E-2F5F-4F02-9AB0-56424711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1F4EE45-769F-4F02-AFA4-13E9E175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Model dan Menyiapkan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60CAD-59B7-41F1-BD53-92000DC2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52416-2C8C-4F8F-AD98-263C8996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C1E1B-D870-4BDB-8680-34CE1997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C83BA-3D9A-46CE-9EFB-35C74974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208763094"/>
      </p:ext>
    </p:extLst>
  </p:cSld>
</p:sld>
</file>

<file path=ppt/slides/slide24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A388B2-507A-4D92-BE57-4E4A566B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C81AF-AC49-4D57-85EF-486058E9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356C5-3A46-494A-AC79-26F5718C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681D58D-9484-44A1-AC56-1E73EBFF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Pemodelan Tulangan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E871E-6D1C-4DEB-A17F-941B8F8E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Definisikan dan periksa reinforcement untuk elemen utama.</a:t>
            </a:r>
          </a:p>
        </p:txBody>
      </p:sp>
    </p:spTree>
    <p:extLst>
      <p:ext uri="{BB962C8B-B14F-4D97-AF65-F5344CB8AC3E}">
        <p14:creationId xmlns:p14="http://schemas.microsoft.com/office/powerpoint/2010/main" val="226552774"/>
      </p:ext>
    </p:extLst>
  </p:cSld>
</p:sld>
</file>

<file path=ppt/slides/slide24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FA72E4-E1E3-4894-823A-2849AB95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15D8A-A06D-49A0-913D-8D531647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84D27-2EAB-4658-B4E7-0001EC41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3D4EB21-C6BD-4C2B-8C59-692F5F1F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016A0-B0D7-4076-BA24-71DEC73A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Menetapkan data tulangan pile cap pada elemen yang sesuai.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37F81-8490-41AF-8A9F-12EC2AD0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598B6-8FAD-4352-9F27-30B0D845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pile cap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042EB-545F-4D91-9691-F6218652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pengaturan tulangan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DBB26-94BA-49F6-87FE-A15E8C45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Masukkan data tulangan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B3F24-8ABD-4214-AD0B-2E9D37D2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Tinjau hasilnya</a:t>
            </a:r>
          </a:p>
        </p:txBody>
      </p:sp>
    </p:spTree>
    <p:extLst>
      <p:ext uri="{BB962C8B-B14F-4D97-AF65-F5344CB8AC3E}">
        <p14:creationId xmlns:p14="http://schemas.microsoft.com/office/powerpoint/2010/main" val="170739223"/>
      </p:ext>
    </p:extLst>
  </p:cSld>
</p:sld>
</file>

<file path=ppt/slides/slide24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79F2D-A801-46FB-AD92-9113F916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C81E4-A814-40EC-A07E-F38C0984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61806-1FF3-4A43-AF39-38A894D1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5F41104-DDBA-47FA-AB47-A7BFD786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8ccc41d304e3a"/>
          <a:stretch xmlns:a="http://schemas.openxmlformats.org/drawingml/2006/main"/>
        </p:blipFill>
        <p:spPr>
          <a:xfrm xmlns:a="http://schemas.openxmlformats.org/drawingml/2006/main">
            <a:off x="5086350" y="2095791"/>
            <a:ext cx="6419850" cy="30950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6B40D-690B-4E89-AFBC-7850BEC8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elemen dan lantai yang aktif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dengan detail tulangan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akan diterapkan.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609DC-0683-4963-AF21-3E479908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pile cap dan reinforcement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mode.</a:t>
            </a:r>
          </a:p>
        </p:txBody>
      </p:sp>
    </p:spTree>
    <p:extLst>
      <p:ext uri="{BB962C8B-B14F-4D97-AF65-F5344CB8AC3E}">
        <p14:creationId xmlns:p14="http://schemas.microsoft.com/office/powerpoint/2010/main" val="86077701"/>
      </p:ext>
    </p:extLst>
  </p:cSld>
</p:sld>
</file>

<file path=ppt/slides/slide24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6F1A2-9A6C-4B3A-AEBF-A7180342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52106-58D7-44B1-B94C-770214C8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6FAFE-7853-4090-BE63-3B4CE45F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21FBB74-16ED-4FF4-B343-35D905C1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pengaturan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fcea4cbed4b39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2A5A2-592E-4CC1-9F9F-81338C7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Masuk ke pengaturan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 cap dan gunakan data dari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struktur yang telah disetujui.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F86A2-630D-4578-AF75-DF57A765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pile cap dan diagram Slab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Style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361935157"/>
      </p:ext>
    </p:extLst>
  </p:cSld>
</p:sld>
</file>

<file path=ppt/slides/slide24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1EDEB2-FC49-4FB0-AFB7-43939615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E9C4F-C1FB-47AA-9B20-E5BB67F9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DF3B2-C3D0-4C08-8BFA-8D2AE3FB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1FCF682-3CB2-4E2A-A759-AF5DF81B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data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cb0abe0104a08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29C83-CC9A-478B-8313-717C676D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Isi parameter yang ditunjukkan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tanpa mengasumsikan nilai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tidak tersedia.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9FD52-1A0D-4445-8A0D-E7DE02F4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pile cap dan diagram Slab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Style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899617218"/>
      </p:ext>
    </p:extLst>
  </p:cSld>
</p:sld>
</file>

<file path=ppt/slides/slide24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2C9125-4A4E-4E05-8E67-A15807F3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9FA65-DF2F-472A-9DFC-B4D3A7F8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D964C-2A76-44D4-9D34-236C921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9F64798-D15F-4836-8B38-1AE8ABCD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hasilnya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1d44b39514fee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AE236-B1F5-4325-BFCA-56ED89EF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kembali susunan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terbentuk terhadap gambar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A4144-54A1-405B-BD98-828DBD5B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pile cap dan diagram Slab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Style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2040577593"/>
      </p:ext>
    </p:extLst>
  </p:cSld>
</p:sld>
</file>

<file path=ppt/slides/slide25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B43C01-46E1-4201-82CF-01509BD1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8ACB0-E497-4202-8916-5E6426F0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1DDFB-8776-44AC-B9AC-0C1A08CB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9621505-9C6C-401B-958E-F911FE95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098B0-3DAF-4995-B845-450464BD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34572-8C2F-4CFD-A0B6-B79702E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556D2-E747-4B1D-AF9A-B0FDA439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DCE76-AE52-4AFE-9463-01077B99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350691247"/>
      </p:ext>
    </p:extLst>
  </p:cSld>
</p:sld>
</file>

<file path=ppt/slides/slide25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BA972A-6DE8-42C9-BA9D-E0950997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AB7C3-566A-4F44-909B-2A2B4772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74F01-5617-4F7E-A88A-FBA2FA2A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744B71-C7B9-46A7-A36D-F5C1A80B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Data dan Membuat Pile Cap Tidak</a:t>
            </a:r>
          </a:p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Beraturan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4B379-BDF1-4D82-90A7-3AF13BC0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Memvalidasi data pile cap dan menangani bentuk tidak beraturan sesuai geometri sumber.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7A1E9-3E97-4143-9A84-ED283BB8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0167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F271B-7659-4CBA-8332-9C022A5D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4527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Jalankan pemeriksaan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28773-1BCD-42A4-B4B2-01936E5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119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Tinjau temuan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B3136-EE51-4E5A-9275-913E5A9A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5711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Buat batas tidak beraturan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C2BD8-7D4A-4797-876D-27345851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1303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Periksa bentuk dan data tulangan</a:t>
            </a:r>
          </a:p>
        </p:txBody>
      </p:sp>
    </p:spTree>
    <p:extLst>
      <p:ext uri="{BB962C8B-B14F-4D97-AF65-F5344CB8AC3E}">
        <p14:creationId xmlns:p14="http://schemas.microsoft.com/office/powerpoint/2010/main" val="781103887"/>
      </p:ext>
    </p:extLst>
  </p:cSld>
</p:sld>
</file>

<file path=ppt/slides/slide25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D2DD87-A81A-43FB-A9AC-B197148A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A73F2-218A-46CE-9E32-8517F0F6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9E905-2143-487B-8F1A-413716C5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E918F8B-2657-4046-B62D-FC26A162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pemeriksaan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f52d49d56496a"/>
          <a:stretch xmlns:a="http://schemas.openxmlformats.org/drawingml/2006/main"/>
        </p:blipFill>
        <p:spPr>
          <a:xfrm xmlns:a="http://schemas.openxmlformats.org/drawingml/2006/main">
            <a:off x="5145594" y="1809750"/>
            <a:ext cx="630136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2D488-6F8E-4030-89C4-E08838E3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pemeriksaan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didokumentasikan untuk menemukan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yang belum lengkap atau tidak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konsisten.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65E81-8C0D-4A54-8761-C661731B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pile cap dan tampilan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975289622"/>
      </p:ext>
    </p:extLst>
  </p:cSld>
</p:sld>
</file>

<file path=ppt/slides/slide25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4897C0-2696-4498-8AF8-D433C17B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D7B1F-11CA-48F5-B645-75185A96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6AA09-BCC9-4AB9-944A-AF527922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0686EDE-B906-44AE-BCDA-C3945765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temuan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d19b8f6844779"/>
          <a:stretch xmlns:a="http://schemas.openxmlformats.org/drawingml/2006/main"/>
        </p:blipFill>
        <p:spPr>
          <a:xfrm xmlns:a="http://schemas.openxmlformats.org/drawingml/2006/main">
            <a:off x="5145594" y="1809750"/>
            <a:ext cx="630136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695F3-D582-4458-B15C-3BE4E6F2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Hubungkan setiap temuan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dan detail struktur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relevan sebelum memperbaikinya.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23DA3-48F1-4613-B8B5-1C6B7EB1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pile cap dan tampilan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038130381"/>
      </p:ext>
    </p:extLst>
  </p:cSld>
</p:sld>
</file>

<file path=ppt/slides/slide25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F582CA-A68F-46DE-82B7-38BD2B43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EB067-B1ED-4426-8E5C-BE449A24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3B2C9-7A70-4719-A5F4-9EC18F11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3A35CA8-29B0-4EB7-8CC7-E6614B1E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Buat batas tidak beraturan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7b1048c30496c"/>
          <a:stretch xmlns:a="http://schemas.openxmlformats.org/drawingml/2006/main"/>
        </p:blipFill>
        <p:spPr>
          <a:xfrm xmlns:a="http://schemas.openxmlformats.org/drawingml/2006/main">
            <a:off x="5086350" y="2121778"/>
            <a:ext cx="6419850" cy="30430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41099-F37D-4E36-86FA-3D782465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Ikuti geometri pile cap pada gambar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ketika bentuk standar tidak mewakili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kondisi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6F882-0445-4B87-9C8F-BA46F4DB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pemeriksaan pile cap pada model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tabel.</a:t>
            </a:r>
          </a:p>
        </p:txBody>
      </p:sp>
    </p:spTree>
    <p:extLst>
      <p:ext uri="{BB962C8B-B14F-4D97-AF65-F5344CB8AC3E}">
        <p14:creationId xmlns:p14="http://schemas.microsoft.com/office/powerpoint/2010/main" val="1996821885"/>
      </p:ext>
    </p:extLst>
  </p:cSld>
</p:sld>
</file>

<file path=ppt/slides/slide25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5B8F86-E11A-4082-BF2E-E864ECA7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D297E-5C88-4C53-B8FB-A527A74B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F2755-063C-4D90-8C27-A68626E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E99F9E-ADB1-43FE-B856-FFDC65B5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bentuk dan data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a17fa43494f67"/>
          <a:stretch xmlns:a="http://schemas.openxmlformats.org/drawingml/2006/main"/>
        </p:blipFill>
        <p:spPr>
          <a:xfrm xmlns:a="http://schemas.openxmlformats.org/drawingml/2006/main">
            <a:off x="5086350" y="2121778"/>
            <a:ext cx="6419850" cy="30430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E3636-7954-4C41-8CE8-C2D2DD6D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batas elemen dan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merujuk pada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sama.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57C9F-FFF8-494E-AA48-00E8D01F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pemeriksaan pile cap pada model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tabel.</a:t>
            </a:r>
          </a:p>
        </p:txBody>
      </p:sp>
    </p:spTree>
    <p:extLst>
      <p:ext uri="{BB962C8B-B14F-4D97-AF65-F5344CB8AC3E}">
        <p14:creationId xmlns:p14="http://schemas.microsoft.com/office/powerpoint/2010/main" val="427095718"/>
      </p:ext>
    </p:extLst>
  </p:cSld>
</p:sld>
</file>

<file path=ppt/slides/slide25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4080BC-5F0B-4378-922F-45FE0507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5AE46-087A-4701-89D9-3A68F305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1D29F-9BF4-420F-A056-2A300BC9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2F546E-88EF-4C82-8099-FC996E77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Data dan Membuat Pile Cap Tidak</a:t>
            </a:r>
          </a:p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Beraturan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6B64B-DA9E-413E-9AB9-2056041A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6933F-C442-4048-A70E-8E8F91B7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0167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5746E-2F85-4F89-8582-89123686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5759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B16EF-667E-4CEC-9B42-043B6F23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1351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820263171"/>
      </p:ext>
    </p:extLst>
  </p:cSld>
</p:sld>
</file>

<file path=ppt/slides/slide25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A101E3-6A79-4CDA-B574-AF27EB71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54B40-CA9C-4D75-96C9-DFA26DE2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2F0CB-E68B-47CC-933D-BB23BFEA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134507C-3CF8-4EA6-A7B5-E73FC4ED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Kolom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F8237-FF4A-4162-9BCA-E82B8BF2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Menerapkan data tulangan kolom dan memeriksa hasilnya pada elemen yang benar.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E1CED-9E2C-49E3-8EB1-18FB589E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6B37B-B27A-4D8D-8CCE-88616C87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kolom yang sesuai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4CF1B-2300-433E-AE20-683E6824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definisi reinforcement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10934-6ABF-4F69-B657-FC96EB4C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Masukkan tulangan utama dan sengkang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5203F-5563-46B3-AD87-BDEF7DE0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Periksa susunan kolom</a:t>
            </a:r>
          </a:p>
        </p:txBody>
      </p:sp>
    </p:spTree>
    <p:extLst>
      <p:ext uri="{BB962C8B-B14F-4D97-AF65-F5344CB8AC3E}">
        <p14:creationId xmlns:p14="http://schemas.microsoft.com/office/powerpoint/2010/main" val="793603508"/>
      </p:ext>
    </p:extLst>
  </p:cSld>
</p:sld>
</file>

<file path=ppt/slides/slide25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A2192C-6DD6-440F-AB1A-B6D0ACC6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F3B69-EC25-461B-8232-0E3C7ADD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DD66F-CEC6-4467-AFDF-3DDD555E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3B00144-B748-4774-9B96-4839116B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kolom yang sesuai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9881cd8144e27"/>
          <a:stretch xmlns:a="http://schemas.openxmlformats.org/drawingml/2006/main"/>
        </p:blipFill>
        <p:spPr>
          <a:xfrm xmlns:a="http://schemas.openxmlformats.org/drawingml/2006/main">
            <a:off x="5086350" y="1971899"/>
            <a:ext cx="6419850" cy="3342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A20A3-749B-4DC8-8D97-DEBB1BC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Cocokkan tipe dan lantai kolom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detail atau schedule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2CACC-9461-43A1-9AB6-7E5F4906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kolom dengan All Main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Bars, Links, dan Legs.</a:t>
            </a:r>
          </a:p>
        </p:txBody>
      </p:sp>
    </p:spTree>
    <p:extLst>
      <p:ext uri="{BB962C8B-B14F-4D97-AF65-F5344CB8AC3E}">
        <p14:creationId xmlns:p14="http://schemas.microsoft.com/office/powerpoint/2010/main" val="1895079782"/>
      </p:ext>
    </p:extLst>
  </p:cSld>
</p:sld>
</file>

<file path=ppt/slides/slide25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8C335F-F885-472F-ABA7-A2CF0563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268F0-6CB5-42FD-A684-4EF14708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7F625-B88D-440D-B073-EDF8873F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154381-4BEB-44A7-96BA-7C410937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definisi reinforcement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6918b0d9d4f1f"/>
          <a:stretch xmlns:a="http://schemas.openxmlformats.org/drawingml/2006/main"/>
        </p:blipFill>
        <p:spPr>
          <a:xfrm xmlns:a="http://schemas.openxmlformats.org/drawingml/2006/main">
            <a:off x="5086350" y="2032724"/>
            <a:ext cx="6419850" cy="32211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2D642-165C-4CA2-B72B-A7837FC8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area data tulangan kolom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ditunjukkan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1E9E2-A840-4A42-BC42-9C6C4D0E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Input Helper untuk main bars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links.</a:t>
            </a:r>
          </a:p>
        </p:txBody>
      </p:sp>
    </p:spTree>
    <p:extLst>
      <p:ext uri="{BB962C8B-B14F-4D97-AF65-F5344CB8AC3E}">
        <p14:creationId xmlns:p14="http://schemas.microsoft.com/office/powerpoint/2010/main" val="1007687878"/>
      </p:ext>
    </p:extLst>
  </p:cSld>
</p:sld>
</file>

<file path=ppt/slides/slide26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454E84-9064-4809-83CA-23B1FE45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E9A82-880A-424F-913B-B269583E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E8257-A38B-4EB1-BB95-84586203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E03F7DE-1812-43F3-8AF4-5F54D81B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tulangan utama dan sengkang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f570007a74923"/>
          <a:stretch xmlns:a="http://schemas.openxmlformats.org/drawingml/2006/main"/>
        </p:blipFill>
        <p:spPr>
          <a:xfrm xmlns:a="http://schemas.openxmlformats.org/drawingml/2006/main">
            <a:off x="5086350" y="1992211"/>
            <a:ext cx="6419850" cy="33022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20109-C85F-4A55-887F-765FFF4C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Salin parameter dari dokumen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struktur dan pertahankan satuan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BFB01-46FD-4207-BB03-CFEDDF59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Editor penampang dengan Corner Bar,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Side Bar, dan Draw Link.</a:t>
            </a:r>
          </a:p>
        </p:txBody>
      </p:sp>
    </p:spTree>
    <p:extLst>
      <p:ext uri="{BB962C8B-B14F-4D97-AF65-F5344CB8AC3E}">
        <p14:creationId xmlns:p14="http://schemas.microsoft.com/office/powerpoint/2010/main" val="1471684662"/>
      </p:ext>
    </p:extLst>
  </p:cSld>
</p:sld>
</file>

<file path=ppt/slides/slide2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FAA0A2-65E4-4FDF-984D-1928FD86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204CA-7596-4957-98F3-DF2EAD41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1CE22-5A4B-446C-B7E9-0F918A4A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82BFAA0-6640-45BB-9AD0-452430E7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susunan kolom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67c9310564b88"/>
          <a:stretch xmlns:a="http://schemas.openxmlformats.org/drawingml/2006/main"/>
        </p:blipFill>
        <p:spPr>
          <a:xfrm xmlns:a="http://schemas.openxmlformats.org/drawingml/2006/main">
            <a:off x="5086350" y="1992211"/>
            <a:ext cx="6419850" cy="33022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C2B78-93AF-41AB-A6B8-200040F3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jumlah, posisi, dan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 terhadap detail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07A5A-1B79-4A78-B420-51F8F034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Editor penampang dengan Corner Bar,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Side Bar, dan Draw Link.</a:t>
            </a:r>
          </a:p>
        </p:txBody>
      </p:sp>
    </p:spTree>
    <p:extLst>
      <p:ext uri="{BB962C8B-B14F-4D97-AF65-F5344CB8AC3E}">
        <p14:creationId xmlns:p14="http://schemas.microsoft.com/office/powerpoint/2010/main" val="1868038409"/>
      </p:ext>
    </p:extLst>
  </p:cSld>
</p:sld>
</file>

<file path=ppt/slides/slide26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6E8F95-9D1A-4C98-8893-C2ADFD81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A29AB-D484-4B27-9D2E-9711FBB3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83FC5-0A1B-4DDB-B37A-A0714B94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D637BA0-84DD-43F2-B347-D994760A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Kolom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B8033-6088-44AC-89CB-81A1BD3C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67E0E-B259-4217-9DA1-BA53D608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CA3CC-91B6-4515-9580-6D691E9D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DC786-AEE3-4226-B51D-EDFD2249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2036868482"/>
      </p:ext>
    </p:extLst>
  </p:cSld>
</p:sld>
</file>

<file path=ppt/slides/slide2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C46639-C221-43AE-8778-7756C600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DC82C-C1CC-4B8E-904E-CEAD9679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C0681-1C70-4160-BA06-E5940513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D17269C-E55C-4595-BD7B-EDF1C3B6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dan Menyinkronkan Column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59DAA-F4C6-4BE7-8D23-E1F256EB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Menggunakan column schedule untuk menyelaraskan data tulangan kolom.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01735-8ECC-4EE3-8844-0234A34B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51B1B-1A6B-4F44-BC60-C29A6364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Siapkan column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CB4B1-EAAA-44C4-B15B-EDDD1B52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Impor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DCAE4-7239-4636-95E8-F87F1ACF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Petakan informasi kolom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A13FC-F9FE-4874-A946-9EEF053C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Sinkronkan ke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7E9E5-C168-4DA1-B13D-E4ECBB8D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sinkronisasi</a:t>
            </a:r>
          </a:p>
        </p:txBody>
      </p:sp>
    </p:spTree>
    <p:extLst>
      <p:ext uri="{BB962C8B-B14F-4D97-AF65-F5344CB8AC3E}">
        <p14:creationId xmlns:p14="http://schemas.microsoft.com/office/powerpoint/2010/main" val="1758649596"/>
      </p:ext>
    </p:extLst>
  </p:cSld>
</p:sld>
</file>

<file path=ppt/slides/slide26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25D00F-CCDE-4FC5-A1A0-0DA97AC6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BFCF6-096F-4208-A9AF-9E09D5C4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03909-09F7-4916-B694-8678C243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0C14067-FCB0-479D-9EF3-9AF5F43D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Siapkan column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02fa34eb94d3a"/>
          <a:stretch xmlns:a="http://schemas.openxmlformats.org/drawingml/2006/main"/>
        </p:blipFill>
        <p:spPr>
          <a:xfrm xmlns:a="http://schemas.openxmlformats.org/drawingml/2006/main">
            <a:off x="5086350" y="2151688"/>
            <a:ext cx="6419850" cy="29832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A7297-DB45-4030-A693-0136EE65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tabel sumber terbaca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hanya memuat area schedule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relevan.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721C9-E686-4999-AE44-B6FD0384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Pilihan Identify Column Schedule dari Excel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CAD/PDF.</a:t>
            </a:r>
          </a:p>
        </p:txBody>
      </p:sp>
    </p:spTree>
    <p:extLst>
      <p:ext uri="{BB962C8B-B14F-4D97-AF65-F5344CB8AC3E}">
        <p14:creationId xmlns:p14="http://schemas.microsoft.com/office/powerpoint/2010/main" val="1658925029"/>
      </p:ext>
    </p:extLst>
  </p:cSld>
</p:sld>
</file>

<file path=ppt/slides/slide2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901A05-B9FC-4438-B1D4-B0653A62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FACBA-F6E9-40E4-8DFF-5B5945BE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C7B02-75DB-4B22-ADDB-6DBC5EA0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5C0D8EB-400D-438A-8E98-552674E3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109a3b6844b97"/>
          <a:stretch xmlns:a="http://schemas.openxmlformats.org/drawingml/2006/main"/>
        </p:blipFill>
        <p:spPr>
          <a:xfrm xmlns:a="http://schemas.openxmlformats.org/drawingml/2006/main">
            <a:off x="5086350" y="2096013"/>
            <a:ext cx="6419850" cy="30945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9EA48-EDD2-4800-842E-9420B307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column schedule yang benar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pertahankan hubungan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gambar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4ED70-E482-4E37-AC14-3865E5F6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Excel schedule, mapping heading,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Delete Row.</a:t>
            </a:r>
          </a:p>
        </p:txBody>
      </p:sp>
    </p:spTree>
    <p:extLst>
      <p:ext uri="{BB962C8B-B14F-4D97-AF65-F5344CB8AC3E}">
        <p14:creationId xmlns:p14="http://schemas.microsoft.com/office/powerpoint/2010/main" val="675846212"/>
      </p:ext>
    </p:extLst>
  </p:cSld>
</p:sld>
</file>

<file path=ppt/slides/slide2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C9796A-6342-4E24-B8EB-292D46E6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7FDB0-23E7-4B29-9378-AA30DDE2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DC29D-2D89-4F30-9C4C-27A55FFC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7340D98-EED9-43C3-995F-99D805A4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Petakan informasi kolom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5143ef72143f4"/>
          <a:stretch xmlns:a="http://schemas.openxmlformats.org/drawingml/2006/main"/>
        </p:blipFill>
        <p:spPr>
          <a:xfrm xmlns:a="http://schemas.openxmlformats.org/drawingml/2006/main">
            <a:off x="5086350" y="2000644"/>
            <a:ext cx="6419850" cy="3285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EB00D-1B2D-4E86-B79F-A153780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Cocokkan kolom data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atribut TRB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didokumentasikan.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E41FD-22E5-4A38-9F64-22E0F19A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Schedule dengan floor picker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in Column Schedule.</a:t>
            </a:r>
          </a:p>
        </p:txBody>
      </p:sp>
    </p:spTree>
    <p:extLst>
      <p:ext uri="{BB962C8B-B14F-4D97-AF65-F5344CB8AC3E}">
        <p14:creationId xmlns:p14="http://schemas.microsoft.com/office/powerpoint/2010/main" val="588779219"/>
      </p:ext>
    </p:extLst>
  </p:cSld>
</p:sld>
</file>

<file path=ppt/slides/slide26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F9023A-763D-4E9D-BEC7-C4953B6D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D7800-8584-4A2C-AD62-775D1865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F6039-523F-4A70-8EE2-E0130D0F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2BDDE64-1CEF-41E7-A0A5-90639EE9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Sinkronkan ke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1861b63244670"/>
          <a:stretch xmlns:a="http://schemas.openxmlformats.org/drawingml/2006/main"/>
        </p:blipFill>
        <p:spPr>
          <a:xfrm xmlns:a="http://schemas.openxmlformats.org/drawingml/2006/main">
            <a:off x="5086350" y="2000644"/>
            <a:ext cx="6419850" cy="3285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EE70C-9BA9-40CF-8E8D-6FB55CED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Terapkan data hanya setelah tipe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identitas kolom dipastikan cocok.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C591A-0DAD-4FD8-BCD2-F10B2C1C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Define Column Schedule dengan Sync to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Entity.</a:t>
            </a:r>
          </a:p>
        </p:txBody>
      </p:sp>
    </p:spTree>
    <p:extLst>
      <p:ext uri="{BB962C8B-B14F-4D97-AF65-F5344CB8AC3E}">
        <p14:creationId xmlns:p14="http://schemas.microsoft.com/office/powerpoint/2010/main" val="641428826"/>
      </p:ext>
    </p:extLst>
  </p:cSld>
</p:sld>
</file>

<file path=ppt/slides/slide2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F5E780-0EB4-48DB-AA10-9740C9A5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1F663-819C-4E0C-91A1-C0525EAA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2C17E-ED99-44C8-8E59-AA16736B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95C161C-6BCB-48FF-8683-0EAF8BE9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sinkronisasi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b115a8aac4784"/>
          <a:stretch xmlns:a="http://schemas.openxmlformats.org/drawingml/2006/main"/>
        </p:blipFill>
        <p:spPr>
          <a:xfrm xmlns:a="http://schemas.openxmlformats.org/drawingml/2006/main">
            <a:off x="5099151" y="1809750"/>
            <a:ext cx="6394247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0FA1E-3C81-47A7-A04D-C590DD0A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sampel kolom agar data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dengan baris schedule.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F5BEC-791A-4419-8D52-25CCE35C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Schedule dengan Generate from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dan Sync to Entity.</a:t>
            </a:r>
          </a:p>
        </p:txBody>
      </p:sp>
    </p:spTree>
    <p:extLst>
      <p:ext uri="{BB962C8B-B14F-4D97-AF65-F5344CB8AC3E}">
        <p14:creationId xmlns:p14="http://schemas.microsoft.com/office/powerpoint/2010/main" val="1208216217"/>
      </p:ext>
    </p:extLst>
  </p:cSld>
</p:sld>
</file>

<file path=ppt/slides/slide2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F544D0-7080-4DE2-8C99-D08E5C2B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873E3-DA47-42E6-BBFF-2D224309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05D66-7443-4805-9E18-8B206A83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9F47FE7-A79F-4BA4-8BBB-A51919CF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dan Menyinkronkan Column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A60A6-2B0D-47DE-AE9D-A46477F8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398D3-DB95-4CD6-B23D-EE71CF36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9330B-0CE5-4EFA-A1A4-D99FA1D8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F1951-8ACF-4997-90B7-3816B942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71330504"/>
      </p:ext>
    </p:extLst>
  </p:cSld>
</p:sld>
</file>

<file path=ppt/slides/slide2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8E3AD-04B7-4C84-B331-4A21C3BA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2BA23-F2DE-46E6-9227-C2230923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0D526-29BE-4EC0-8695-526BD994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CA08946-9DD4-4498-A5B2-51CF6E52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Balok dengan Side 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904D5-56C7-4B17-BB6D-65137EA1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Membaca dan menerapkan Side Label balok dengan pemisah + dan / secara tepat.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05992-8070-483C-97CA-F1FD650E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FC900-42BF-4082-8FBC-0CAF0CC7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balok dan Side 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92ECA-9CF1-463A-8C9D-46024E8B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Baca notasi dengan tanda 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C1FEC-0FBA-4CA0-9F52-68C9B6A5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Baca notasi dengan tanda 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76C66-9F44-49BB-8C58-109A1B30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Periksa hasil Side Label</a:t>
            </a:r>
          </a:p>
        </p:txBody>
      </p:sp>
    </p:spTree>
    <p:extLst>
      <p:ext uri="{BB962C8B-B14F-4D97-AF65-F5344CB8AC3E}">
        <p14:creationId xmlns:p14="http://schemas.microsoft.com/office/powerpoint/2010/main" val="1595550521"/>
      </p:ext>
    </p:extLst>
  </p:cSld>
</p:sld>
</file>

<file path=ppt/slides/slide2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269AD-90DF-4469-AA3E-ADFC79CB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7A60-4B8E-465A-955E-0AC8388B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FB7E5-376E-4852-A98B-C070547E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C3C4A2E-74DB-4A18-B1BE-B1900E1C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balok dan Side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406a5c84d4e91"/>
          <a:stretch xmlns:a="http://schemas.openxmlformats.org/drawingml/2006/main"/>
        </p:blipFill>
        <p:spPr>
          <a:xfrm xmlns:a="http://schemas.openxmlformats.org/drawingml/2006/main">
            <a:off x="5086350" y="1859270"/>
            <a:ext cx="6419850" cy="356808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018BE-A61B-42D5-922E-5EFC1F42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label yang benar-benar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terkait dengan balok yang sedang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didefinisikan.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F7CCD-6D10-4AE3-B1A4-445FAD38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penampang balok dan field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271942538"/>
      </p:ext>
    </p:extLst>
  </p:cSld>
</p:sld>
</file>

<file path=ppt/slides/slide2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B04766-CF1A-43A0-9B5C-2390B526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5B2CD-0CE8-46DE-A553-8036AE99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4C218-5D7C-4057-958D-FC01E838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2B7DC14-58E2-4DB1-AB45-E14E610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Baca notasi dengan tanda +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f5b71d1214b1e"/>
          <a:stretch xmlns:a="http://schemas.openxmlformats.org/drawingml/2006/main"/>
        </p:blipFill>
        <p:spPr>
          <a:xfrm xmlns:a="http://schemas.openxmlformats.org/drawingml/2006/main">
            <a:off x="5086350" y="1926775"/>
            <a:ext cx="6419850" cy="3433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A0B6F-DB52-4822-BF2F-87807780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Dalam contoh manual, tanda +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menggabungkan kelompok batang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posisi yang sama; pertahankan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pengelompokan tersebut saat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memasukkan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8AD12-C629-430F-8258-BFA9044E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Perbandingan notasi plus dan garis miring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tulangan balok.</a:t>
            </a:r>
          </a:p>
        </p:txBody>
      </p:sp>
    </p:spTree>
    <p:extLst>
      <p:ext uri="{BB962C8B-B14F-4D97-AF65-F5344CB8AC3E}">
        <p14:creationId xmlns:p14="http://schemas.microsoft.com/office/powerpoint/2010/main" val="120687596"/>
      </p:ext>
    </p:extLst>
  </p:cSld>
</p:sld>
</file>

<file path=ppt/slides/slide2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BECFC-B582-4DD5-9336-21EB44C5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1E81A-18B8-46FE-993C-9F41279F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95D12-3DD7-4B53-9F2F-6E375DA3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1DE40E-E0C0-4FCE-A99F-57EE4A29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Baca notasi dengan tanda /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51c8a49c043d5"/>
          <a:stretch xmlns:a="http://schemas.openxmlformats.org/drawingml/2006/main"/>
        </p:blipFill>
        <p:spPr>
          <a:xfrm xmlns:a="http://schemas.openxmlformats.org/drawingml/2006/main">
            <a:off x="5086350" y="1926775"/>
            <a:ext cx="6419850" cy="3433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42AD-D0AF-43F0-BE43-39BC2F8D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Dalam contoh manual, tanda /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memisahkan susunan batang antar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lapisan; jangan memperlakukannya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sebagai penjumlahan satu lapis.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D963C-CA73-4E47-920E-3CE01B0B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Perbandingan notasi plus dan garis miring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tulangan balok.</a:t>
            </a:r>
          </a:p>
        </p:txBody>
      </p:sp>
    </p:spTree>
    <p:extLst>
      <p:ext uri="{BB962C8B-B14F-4D97-AF65-F5344CB8AC3E}">
        <p14:creationId xmlns:p14="http://schemas.microsoft.com/office/powerpoint/2010/main" val="462777151"/>
      </p:ext>
    </p:extLst>
  </p:cSld>
</p:sld>
</file>

<file path=ppt/slides/slide2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419913-576F-46C0-8F6A-0BA2285D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ADF7B-321D-4220-9BD8-962BD7AC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CB49B-3FF1-4B1A-8E32-6AD1937B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0FA34C9-41C8-4A3F-B805-49C1FE1C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Side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6c8b0da6b4189"/>
          <a:stretch xmlns:a="http://schemas.openxmlformats.org/drawingml/2006/main"/>
        </p:blipFill>
        <p:spPr>
          <a:xfrm xmlns:a="http://schemas.openxmlformats.org/drawingml/2006/main">
            <a:off x="5086350" y="2054845"/>
            <a:ext cx="6419850" cy="31769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C1187-D1B7-46DC-8385-313019F6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susunan yang terbentuk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label dan detail balok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912FD-541F-4B62-8294-32B59398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Side Label, balok terpilih, dan tabel input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365170075"/>
      </p:ext>
    </p:extLst>
  </p:cSld>
</p:sld>
</file>

<file path=ppt/slides/slide2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2BBDDF-EACC-4170-A8D2-075F5CE5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FCEAF-88D9-4F8F-88E9-0A69470F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F124D-E640-4A85-8EE8-83ECBA66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2F42881-0724-4C4E-9F39-B9096933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Balok dengan Side 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4C24C-AAFF-439F-BA06-28AAD397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78811-180E-44F1-8E9D-36E6D877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BC5E3-5942-4C31-B25F-BF8BDE2F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39D2D-6C25-4C95-BD78-458DAFA4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141916701"/>
      </p:ext>
    </p:extLst>
  </p:cSld>
</p:sld>
</file>

<file path=ppt/slides/slide2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6E2EE3-9358-4BD1-905A-A0E5647F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DB2E5-E6DF-471B-84D1-9718E0F5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EE927-0013-4605-A696-35778237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DA61838-6766-441B-A760-389ADBB7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atau Membuat Balok dari Beam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3067E-0376-4EE4-B90F-70C3E574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Memilih antara sinkronisasi balok yang sudah ada dan pembuatan elemen yang belum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dimodelkan.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2FACB-5825-4C82-8785-D32D39BF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28910-8EC9-4D27-BC6F-F44DBC96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Impor beam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E843A-234D-4383-9DC0-DC767376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Petakan kolom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1A4BC-5588-403F-A094-FE722AFD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78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Sinkronkan balok yang sudah 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1A241-D7DF-43FF-96A5-0FB82687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34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Buat balok yang belum dimodelkan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0F74B-DD56-4B2C-8F12-3F995CCE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906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cakupan hasil</a:t>
            </a:r>
          </a:p>
        </p:txBody>
      </p:sp>
    </p:spTree>
    <p:extLst>
      <p:ext uri="{BB962C8B-B14F-4D97-AF65-F5344CB8AC3E}">
        <p14:creationId xmlns:p14="http://schemas.microsoft.com/office/powerpoint/2010/main" val="670759269"/>
      </p:ext>
    </p:extLst>
  </p:cSld>
</p:sld>
</file>

<file path=ppt/slides/slide27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9D4375-DEB1-4B1D-BFC3-8B0171B5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9B26E-4CAA-4FC3-BC75-42C79E69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1823A-8C31-4926-9129-DCA99043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9B488E7-4D5E-46CC-AEB6-CC78E7E6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 beam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7393b33af4b22"/>
          <a:stretch xmlns:a="http://schemas.openxmlformats.org/drawingml/2006/main"/>
        </p:blipFill>
        <p:spPr>
          <a:xfrm xmlns:a="http://schemas.openxmlformats.org/drawingml/2006/main">
            <a:off x="5086350" y="2108671"/>
            <a:ext cx="6419850" cy="30692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9A2BD-0937-45FC-9CFB-8167034D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tabel yang sesuai dan pastikan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identitas balok dapat dipetakan.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E1C8E-1BF5-44FD-A753-3BE15504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 Schedule dan kontrol import atau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export.</a:t>
            </a:r>
          </a:p>
        </p:txBody>
      </p:sp>
    </p:spTree>
    <p:extLst>
      <p:ext uri="{BB962C8B-B14F-4D97-AF65-F5344CB8AC3E}">
        <p14:creationId xmlns:p14="http://schemas.microsoft.com/office/powerpoint/2010/main" val="1975316267"/>
      </p:ext>
    </p:extLst>
  </p:cSld>
</p:sld>
</file>

<file path=ppt/slides/slide2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C68831-4213-4651-8F0A-8A583610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E3F2E-E7E8-4FA1-ADF2-C0CABF27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C5CA9-B163-43CA-9486-3A068BB5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D9FA54-6A9F-4507-90B7-33490AD2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Petakan kolom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0ee6869454df9"/>
          <a:stretch xmlns:a="http://schemas.openxmlformats.org/drawingml/2006/main"/>
        </p:blipFill>
        <p:spPr>
          <a:xfrm xmlns:a="http://schemas.openxmlformats.org/drawingml/2006/main">
            <a:off x="5086350" y="2072832"/>
            <a:ext cx="6419850" cy="314096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CD60C-A3CA-4D11-AD9D-C0B9CC6A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Hubungkan label dan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ke atribut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ditunjukkan dalam alur schedule.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85AD9-C3B2-443D-9F50-666FD3EE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mapping beam schedule dan field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319962242"/>
      </p:ext>
    </p:extLst>
  </p:cSld>
</p:sld>
</file>

<file path=ppt/slides/slide2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33C769-94CB-4B48-8E3C-A157C83E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04665-B62B-4477-AB38-F3BF074B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1C9C4-2CF2-478A-9E1C-DEE72CA5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62FCA41-6D74-474B-A2C6-4314CD75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Sinkronkan balok yang sudah ada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ffe6e551a4cdb"/>
          <a:stretch xmlns:a="http://schemas.openxmlformats.org/drawingml/2006/main"/>
        </p:blipFill>
        <p:spPr>
          <a:xfrm xmlns:a="http://schemas.openxmlformats.org/drawingml/2006/main">
            <a:off x="5086350" y="2079669"/>
            <a:ext cx="6419850" cy="312728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877D8-AED5-4F9E-B438-F4D3AA1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Jika balok telah dimodelkan, perbarui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informasi balok tanpa membuat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duplikat.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B20A8-3BB6-4D7B-8699-14766BFA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Alur Excel menuju Generate in Beam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Schedule.</a:t>
            </a:r>
          </a:p>
        </p:txBody>
      </p:sp>
    </p:spTree>
    <p:extLst>
      <p:ext uri="{BB962C8B-B14F-4D97-AF65-F5344CB8AC3E}">
        <p14:creationId xmlns:p14="http://schemas.microsoft.com/office/powerpoint/2010/main" val="1219606619"/>
      </p:ext>
    </p:extLst>
  </p:cSld>
</p:sld>
</file>

<file path=ppt/slides/slide2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31DBA2-0CB3-42D1-9518-B5F0C54A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F06F6-5C46-4D31-9677-63CF5BF9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6228E-795A-470B-A7EC-9532CCB1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D4DA960-0140-4A57-AFEB-EC5EB6A6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Buat balok yang belum dimodelkan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6d0951cb642b2"/>
          <a:stretch xmlns:a="http://schemas.openxmlformats.org/drawingml/2006/main"/>
        </p:blipFill>
        <p:spPr>
          <a:xfrm xmlns:a="http://schemas.openxmlformats.org/drawingml/2006/main">
            <a:off x="5086350" y="2236503"/>
            <a:ext cx="6419850" cy="28136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9C524-315F-4889-BDFB-0C01C86D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Jika elemen belum tersedia, gunakan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schedule untuk menghasilkan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balok sesuai alur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4F0D6-F4D3-458A-8926-33342973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 dan Sync Beam Info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Beam Schedule.</a:t>
            </a:r>
          </a:p>
        </p:txBody>
      </p:sp>
    </p:spTree>
    <p:extLst>
      <p:ext uri="{BB962C8B-B14F-4D97-AF65-F5344CB8AC3E}">
        <p14:creationId xmlns:p14="http://schemas.microsoft.com/office/powerpoint/2010/main" val="1465164313"/>
      </p:ext>
    </p:extLst>
  </p:cSld>
</p:sld>
</file>

<file path=ppt/slides/slide2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E75D03-6809-442C-9455-7986856B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A3965-B373-4D3E-B171-79C02470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09990-844D-4627-8A21-A5DE912A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8CE0553-D1C3-46AC-A429-9F92C80C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cakupan hasil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1ee7d98ba4466"/>
          <a:stretch xmlns:a="http://schemas.openxmlformats.org/drawingml/2006/main"/>
        </p:blipFill>
        <p:spPr>
          <a:xfrm xmlns:a="http://schemas.openxmlformats.org/drawingml/2006/main">
            <a:off x="5086350" y="2236503"/>
            <a:ext cx="6419850" cy="28136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B7F26-4720-462D-A128-C46B631F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setiap baris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pembaruan atau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yang dimaksud, bukan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keduanya.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37304-5604-40F1-86E3-98DE8244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 dan Sync Beam Info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Beam Schedule.</a:t>
            </a:r>
          </a:p>
        </p:txBody>
      </p:sp>
    </p:spTree>
    <p:extLst>
      <p:ext uri="{BB962C8B-B14F-4D97-AF65-F5344CB8AC3E}">
        <p14:creationId xmlns:p14="http://schemas.microsoft.com/office/powerpoint/2010/main" val="1817246438"/>
      </p:ext>
    </p:extLst>
  </p:cSld>
</p:sld>
</file>

<file path=ppt/slides/slide2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06DAF1-63E2-4FB0-9278-AF940CE0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C455D-B135-4C99-8AF3-944B7F6D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B4BD0-8213-4851-A3D2-DA171FE4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8BDE44-8AB2-46D5-AAFD-E99FEA3B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atau Membuat Balok dari Beam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5217B-E166-4A28-B2DB-309B3E48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5EA72-F7CE-4D44-BA89-A7467EFE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2BFA5-BF1D-4DC6-95B8-D80E1B07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C0B2C-9B56-4ABD-B2C4-E2F59C34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886488470"/>
      </p:ext>
    </p:extLst>
  </p:cSld>
</p:sld>
</file>

<file path=ppt/slides/slide2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C4C49F-D633-4BF3-AFEF-1C51DD7A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87BC3-E2E0-4C5B-91DA-9F5075C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FBDBB-C1B7-46D7-A049-1AE1B5C9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18857A-2B34-4515-8A6E-C9215374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Support dan Susunan Tulangan Balok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59A1C-727B-4DFE-A29C-D408BF09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Memastikan support serta susunan reinforcement balok sesuai kondisi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620EF-4484-4F91-809F-92BC50DB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EC674-3BE7-49C3-87DF-48BDC56A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Periksa support balok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BEB4A-9D1B-4222-9911-18D68A0D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Tinjau susunan tulangan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F7E34-3936-4D09-8A4D-80358089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Koreksi ketidaksesuaian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DA6E8-8E2F-4047-B008-5618A548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Validasi hasil akhir</a:t>
            </a:r>
          </a:p>
        </p:txBody>
      </p:sp>
    </p:spTree>
    <p:extLst>
      <p:ext uri="{BB962C8B-B14F-4D97-AF65-F5344CB8AC3E}">
        <p14:creationId xmlns:p14="http://schemas.microsoft.com/office/powerpoint/2010/main" val="624144753"/>
      </p:ext>
    </p:extLst>
  </p:cSld>
</p:sld>
</file>

<file path=ppt/slides/slide2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37EEA1-95DB-4BAA-8486-28E4053E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F4EDC-A57E-419C-AB3B-EC246D9D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6C7F2-548C-4959-91C6-27FFA1BF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CC5D726-8869-474B-96D8-CCC5B49A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support balok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102e6a1d943bf"/>
          <a:stretch xmlns:a="http://schemas.openxmlformats.org/drawingml/2006/main"/>
        </p:blipFill>
        <p:spPr>
          <a:xfrm xmlns:a="http://schemas.openxmlformats.org/drawingml/2006/main">
            <a:off x="5520439" y="1809750"/>
            <a:ext cx="555167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AF71A-AF2D-447F-BBA6-0222B012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hubungan ujung balok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dikenali sebelum menilai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88ED0-776E-4967-8B77-1BB31FC1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Hubungan support balok dan rentang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77420735"/>
      </p:ext>
    </p:extLst>
  </p:cSld>
</p:sld>
</file>

<file path=ppt/slides/slide2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346EF3-F189-4927-ACAE-E465B450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70262-8E1A-4F9B-994B-D24D81A5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B6D52-C885-468D-BDE1-4DD5A3E5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A1F96BB-99C0-46C5-A77A-2FACB2E0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susunan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47eab67154d26"/>
          <a:stretch xmlns:a="http://schemas.openxmlformats.org/drawingml/2006/main"/>
        </p:blipFill>
        <p:spPr>
          <a:xfrm xmlns:a="http://schemas.openxmlformats.org/drawingml/2006/main">
            <a:off x="5086350" y="2054994"/>
            <a:ext cx="6419850" cy="31766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6EED6-6330-4F4F-8B55-D7723279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posisi tulangan atas, bawah,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bagian terkait terhadap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7B5A8-7031-4952-9E2C-2FB1EDF4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Balok terpilih dan hasil Rebar Layout.</a:t>
            </a:r>
          </a:p>
        </p:txBody>
      </p:sp>
    </p:spTree>
    <p:extLst>
      <p:ext uri="{BB962C8B-B14F-4D97-AF65-F5344CB8AC3E}">
        <p14:creationId xmlns:p14="http://schemas.microsoft.com/office/powerpoint/2010/main" val="678066191"/>
      </p:ext>
    </p:extLst>
  </p:cSld>
</p:sld>
</file>

<file path=ppt/slides/slide2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A1C281-A83F-482B-8138-E7AC4048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27C84-7830-4237-A6EB-8F1F78D3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F44FD-D44F-4147-B204-E214F4C8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AEC2DE4-A5E5-4865-8A8E-CCB88A49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Koreksi ketidaksesuaian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c2c7e84d3480a"/>
          <a:stretch xmlns:a="http://schemas.openxmlformats.org/drawingml/2006/main"/>
        </p:blipFill>
        <p:spPr>
          <a:xfrm xmlns:a="http://schemas.openxmlformats.org/drawingml/2006/main">
            <a:off x="5086350" y="2054994"/>
            <a:ext cx="6419850" cy="31766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316CE-B21F-472A-8FED-8A321C46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Perbarui hanya data yang dapat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ditelusuri ke schedule atau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struktur.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4A332-257C-4890-B3EA-0C179EF0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Balok terpilih dan hasil Rebar Layout.</a:t>
            </a:r>
          </a:p>
        </p:txBody>
      </p:sp>
    </p:spTree>
    <p:extLst>
      <p:ext uri="{BB962C8B-B14F-4D97-AF65-F5344CB8AC3E}">
        <p14:creationId xmlns:p14="http://schemas.microsoft.com/office/powerpoint/2010/main" val="1611025541"/>
      </p:ext>
    </p:extLst>
  </p:cSld>
</p:sld>
</file>

<file path=ppt/slides/slide2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BF33D0-3C56-460D-909F-6DB54097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D88C8-C3A0-4EC6-A52D-F9F72C37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D0BCC-33F7-4DAE-818C-80DE4DD9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55A7B3-D158-4072-81CE-3A4D1111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Validasi hasil akhir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6074e6bac4253"/>
          <a:stretch xmlns:a="http://schemas.openxmlformats.org/drawingml/2006/main"/>
        </p:blipFill>
        <p:spPr>
          <a:xfrm xmlns:a="http://schemas.openxmlformats.org/drawingml/2006/main">
            <a:off x="5520439" y="1809750"/>
            <a:ext cx="555167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92ABF-582F-47DA-B04A-BDFB6FDC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support dan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 tetap konsisten setelah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koreksi.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4C7CB-50AC-472E-A987-5B7C2F92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Hubungan support balok dan rentang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2005207934"/>
      </p:ext>
    </p:extLst>
  </p:cSld>
</p:sld>
</file>

<file path=ppt/slides/slide2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D212A7-22EE-4264-8653-DE6E1E59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C39DD-04DC-4DDF-AA47-CD617FA5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3F0C2-F995-4E33-95F1-7A4C7760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2725643-A105-4AF9-B6BE-BC19D7A6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Support dan Susunan Tulangan Balok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00974-2A9C-4609-A5C2-AFA0446D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0DC26-92B7-43E6-B6F1-CEB98EB1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37B6B-D877-47E6-8230-8124F149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99260-F7A8-4246-86CF-C2E27704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843424587"/>
      </p:ext>
    </p:extLst>
  </p:cSld>
</p:sld>
</file>

<file path=ppt/slides/slide2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485E8A-6AAE-4416-904F-9CB314E6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3EA47-9CF3-4653-BEC5-224AEFA7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E82EC-E221-43B8-A519-5879872D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0B1FFCF-6ADE-451F-AE47-26B4C288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dan Menyusun Tulangan Utama Pelat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C3DD7-182B-4A46-B3C4-54AC5BCB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Menetapkan tulangan utama pelat dan menyesuaikan area penempatannya.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94372-43B4-461E-9B84-983B3C62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655E7-90D4-4E95-A0CC-A9744DBD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pelat dan arah tulangan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4B594-B5E2-43DF-B875-A685A83C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Definisikan tulangan utama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A9F0C-F013-4D4A-A9E9-931442F1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Tentukan area penempatan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97B96-3938-4484-92AB-986B67D1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Sesuaikan susunan batang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A8755-FC05-4961-B4BB-C7143423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pada pelat</a:t>
            </a:r>
          </a:p>
        </p:txBody>
      </p:sp>
    </p:spTree>
    <p:extLst>
      <p:ext uri="{BB962C8B-B14F-4D97-AF65-F5344CB8AC3E}">
        <p14:creationId xmlns:p14="http://schemas.microsoft.com/office/powerpoint/2010/main" val="1466653732"/>
      </p:ext>
    </p:extLst>
  </p:cSld>
</p:sld>
</file>

<file path=ppt/slides/slide2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C8CF3C-2F1A-4175-A1B8-5A4B0980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689BC-0300-4490-B119-881C835A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4BFD7-056D-4983-BCFC-4DAC4AF6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DE8AC33-7413-488E-BC77-3FFF3164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pelat dan arah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37a8d74b04349"/>
          <a:stretch xmlns:a="http://schemas.openxmlformats.org/drawingml/2006/main"/>
        </p:blipFill>
        <p:spPr>
          <a:xfrm xmlns:a="http://schemas.openxmlformats.org/drawingml/2006/main">
            <a:off x="5086350" y="2095791"/>
            <a:ext cx="6419850" cy="30950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2E0B5-C35E-4348-97C7-252DAB19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area pelat serta arah kerja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mengacu pada gambar struktur.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0095D-1FC3-4B18-ADFB-A9CDBCDF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List Slab Main Bar dan denah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362783969"/>
      </p:ext>
    </p:extLst>
  </p:cSld>
</p:sld>
</file>

<file path=ppt/slides/slide2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56AFB6-51E0-4620-93C0-E4B8DE11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DAE9A-C212-4E62-A04B-CFBCE3D2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AD9DD-9443-4908-B8B1-BC4ECFAA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5663466-BA4B-43F3-9981-3A9BFB95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Definisikan tulangan utama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fed94c3d84f8a"/>
          <a:stretch xmlns:a="http://schemas.openxmlformats.org/drawingml/2006/main"/>
        </p:blipFill>
        <p:spPr>
          <a:xfrm xmlns:a="http://schemas.openxmlformats.org/drawingml/2006/main">
            <a:off x="5086350" y="2028863"/>
            <a:ext cx="6419850" cy="32288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919B9-EF83-445C-8F8F-7E7C2923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Masukkan diameter dan spacing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detail tanpa membuat nilai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perkiraan.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09DC4-149D-443C-BD2B-2CEA94A4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slab dan label D10-200.</a:t>
            </a:r>
          </a:p>
        </p:txBody>
      </p:sp>
    </p:spTree>
    <p:extLst>
      <p:ext uri="{BB962C8B-B14F-4D97-AF65-F5344CB8AC3E}">
        <p14:creationId xmlns:p14="http://schemas.microsoft.com/office/powerpoint/2010/main" val="1322834967"/>
      </p:ext>
    </p:extLst>
  </p:cSld>
</p:sld>
</file>

<file path=ppt/slides/slide2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C13D04-1F40-43FF-A7C3-637E2FD5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30723-2A4D-41FC-A08F-D109EC23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71848-6D2D-41A8-AFF8-75ED0738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FBC7EDD-6F2D-4893-B213-6DAAA3FF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area penempatan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c7ba6618e4ad9"/>
          <a:stretch xmlns:a="http://schemas.openxmlformats.org/drawingml/2006/main"/>
        </p:blipFill>
        <p:spPr>
          <a:xfrm xmlns:a="http://schemas.openxmlformats.org/drawingml/2006/main">
            <a:off x="5086350" y="1980358"/>
            <a:ext cx="6419850" cy="33259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D7E02-B1F5-4059-A513-7E8EC03F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 batas susunan agar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diterapkan pada area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pelat yang dimaksud.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96E47-3593-4988-B647-72B77FB4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tulangan utama dan area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penempatannya.</a:t>
            </a:r>
          </a:p>
        </p:txBody>
      </p:sp>
    </p:spTree>
    <p:extLst>
      <p:ext uri="{BB962C8B-B14F-4D97-AF65-F5344CB8AC3E}">
        <p14:creationId xmlns:p14="http://schemas.microsoft.com/office/powerpoint/2010/main" val="1302974509"/>
      </p:ext>
    </p:extLst>
  </p:cSld>
</p:sld>
</file>

<file path=ppt/slides/slide29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8997B-154C-4F2F-9D02-FBE51990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8F523-414F-406E-91AD-C33E583F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666DC-F9C4-47DB-939E-1C8CBA8A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C4669AB-A5B4-440C-8921-664DB75B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Sesuaikan susunan batang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d31023c0d43a1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6D815-6B8D-4DD3-900C-6756EF87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kontrol penyusunan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didokumentasikan untuk mengikuti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kondisi tepi dan bentang.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D3827-4DF5-4739-A0B7-C06AB96B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Parametric Arrangement dengan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tipe raft.</a:t>
            </a:r>
          </a:p>
        </p:txBody>
      </p:sp>
    </p:spTree>
    <p:extLst>
      <p:ext uri="{BB962C8B-B14F-4D97-AF65-F5344CB8AC3E}">
        <p14:creationId xmlns:p14="http://schemas.microsoft.com/office/powerpoint/2010/main" val="1617023173"/>
      </p:ext>
    </p:extLst>
  </p:cSld>
</p:sld>
</file>

<file path=ppt/slides/slide29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C8B769-5623-4861-BE06-3A14F44E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9771E-473D-45D9-A7AF-AE64FF5D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61A4E-1ADE-40C3-AEF3-54A0D1C8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529C0CA-8F8A-48CA-9F67-9238710D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pada pelat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627c7fc0e476d"/>
          <a:stretch xmlns:a="http://schemas.openxmlformats.org/drawingml/2006/main"/>
        </p:blipFill>
        <p:spPr>
          <a:xfrm xmlns:a="http://schemas.openxmlformats.org/drawingml/2006/main">
            <a:off x="5288638" y="1809750"/>
            <a:ext cx="601527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7BF5E-F8DA-4A7F-A88D-34945253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arah, spacing,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cakupan dengan gambar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BDF62-289B-42D6-A48E-106256F3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susunan tulangan pada denah pelat.</a:t>
            </a:r>
          </a:p>
        </p:txBody>
      </p:sp>
    </p:spTree>
    <p:extLst>
      <p:ext uri="{BB962C8B-B14F-4D97-AF65-F5344CB8AC3E}">
        <p14:creationId xmlns:p14="http://schemas.microsoft.com/office/powerpoint/2010/main" val="1241362887"/>
      </p:ext>
    </p:extLst>
  </p:cSld>
</p:sld>
</file>

<file path=ppt/slides/slide29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89E70-AF30-41E3-BDBF-6B19E7ED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1660B-99DC-4A15-AEEC-CE2D209A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FB75F-A0C4-40B4-B816-9C77AE20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384714-177C-4C22-AA95-FCE386AD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dan Menyusun Tulangan Utama Pelat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08A0E-B1E5-4598-8ECC-D45EE775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47C10-7C90-4D77-A856-F3C54CFA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2FFD4-6093-4613-8B38-4BEBF4E1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4CEE6-E80F-4A8A-B806-6221460A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578446318"/>
      </p:ext>
    </p:extLst>
  </p:cSld>
</p:sld>
</file>

<file path=ppt/slides/slide29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5C654B-04DA-410E-9E83-5579DA61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E7303-9A8C-4900-96DD-F9F0CD66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BCCCD-961B-4D40-B046-59E09BFC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AC1FB4-4E77-44CA-83C1-3E85D191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Menyusun Tulangan Tumpuan Pelat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A4D40-EEE7-4238-B9FB-C37BD8EA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Menempatkan tulangan tumpuan pada garis dan rentang yang sesuai.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803E7-544B-4504-A705-1117F41D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21045-25B8-47B1-8653-A2F03F90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Tentukan garis tumpuan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70F2F-FEDC-4F02-91A0-5D0E118B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Masukkan data tulangan tumpuan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25DE9-6360-4733-9C3E-65208531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Atur cakupan penempatan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6D851-4B84-43E3-BA12-3CE40191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Periksa hubungan dengan tulangan utama</a:t>
            </a:r>
          </a:p>
        </p:txBody>
      </p:sp>
    </p:spTree>
    <p:extLst>
      <p:ext uri="{BB962C8B-B14F-4D97-AF65-F5344CB8AC3E}">
        <p14:creationId xmlns:p14="http://schemas.microsoft.com/office/powerpoint/2010/main" val="1290042549"/>
      </p:ext>
    </p:extLst>
  </p:cSld>
</p:sld>
</file>

<file path=ppt/slides/slide29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4C8692-BA03-4EFE-9695-03375477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9A9D2-D555-4472-8A3D-9385B621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72CD0-0085-496D-9DEA-AA401430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FFB8A55-3CA5-4800-B2B7-73494121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garis tumpuan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dace51456492c"/>
          <a:stretch xmlns:a="http://schemas.openxmlformats.org/drawingml/2006/main"/>
        </p:blipFill>
        <p:spPr>
          <a:xfrm xmlns:a="http://schemas.openxmlformats.org/drawingml/2006/main">
            <a:off x="5086350" y="1978657"/>
            <a:ext cx="6419850" cy="33293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98533-E083-42F9-8F89-D14A68FC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support yang sesuai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tulangan negatif atau tumpuan.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1B8EC-5BB4-414F-87E4-7E5D784E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tulangan tumpuan dan garis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support.</a:t>
            </a:r>
          </a:p>
        </p:txBody>
      </p:sp>
    </p:spTree>
    <p:extLst>
      <p:ext uri="{BB962C8B-B14F-4D97-AF65-F5344CB8AC3E}">
        <p14:creationId xmlns:p14="http://schemas.microsoft.com/office/powerpoint/2010/main" val="885672012"/>
      </p:ext>
    </p:extLst>
  </p:cSld>
</p:sld>
</file>

<file path=ppt/slides/slide29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5F0ECA-74FE-407B-9AC5-6E34E2B2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C6154-9E57-4449-9CF9-D9C4D63C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1B79E-0E2E-4E72-9925-8566D593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CF16011-4DD8-4934-A833-C7302508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data tulangan tumpuan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a6daf5752492d"/>
          <a:stretch xmlns:a="http://schemas.openxmlformats.org/drawingml/2006/main"/>
        </p:blipFill>
        <p:spPr>
          <a:xfrm xmlns:a="http://schemas.openxmlformats.org/drawingml/2006/main">
            <a:off x="5086350" y="1978657"/>
            <a:ext cx="6419850" cy="33293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B5AA4-F72D-41CC-9029-E44BF285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diameter, spacing,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rentang yang tercantum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dokumen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F387B-EFD4-4F2D-B0A7-BE31E351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tulangan tumpuan dan garis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support.</a:t>
            </a:r>
          </a:p>
        </p:txBody>
      </p:sp>
    </p:spTree>
    <p:extLst>
      <p:ext uri="{BB962C8B-B14F-4D97-AF65-F5344CB8AC3E}">
        <p14:creationId xmlns:p14="http://schemas.microsoft.com/office/powerpoint/2010/main" val="29623027"/>
      </p:ext>
    </p:extLst>
  </p:cSld>
</p:sld>
</file>

<file path=ppt/slides/slide29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D32E7C-E6AD-4E15-A01E-65FF2051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7C32A-9269-4A67-99CD-FD6022A6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4890D-5E41-426B-B5C4-0E809FC3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4E449BE-32F9-423B-B0F4-B49A91EB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Atur cakupan penempatan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bf5fdbc264151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2DDB3-0C6E-4E9F-B331-6F07CCF7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panjang dan sisi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penempatan mengikuti kondisi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tumpuan.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29449-47E4-46B5-9C9F-0C7920C9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tulangan tumpuan dengan spacing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rentang.</a:t>
            </a:r>
          </a:p>
        </p:txBody>
      </p:sp>
    </p:spTree>
    <p:extLst>
      <p:ext uri="{BB962C8B-B14F-4D97-AF65-F5344CB8AC3E}">
        <p14:creationId xmlns:p14="http://schemas.microsoft.com/office/powerpoint/2010/main" val="798565428"/>
      </p:ext>
    </p:extLst>
  </p:cSld>
</p:sld>
</file>

<file path=ppt/slides/slide30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99C751-6BCE-43E9-836D-02EB2CCB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CAB50-1DA6-44EE-8452-C044F180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31132-A4BB-4963-827B-626E1CEE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BAA4749-EBB5-4103-87F3-493C2826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hubungan dengan tulangan utama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5ee6aff9d466d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7F9ED-46D7-4B47-8E92-C0E10B3E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apakah susunan tumpuan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 utama mencakup area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semestinya.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C6CDB-1AD1-4978-98AA-F819B692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tulangan tumpuan dengan spacing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rentang.</a:t>
            </a:r>
          </a:p>
        </p:txBody>
      </p:sp>
    </p:spTree>
    <p:extLst>
      <p:ext uri="{BB962C8B-B14F-4D97-AF65-F5344CB8AC3E}">
        <p14:creationId xmlns:p14="http://schemas.microsoft.com/office/powerpoint/2010/main" val="1667830681"/>
      </p:ext>
    </p:extLst>
  </p:cSld>
</p:sld>
</file>

<file path=ppt/slides/slide30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761F08-95F0-4FCE-B15D-929BA4BA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67837-9401-463F-8D03-0AABE9BD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CB62C-F637-4336-A095-A5C5B0CE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23C297-76D9-4D39-9D83-7902DB8F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Menyusun Tulangan Tumpuan Pelat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702A1-B990-491D-8E68-A0E0C8D4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AEBCE-CDA1-42D8-8D69-B310F45F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AB3B9-06C6-4189-B7B7-9002C237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717BD-A1C8-41E9-8037-406D6D19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510053421"/>
      </p:ext>
    </p:extLst>
  </p:cSld>
</p:sld>
</file>

<file path=ppt/slides/slide30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A4C0D8-A8BA-43D4-BBBB-99CF698B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3F31C-D404-42C9-8D99-A5FEED7C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452F3-C5EF-4C0C-8427-21E05278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F752464-41F9-4737-9A2D-7791963D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Dinding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029E7-C9E4-40A9-BFDA-56C2B3A3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Menerapkan tulangan dinding sesuai arah, lapisan, dan area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E00BB-FFE4-4185-8E98-7E2DF805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A3EFD-A5AC-412F-924D-A682F9CA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dinding yang benar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57D83-BA67-4CCC-8179-1869F629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Definisikan tulangan vertikal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9B668-AF70-4A1C-90A3-85E65424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Definisikan tulangan horizontal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69C1C-7D28-4F69-8711-9BB68486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Tinjau area dan lapisan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9171-7748-491A-A339-355E1C91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dinding</a:t>
            </a:r>
          </a:p>
        </p:txBody>
      </p:sp>
    </p:spTree>
    <p:extLst>
      <p:ext uri="{BB962C8B-B14F-4D97-AF65-F5344CB8AC3E}">
        <p14:creationId xmlns:p14="http://schemas.microsoft.com/office/powerpoint/2010/main" val="875326234"/>
      </p:ext>
    </p:extLst>
  </p:cSld>
</p:sld>
</file>

<file path=ppt/slides/slide30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9B0DE8-CB50-4D49-9B7B-19E0D503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3FEB9-2E5C-462C-908F-DD3A28FE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B5789-E22C-400B-8ADE-A7AE6C27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66D985-3582-4F7F-AA7F-9325F66A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dinding yang benar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6b99d3b844f61"/>
          <a:stretch xmlns:a="http://schemas.openxmlformats.org/drawingml/2006/main"/>
        </p:blipFill>
        <p:spPr>
          <a:xfrm xmlns:a="http://schemas.openxmlformats.org/drawingml/2006/main">
            <a:off x="5086350" y="1989920"/>
            <a:ext cx="6419850" cy="33067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34ECF-E9F5-4918-B297-921612D7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tipe, lantai, dan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sebelum memasukkan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A4293-98AD-4447-9D99-C34779A8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RC Wall pada Element List dan detail shear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wall.</a:t>
            </a:r>
          </a:p>
        </p:txBody>
      </p:sp>
    </p:spTree>
    <p:extLst>
      <p:ext uri="{BB962C8B-B14F-4D97-AF65-F5344CB8AC3E}">
        <p14:creationId xmlns:p14="http://schemas.microsoft.com/office/powerpoint/2010/main" val="797407618"/>
      </p:ext>
    </p:extLst>
  </p:cSld>
</p:sld>
</file>

<file path=ppt/slides/slide30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26B41F-8A7B-4296-856B-337BF3C0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6E194-8A82-4D3D-AF9F-2A85080C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D11B8-068F-4EE6-BDA5-63EF9AC9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7C79CB-9203-411A-87ED-A34819FE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Definisikan tulangan vertikal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f04bfd3dc4ff5"/>
          <a:stretch xmlns:a="http://schemas.openxmlformats.org/drawingml/2006/main"/>
        </p:blipFill>
        <p:spPr>
          <a:xfrm xmlns:a="http://schemas.openxmlformats.org/drawingml/2006/main">
            <a:off x="5406466" y="1809750"/>
            <a:ext cx="57796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5B4E2-F142-479F-AA4B-EB4A9300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Masukkan data vertikal dari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yang berlaku.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4F9D2-5800-4564-A269-8FA9780B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RC Wall dengan vertical,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horizontal, hooks, dan cover.</a:t>
            </a:r>
          </a:p>
        </p:txBody>
      </p:sp>
    </p:spTree>
    <p:extLst>
      <p:ext uri="{BB962C8B-B14F-4D97-AF65-F5344CB8AC3E}">
        <p14:creationId xmlns:p14="http://schemas.microsoft.com/office/powerpoint/2010/main" val="102170683"/>
      </p:ext>
    </p:extLst>
  </p:cSld>
</p:sld>
</file>

<file path=ppt/slides/slide30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9BB68D-6280-45AA-B1F1-381BB691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43345-64B1-4178-A74C-8BCCBA5D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4A28B-7251-456F-B3AD-6524B98C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9D7B07B-0A45-4311-B4B0-5652467C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Definisikan tulangan horizontal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f9a7c7c94490e"/>
          <a:stretch xmlns:a="http://schemas.openxmlformats.org/drawingml/2006/main"/>
        </p:blipFill>
        <p:spPr>
          <a:xfrm xmlns:a="http://schemas.openxmlformats.org/drawingml/2006/main">
            <a:off x="5406466" y="1809750"/>
            <a:ext cx="57796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07789-3FA2-4032-861A-F8971B51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data horizontal untuk arah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lapisan yang ditentukan gambar.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7B989-60FA-45BD-B134-4A3D2D81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RC Wall dengan vertical,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horizontal, hooks, dan cover.</a:t>
            </a:r>
          </a:p>
        </p:txBody>
      </p:sp>
    </p:spTree>
    <p:extLst>
      <p:ext uri="{BB962C8B-B14F-4D97-AF65-F5344CB8AC3E}">
        <p14:creationId xmlns:p14="http://schemas.microsoft.com/office/powerpoint/2010/main" val="1218543041"/>
      </p:ext>
    </p:extLst>
  </p:cSld>
</p:sld>
</file>

<file path=ppt/slides/slide30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3427F2-FBD9-4289-B951-94AF4CF8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7137F-4DD3-497F-ABC6-76068038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6F631-8F03-4C13-B29A-942CC326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FB19F1-64E1-4AE9-BCBA-1C514783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area dan lapisan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f640d6fd84d33"/>
          <a:stretch xmlns:a="http://schemas.openxmlformats.org/drawingml/2006/main"/>
        </p:blipFill>
        <p:spPr>
          <a:xfrm xmlns:a="http://schemas.openxmlformats.org/drawingml/2006/main">
            <a:off x="5086350" y="2111141"/>
            <a:ext cx="6419850" cy="30643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C48D6-EA6A-4DBB-A865-90775009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reinforcement berada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sisi dan cakupan dinding yang benar.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F6172-2ACA-4D4B-AB64-A269616B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shear wall dengan segmen dinding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disorot.</a:t>
            </a:r>
          </a:p>
        </p:txBody>
      </p:sp>
    </p:spTree>
    <p:extLst>
      <p:ext uri="{BB962C8B-B14F-4D97-AF65-F5344CB8AC3E}">
        <p14:creationId xmlns:p14="http://schemas.microsoft.com/office/powerpoint/2010/main" val="786929344"/>
      </p:ext>
    </p:extLst>
  </p:cSld>
</p:sld>
</file>

<file path=ppt/slides/slide30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71A194-695C-4736-A41B-E31B34FF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766A6-D66A-4A74-A422-A089B95E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87AA6-810B-4169-A325-5195222E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0C6F38-F042-4648-B256-2D187A18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dinding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e25bc1a744d9a"/>
          <a:stretch xmlns:a="http://schemas.openxmlformats.org/drawingml/2006/main"/>
        </p:blipFill>
        <p:spPr>
          <a:xfrm xmlns:a="http://schemas.openxmlformats.org/drawingml/2006/main">
            <a:off x="5086350" y="2032724"/>
            <a:ext cx="6419850" cy="32211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55DCD-C235-4D6C-A34B-FBF5A39B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susunan akhir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sumber sebelum melanjutkan.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84E16-ADB0-4917-AFB9-3D526268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Calculation Rules untuk ujung dinding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kolom.</a:t>
            </a:r>
          </a:p>
        </p:txBody>
      </p:sp>
    </p:spTree>
    <p:extLst>
      <p:ext uri="{BB962C8B-B14F-4D97-AF65-F5344CB8AC3E}">
        <p14:creationId xmlns:p14="http://schemas.microsoft.com/office/powerpoint/2010/main" val="1013955763"/>
      </p:ext>
    </p:extLst>
  </p:cSld>
</p:sld>
</file>

<file path=ppt/slides/slide30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F9E9C-C285-4205-89AF-FA39C99F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B8A59-5264-4CE1-B6FF-8F184874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FFCD4-40B7-4438-83AE-FCB8D6AD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1E46FB2-CE7C-464F-A19E-2A490258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Dinding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D2E25-3391-4963-9686-FC1980CA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0E30B-3EB1-4175-B5D0-FC7BACE7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BEC48-EB29-4622-816A-1CE3AA1D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ADD05-79C4-4522-9396-98C84341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311355832"/>
      </p:ext>
    </p:extLst>
  </p:cSld>
</p:sld>
</file>

<file path=ppt/slides/slide30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8DDA22-9012-48DD-B3D6-32382AE7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08B66-D05B-416B-9E0F-C2972D88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4FECC-B91E-481C-AC2F-80577AF3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1374BEE-2FD6-4C86-A503-90D82934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Verifikasi Kuantitas dan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B94C4-3D2E-44C6-A431-D2073B8A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Hitung, validasi, kelompokkan, dan laporkan hasil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803442993"/>
      </p:ext>
    </p:extLst>
  </p:cSld>
</p:sld>
</file>

<file path=ppt/slides/slide3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04A287-C037-4C12-98EC-70516EAE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94E43-8129-40ED-A417-BAC7A36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3020A-FE9B-4E52-A325-BFB68CD5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CAF0291-E6A1-440F-8E4E-A9C976F3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Menghitung Berdasarkan Lantai atau Elemen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4DD8F-C1D0-4335-9350-2DBEAB34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Menjalankan perhitungan dengan cakupan lantai atau elemen yang sesuai.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C23D6-4901-4F2A-BA39-DF387B27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64CF1-3E59-4370-8AAF-D9D850F8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Tentukan cakupan perhitungan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539BF-13F9-43A2-8EDB-02C72F6E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lantai atau elemen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88799-1F3F-4D60-B373-8C82D6CC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Jalankan perhitungan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91C3F-077A-408B-952E-C8B3A370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Konfirmasi hasil diperbarui</a:t>
            </a:r>
          </a:p>
        </p:txBody>
      </p:sp>
    </p:spTree>
    <p:extLst>
      <p:ext uri="{BB962C8B-B14F-4D97-AF65-F5344CB8AC3E}">
        <p14:creationId xmlns:p14="http://schemas.microsoft.com/office/powerpoint/2010/main" val="233988689"/>
      </p:ext>
    </p:extLst>
  </p:cSld>
</p:sld>
</file>

<file path=ppt/slides/slide3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B2700-D0A0-417D-8D01-FC0D047C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0B038-9964-4BC0-9B32-8663F45D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04A0C-5FA1-4BF8-B204-14E6E28F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5893CE0-64EE-4C78-AFFC-2CBF2A16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cakupan perhitungan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fc4958f9f45ee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A5DC0-7CA6-4C0D-8F50-C5A24B12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lantai untuk cakupan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menyeluruh atau elemen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pemeriksaan terfokus.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30906-A29F-48AC-B795-B3F116FE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Quantity dengan Calculate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715176600"/>
      </p:ext>
    </p:extLst>
  </p:cSld>
</p:sld>
</file>

<file path=ppt/slides/slide3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56DA5A-0D49-46F2-A5F6-72A33A2B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39012-5A21-44FB-A91C-94653A8A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DC4B5-5DAF-4F0B-AD56-2CAFC81D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8D03D3-4111-4C17-AEA2-BDBB9963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lantai atau elemen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7166f8b6744ca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4FFBB-0452-4395-B032-A6CF6ECB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pilihan mencakup semua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reinforcement yang perlu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diperbarui.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E685D-E808-4282-A0D5-8EB778D3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Quantity dengan Calculate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82537819"/>
      </p:ext>
    </p:extLst>
  </p:cSld>
</p:sld>
</file>

<file path=ppt/slides/slide3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58FDEC-6873-4A3C-977D-E27DE9C5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6B964-4E0D-4E80-B8D3-D335B21E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B1C60-F02F-41F7-8403-4A72518B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899B48E-A57A-4EC5-BFA4-899FE20A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perhitungan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a618aab7d4000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B2457-E9AD-4E86-84C7-06C0D2CD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Mulai proses setelah cakupan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model 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3FC68-D7EC-4D7F-907C-799BE51F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Quantity dengan Calculate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544896759"/>
      </p:ext>
    </p:extLst>
  </p:cSld>
</p:sld>
</file>

<file path=ppt/slides/slide3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139BA1-850A-4938-8B02-03E838D2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B39EA-09D1-4661-A6EE-F301A7E9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AFC77-19BE-472B-B768-D10993E2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EB2DC37-B4B5-4989-BC5A-2F363EC2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Konfirmasi hasil diperbarui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b97ffa45f4056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6264A-BCB7-4E19-A132-33388FD8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Tunggu proses selesai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membuka pemeriksaan atau laporan.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33347-3D10-4722-908C-88DAA5B7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Quantity dengan Calculate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897799502"/>
      </p:ext>
    </p:extLst>
  </p:cSld>
</p:sld>
</file>

<file path=ppt/slides/slide3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79747F-1166-48C8-B078-D161256B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28226-E3F6-4830-BA49-DAD3A512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DC3C7-9D65-4277-B33B-D9C3FEEC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DBB94EB-4714-4F4D-B22C-B8ADCE5F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Menghitung Berdasarkan Lantai atau Elemen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F8D4C-72D3-4EA5-A2D3-F9B9CA42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AE659-E4CA-41F0-9F46-D72AC53D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47A91-3B92-4D0E-A078-08468D16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2013F-577C-4D45-BC19-A6996B1A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360330743"/>
      </p:ext>
    </p:extLst>
  </p:cSld>
</p:sld>
</file>

<file path=ppt/slides/slide3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1D4E4A-65E2-4D01-8A80-6CF3C1D1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54AD9-E6A1-4EB8-99C7-92C89356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DCADD-BC82-4EB0-98BE-BA08DFA5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4AEBE6E-20A3-45DD-9158-90E699AF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Tulangan dengan Edit Rebar dan Rebar 3D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EB1F8-5966-4C62-8F4D-8B7564E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Memeriksa data dan geometri reinforcement sebelum memakai hasil kuantitas.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C1E85-5713-4FEC-BA47-094A9E97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62A3B-8651-43F3-AA84-0537BFF5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elemen yang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D21CE-9C6F-4BBA-9014-FF608E4A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Edit Rebar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A36D0-FBA3-40E2-9767-7450EBF2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Tampilkan Rebar 3D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E0A0C-F1A9-4D36-970C-15147BC2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Catat dan perbaiki temuan</a:t>
            </a:r>
          </a:p>
        </p:txBody>
      </p:sp>
    </p:spTree>
    <p:extLst>
      <p:ext uri="{BB962C8B-B14F-4D97-AF65-F5344CB8AC3E}">
        <p14:creationId xmlns:p14="http://schemas.microsoft.com/office/powerpoint/2010/main" val="2113587898"/>
      </p:ext>
    </p:extLst>
  </p:cSld>
</p:sld>
</file>

<file path=ppt/slides/slide3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2E17AA-DD95-4DE7-9A4E-A2D908C2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006EB-2290-47D8-B275-56D17E12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91866-7D61-4104-B35F-FF87E7A9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D246C2E-51AE-4167-9A62-98B902D6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elemen yang diperiksa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26183a9554d07"/>
          <a:stretch xmlns:a="http://schemas.openxmlformats.org/drawingml/2006/main"/>
        </p:blipFill>
        <p:spPr>
          <a:xfrm xmlns:a="http://schemas.openxmlformats.org/drawingml/2006/main">
            <a:off x="5424358" y="1809750"/>
            <a:ext cx="574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06DCE-358C-417C-B1F2-A0912D45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sampel yang mewakili tipe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kondisi reinforcement penting.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BF1EB-EE12-418B-83C9-1F481F6D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 Rebar dan model tulangan dinding 3D.</a:t>
            </a:r>
          </a:p>
        </p:txBody>
      </p:sp>
    </p:spTree>
    <p:extLst>
      <p:ext uri="{BB962C8B-B14F-4D97-AF65-F5344CB8AC3E}">
        <p14:creationId xmlns:p14="http://schemas.microsoft.com/office/powerpoint/2010/main" val="21257307"/>
      </p:ext>
    </p:extLst>
  </p:cSld>
</p:sld>
</file>

<file path=ppt/slides/slide3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6CFCC-A1A6-4A2E-AD7A-9298BF35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6D9FC-91C6-41A5-82EA-5DE80678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E4942-CFDA-4B3B-932E-B58F763A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FFDEC30-71E2-4A71-B485-F993A883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Edit Rebar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65b8ca5614f96"/>
          <a:stretch xmlns:a="http://schemas.openxmlformats.org/drawingml/2006/main"/>
        </p:blipFill>
        <p:spPr>
          <a:xfrm xmlns:a="http://schemas.openxmlformats.org/drawingml/2006/main">
            <a:off x="5424358" y="1809750"/>
            <a:ext cx="574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61DC9-2FB0-4873-A55F-C24CF0EB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data batang pada elemen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dipilih dan cocokkan dengan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42A95-6FA4-463F-A73B-827D758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 Rebar dan model tulangan dinding 3D.</a:t>
            </a:r>
          </a:p>
        </p:txBody>
      </p:sp>
    </p:spTree>
    <p:extLst>
      <p:ext uri="{BB962C8B-B14F-4D97-AF65-F5344CB8AC3E}">
        <p14:creationId xmlns:p14="http://schemas.microsoft.com/office/powerpoint/2010/main" val="637675957"/>
      </p:ext>
    </p:extLst>
  </p:cSld>
</p:sld>
</file>

<file path=ppt/slides/slide3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F10690-3FEC-4DF0-A4FB-0A15E9DE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59A90-A91B-4377-87AB-9558B647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E37C4-EFDC-4284-9A9B-23703433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524595A-FB84-4A0D-B679-8F433E30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Tampilkan Rebar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7153994d045cd"/>
          <a:stretch xmlns:a="http://schemas.openxmlformats.org/drawingml/2006/main"/>
        </p:blipFill>
        <p:spPr>
          <a:xfrm xmlns:a="http://schemas.openxmlformats.org/drawingml/2006/main">
            <a:off x="5086350" y="1944240"/>
            <a:ext cx="6419850" cy="339814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63582-B34B-40F9-BD34-EF4894D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tampilan tiga dimensi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memeriksa posisi, arah, dan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batang.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C6AF0-2341-43FB-BC7F-80B0AC3F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Layout untuk balok, dinding,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kolom.</a:t>
            </a:r>
          </a:p>
        </p:txBody>
      </p:sp>
    </p:spTree>
    <p:extLst>
      <p:ext uri="{BB962C8B-B14F-4D97-AF65-F5344CB8AC3E}">
        <p14:creationId xmlns:p14="http://schemas.microsoft.com/office/powerpoint/2010/main" val="813845551"/>
      </p:ext>
    </p:extLst>
  </p:cSld>
</p:sld>
</file>

<file path=ppt/slides/slide3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D7D58B-98F3-49C9-9D27-C7DC86FC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4AC9D-8494-43C6-AD76-CA53A17A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872FC-027D-4166-9745-ADA49753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F59BFF1-2654-4E11-96BD-2E478B27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Catat dan perbaiki temuan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ed6c8e3f94a65"/>
          <a:stretch xmlns:a="http://schemas.openxmlformats.org/drawingml/2006/main"/>
        </p:blipFill>
        <p:spPr>
          <a:xfrm xmlns:a="http://schemas.openxmlformats.org/drawingml/2006/main">
            <a:off x="5086350" y="1944240"/>
            <a:ext cx="6419850" cy="339814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F4FE7-9C50-44D4-8B19-313A3E06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Koreksi data sumber model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menghitung ulang kuantitas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terdampak.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51389-9E0C-445A-893B-02CB6EBD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Layout untuk balok, dinding,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kolom.</a:t>
            </a:r>
          </a:p>
        </p:txBody>
      </p:sp>
    </p:spTree>
    <p:extLst>
      <p:ext uri="{BB962C8B-B14F-4D97-AF65-F5344CB8AC3E}">
        <p14:creationId xmlns:p14="http://schemas.microsoft.com/office/powerpoint/2010/main" val="1395726730"/>
      </p:ext>
    </p:extLst>
  </p:cSld>
</p:sld>
</file>

<file path=ppt/slides/slide3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390820-DFFC-4D42-A6F2-5013E0BF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686C4-127A-4AA0-B7EA-9954F7E1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575C0-DFD2-4F71-ADCA-55D61682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30ABC7-0B17-422F-A26E-380D95F9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Tulangan dengan Edit Rebar dan Rebar 3D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6B7EC-CC51-4CF5-B2AD-60FBFEE2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D3101-ACA1-4076-9AFF-1E1C9CBD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878C9-E253-4905-BBB3-31798923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F52AD-7D4C-43B7-A425-113E869F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713307658"/>
      </p:ext>
    </p:extLst>
  </p:cSld>
</p:sld>
</file>

<file path=ppt/slides/slide3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148E76-472F-4B49-B94F-E23343BB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3B899-05FA-4E6A-9CE9-EE46ED67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4E135-4D66-486C-A934-8E1ECE56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077BEF8-61F9-4660-B9F6-C1FD298E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Meninjau Hasil Kuantitas Tulangan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10A46-A9AC-47AF-8E26-862B8681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Menelusuri hasil reinforcement quantity pada model yang telah dihitung.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19B23-CF02-413C-8FD0-DF82BF6B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E31B5-D19D-4B2B-967D-8F4B3F26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Pastikan perhitungan terbaru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3D33E-0E6A-4D16-B7A6-669E819A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View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A0119-F2F5-4A78-81C1-A5309448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Tinjau rincian hasil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ED1CB-F575-4744-A828-260BCB25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Lakukan pemeriksaan sampel</a:t>
            </a:r>
          </a:p>
        </p:txBody>
      </p:sp>
    </p:spTree>
    <p:extLst>
      <p:ext uri="{BB962C8B-B14F-4D97-AF65-F5344CB8AC3E}">
        <p14:creationId xmlns:p14="http://schemas.microsoft.com/office/powerpoint/2010/main" val="2062398366"/>
      </p:ext>
    </p:extLst>
  </p:cSld>
</p:sld>
</file>

<file path=ppt/slides/slide3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E21B01-B587-4C6C-8F6C-08AAA66A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9A37A-4B74-4B07-AC0B-B625A72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EEEF1-22E9-4666-891C-CA50F533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E0B683E-2F26-4523-9F12-1B5E8997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Pastikan perhitungan terbaru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8b661bf8840a0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546CF-09BF-44CE-AF16-362B0CAE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hasil yang diperbarui setelah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perubahan terakhir pada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ACEDE-279A-480D-BF31-2E626A55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dengan rincian batang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formula.</a:t>
            </a:r>
          </a:p>
        </p:txBody>
      </p:sp>
    </p:spTree>
    <p:extLst>
      <p:ext uri="{BB962C8B-B14F-4D97-AF65-F5344CB8AC3E}">
        <p14:creationId xmlns:p14="http://schemas.microsoft.com/office/powerpoint/2010/main" val="1110164413"/>
      </p:ext>
    </p:extLst>
  </p:cSld>
</p:sld>
</file>

<file path=ppt/slides/slide3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EA605-901B-41DA-9121-6A055617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14F98-C289-496F-9775-ED218C20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6595C-AB27-4839-AA0A-AFAAFD40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C85C978-7AC9-43CB-9D61-21B0C1B9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View Quantity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659d6d0df47dd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B66AF-8BAD-4387-9717-284AFB5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Tampilkan hasil kuantitas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atau cakupan yang sedang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E9A7F-C4CD-45CC-9ECF-FDA768BC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dengan rincian batang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formula.</a:t>
            </a:r>
          </a:p>
        </p:txBody>
      </p:sp>
    </p:spTree>
    <p:extLst>
      <p:ext uri="{BB962C8B-B14F-4D97-AF65-F5344CB8AC3E}">
        <p14:creationId xmlns:p14="http://schemas.microsoft.com/office/powerpoint/2010/main" val="1965600410"/>
      </p:ext>
    </p:extLst>
  </p:cSld>
</p:sld>
</file>

<file path=ppt/slides/slide3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CCFE64-59BC-480E-962B-424CE373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3E34C-D660-4C8B-A1A5-6A5EFFE2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2FED7-EAFE-4824-A10E-CF27A42E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C71D42B-B302-44B7-BB86-0802801D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rincian hasil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dab486a8d482d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D0AA3-5848-4D8A-8F8A-899134B6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jenis batang, nilai, dan unit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terhadap elemen model yang dipilih.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D4F25-9F2B-4962-8FF2-8BA22697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dengan rincian batang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formula.</a:t>
            </a:r>
          </a:p>
        </p:txBody>
      </p:sp>
    </p:spTree>
    <p:extLst>
      <p:ext uri="{BB962C8B-B14F-4D97-AF65-F5344CB8AC3E}">
        <p14:creationId xmlns:p14="http://schemas.microsoft.com/office/powerpoint/2010/main" val="308171082"/>
      </p:ext>
    </p:extLst>
  </p:cSld>
</p:sld>
</file>

<file path=ppt/slides/slide3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FC2C77-86CE-4E21-AE24-A8EAB965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0B8E2-4BBC-4491-BE4A-504919C0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5A350-713D-45F0-9C0E-27A469C9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E945A5C-561B-43E8-877A-19DC2A72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Lakukan pemeriksaan sampel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835533843451d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86F25-57AF-495A-90C5-47E68AA0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beberapa hasil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model sebelum membuat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laporan.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17F13-8D1D-4655-88DA-5E922423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dengan rincian batang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formula.</a:t>
            </a:r>
          </a:p>
        </p:txBody>
      </p:sp>
    </p:spTree>
    <p:extLst>
      <p:ext uri="{BB962C8B-B14F-4D97-AF65-F5344CB8AC3E}">
        <p14:creationId xmlns:p14="http://schemas.microsoft.com/office/powerpoint/2010/main" val="191051992"/>
      </p:ext>
    </p:extLst>
  </p:cSld>
</p:sld>
</file>

<file path=ppt/slides/slide3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AF6CF0-02F0-4BD6-B4E9-4AA046C7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42C44-B337-4577-9989-5006EB44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F1EBA-2CCF-4C3D-9286-2D322DA0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35A530F-DA00-40EE-AAEC-2E70FEC9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Meninjau Hasil Kuantitas Tulangan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3B352-137E-41F1-9651-0C158A06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9EB50-3A89-49C4-8040-7096016E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8FB36-B64E-4DBD-9894-62D4DA85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A6F34-0FBD-4660-94F4-DFF6F2D3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878209260"/>
      </p:ext>
    </p:extLst>
  </p:cSld>
</p:sld>
</file>

<file path=ppt/slides/slide3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AABD6C-4FC8-44E6-BD2A-BE212204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87560-5DCD-4DAA-BD3C-E2B8B217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3A1BD-BD86-4979-A339-EBDB92AA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5E6F2E-6917-474D-8FCC-BF49893E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Mengelompokkan Kuantitas dan Membuat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23BDC-F9E6-4D4B-9D8D-4CD80F2F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Mengatur klasifikasi dan menghasilkan laporan reinforcement yang dapat ditinjau.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D997D-7508-4644-982D-1CD78BD1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70504-1B23-4FCD-B8E0-DF4301D5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Set Classification Condition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A7659-34E1-4955-901B-8B86E5E8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kondisi klasifikasi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6CB9E-29BE-4EC5-860B-4A299A22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Terapkan pengelompokan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85236-F402-48E1-80C5-7731B8AF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Buat laporan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CAB6F-B169-472E-8393-5D0A9E8A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Verifikasi laporan akhir</a:t>
            </a:r>
          </a:p>
        </p:txBody>
      </p:sp>
    </p:spTree>
    <p:extLst>
      <p:ext uri="{BB962C8B-B14F-4D97-AF65-F5344CB8AC3E}">
        <p14:creationId xmlns:p14="http://schemas.microsoft.com/office/powerpoint/2010/main" val="427320571"/>
      </p:ext>
    </p:extLst>
  </p:cSld>
</p:sld>
</file>

<file path=ppt/slides/slide3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C8B1B7-67BC-47E9-91B0-F6305BAC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9002A-5421-4C0C-8841-EC243F66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CBA3F-444B-48BD-BBCB-A36F70DB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5906F4-2066-4BCA-A12A-DF2ADCF6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Set Classification Condition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66b5d14be4d6c"/>
          <a:stretch xmlns:a="http://schemas.openxmlformats.org/drawingml/2006/main"/>
        </p:blipFill>
        <p:spPr>
          <a:xfrm xmlns:a="http://schemas.openxmlformats.org/drawingml/2006/main">
            <a:off x="5086350" y="2060403"/>
            <a:ext cx="6419850" cy="31658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F6AE3-1726-4045-BAE8-30ED8B55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perintah TRB ini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menentukan struktur pengelompokan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C881B-347E-4204-A78B-61181E2C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by Category dan Set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Classification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402702300"/>
      </p:ext>
    </p:extLst>
  </p:cSld>
</p:sld>
</file>

<file path=ppt/slides/slide3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DD780F-CF53-4374-881C-7C9DDAD0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14F9F-F5B7-4126-B77A-C45948CB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1CD68-5C47-45B1-892A-F48D8A2C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509DBCD-7D5D-400E-B090-AEF459BC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kondisi klasifikasi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adb03f04e4bb5"/>
          <a:stretch xmlns:a="http://schemas.openxmlformats.org/drawingml/2006/main"/>
        </p:blipFill>
        <p:spPr>
          <a:xfrm xmlns:a="http://schemas.openxmlformats.org/drawingml/2006/main">
            <a:off x="5086350" y="2060403"/>
            <a:ext cx="6419850" cy="31658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D3BE4-A0AE-4515-BEB2-58B5DC8A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Susun atribut yang diperlukan sesuai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tujuan laporan dan standar 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1417C-BED2-439A-8DAB-DF768537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by Category dan Set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Classification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758736216"/>
      </p:ext>
    </p:extLst>
  </p:cSld>
</p:sld>
</file>

<file path=ppt/slides/slide3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F517A4-D250-4DF5-B565-DDD4AD35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54BF3-10C6-4E18-86B3-D5F26BE7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89D26-D122-4035-8E0B-3195C075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827D21-807E-4525-B447-D9DD3141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Terapkan pengelompokan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9e09d49fa4925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9E97D-D05E-42A6-BA53-4C947E91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hierarki hasil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keluaran akhir.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A6B25-70E5-4981-97EE-911DA89D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Panel Report dengan Rebar Schedule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elemen.</a:t>
            </a:r>
          </a:p>
        </p:txBody>
      </p:sp>
    </p:spTree>
    <p:extLst>
      <p:ext uri="{BB962C8B-B14F-4D97-AF65-F5344CB8AC3E}">
        <p14:creationId xmlns:p14="http://schemas.microsoft.com/office/powerpoint/2010/main" val="145810555"/>
      </p:ext>
    </p:extLst>
  </p:cSld>
</p:sld>
</file>

<file path=ppt/slides/slide3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1C01BC-B282-4B22-BDCB-E60A98B5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AD167-1B20-4939-B8C8-A6A2D90A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E09A0-134B-44A1-85B2-6A9C7CFC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14BCC00-3132-46B7-A3F8-4C2C6090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Buat laporan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9563c83954b52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56BBE-AD84-4F69-80BA-DF0E5D5C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Hasilkan laporan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weight dengan cakupan dan unit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telah 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614EB-C151-417D-99CC-E16DA3BA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Panel Report dengan Rebar Schedule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elemen.</a:t>
            </a:r>
          </a:p>
        </p:txBody>
      </p:sp>
    </p:spTree>
    <p:extLst>
      <p:ext uri="{BB962C8B-B14F-4D97-AF65-F5344CB8AC3E}">
        <p14:creationId xmlns:p14="http://schemas.microsoft.com/office/powerpoint/2010/main" val="1755163801"/>
      </p:ext>
    </p:extLst>
  </p:cSld>
</p:sld>
</file>

<file path=ppt/slides/slide3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A5D0DA-92D7-4736-9862-077D8727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C03AE-6A9F-4F4B-A83A-EF4FB3C9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1C4DE-1DAB-4A95-978F-F0074BD3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LANGKAH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A1F4C4C-F19C-440B-A60F-D346F6B9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Verifikasi laporan akhir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ecf2604844558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39715-9C0E-4FC1-9AF5-72C9FF7E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total, klasifikasi, unit,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revisi sebelum laporan digunakan.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B9A58-9A9F-4C1E-B974-BFBA01CE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Panel Report dengan Rebar Schedule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elemen.</a:t>
            </a:r>
          </a:p>
        </p:txBody>
      </p:sp>
    </p:spTree>
    <p:extLst>
      <p:ext uri="{BB962C8B-B14F-4D97-AF65-F5344CB8AC3E}">
        <p14:creationId xmlns:p14="http://schemas.microsoft.com/office/powerpoint/2010/main" val="1614818560"/>
      </p:ext>
    </p:extLst>
  </p:cSld>
</p:sld>
</file>

<file path=ppt/slides/slide3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87345-9FBA-4DCC-9719-E17A9C61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E8A72-9901-4D4E-B450-AFE193B7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D9C53-E7D6-4BFA-929B-684A8EB1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BAGIAN 3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10F35AE-07C8-4828-9930-92F596A6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Mengelompokkan Kuantitas dan Membuat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1CF8F-41B0-4729-AC6B-BACFF5AE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6B6BC-3B15-4E27-9EA9-8F6E03A2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9B058-1764-441F-A759-C2C7B136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976F1-01B0-42B7-927F-FB5A59DF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675014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2026-10-13T09:51:46.6740000Z</dcterms:created>
  <dcterms:modified xsi:type="dcterms:W3CDTF">2026-10-13T09:51:46.6740000Z</dcterms:modified>
</coreProperties>
</file>