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f208e0f7241f1" /><Relationship Type="http://schemas.openxmlformats.org/officeDocument/2006/relationships/extended-properties" Target="/docProps/app.xml" Id="R083ae527f0f54fd8" /><Relationship Type="http://schemas.openxmlformats.org/officeDocument/2006/relationships/officeDocument" Target="/ppt/presentation.xml" Id="R934bc43a7b4d45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a2d6f383e44e3"/>
  </p:sldMasterIdLst>
  <p:notesMasterIdLst>
    <p:notesMasterId xmlns:r="http://schemas.openxmlformats.org/officeDocument/2006/relationships" r:id="R5e37de057b654d87"/>
  </p:notesMasterIdLst>
  <p:sldIdLst>
    <p:sldId xmlns:r="http://schemas.openxmlformats.org/officeDocument/2006/relationships" id="258" r:id="R40094fe98a0f473a"/>
    <p:sldId xmlns:r="http://schemas.openxmlformats.org/officeDocument/2006/relationships" id="259" r:id="R7128ade9cd3a4486"/>
    <p:sldId xmlns:r="http://schemas.openxmlformats.org/officeDocument/2006/relationships" id="260" r:id="R3fa5cb9f5fae407c"/>
    <p:sldId xmlns:r="http://schemas.openxmlformats.org/officeDocument/2006/relationships" id="261" r:id="R01680e54ee714cd2"/>
    <p:sldId xmlns:r="http://schemas.openxmlformats.org/officeDocument/2006/relationships" id="262" r:id="Rce9e16de6af94f70"/>
    <p:sldId xmlns:r="http://schemas.openxmlformats.org/officeDocument/2006/relationships" id="263" r:id="Rf0cdad58be9f4354"/>
    <p:sldId xmlns:r="http://schemas.openxmlformats.org/officeDocument/2006/relationships" id="264" r:id="R63c82b6643604c9d"/>
    <p:sldId xmlns:r="http://schemas.openxmlformats.org/officeDocument/2006/relationships" id="265" r:id="R9af1300de4af44e5"/>
    <p:sldId xmlns:r="http://schemas.openxmlformats.org/officeDocument/2006/relationships" id="266" r:id="Rfa09ffc7098e4a83"/>
    <p:sldId xmlns:r="http://schemas.openxmlformats.org/officeDocument/2006/relationships" id="267" r:id="R016f291ad9984300"/>
    <p:sldId xmlns:r="http://schemas.openxmlformats.org/officeDocument/2006/relationships" id="268" r:id="R8258f4b89e9e475a"/>
    <p:sldId xmlns:r="http://schemas.openxmlformats.org/officeDocument/2006/relationships" id="269" r:id="Rb4da36bdea35441c"/>
    <p:sldId xmlns:r="http://schemas.openxmlformats.org/officeDocument/2006/relationships" id="270" r:id="R0a56cf83ce354a84"/>
    <p:sldId xmlns:r="http://schemas.openxmlformats.org/officeDocument/2006/relationships" id="271" r:id="R5393fc0078b846df"/>
    <p:sldId xmlns:r="http://schemas.openxmlformats.org/officeDocument/2006/relationships" id="272" r:id="R84ddd92621164bc7"/>
    <p:sldId xmlns:r="http://schemas.openxmlformats.org/officeDocument/2006/relationships" id="273" r:id="Rb0ff659f95b14fd5"/>
    <p:sldId xmlns:r="http://schemas.openxmlformats.org/officeDocument/2006/relationships" id="274" r:id="R3038f77d8c454836"/>
    <p:sldId xmlns:r="http://schemas.openxmlformats.org/officeDocument/2006/relationships" id="275" r:id="R609f5b69062b4773"/>
    <p:sldId xmlns:r="http://schemas.openxmlformats.org/officeDocument/2006/relationships" id="276" r:id="R96dc9e8175ef41ec"/>
    <p:sldId xmlns:r="http://schemas.openxmlformats.org/officeDocument/2006/relationships" id="277" r:id="R6da20d919d8d4885"/>
    <p:sldId xmlns:r="http://schemas.openxmlformats.org/officeDocument/2006/relationships" id="278" r:id="R4e1fa1ef88f848c5"/>
    <p:sldId xmlns:r="http://schemas.openxmlformats.org/officeDocument/2006/relationships" id="279" r:id="R140444638af54929"/>
    <p:sldId xmlns:r="http://schemas.openxmlformats.org/officeDocument/2006/relationships" id="280" r:id="Raf8da585c53c4e2b"/>
    <p:sldId xmlns:r="http://schemas.openxmlformats.org/officeDocument/2006/relationships" id="281" r:id="R8443cc35386843c6"/>
    <p:sldId xmlns:r="http://schemas.openxmlformats.org/officeDocument/2006/relationships" id="282" r:id="R849ccf365b00449a"/>
    <p:sldId xmlns:r="http://schemas.openxmlformats.org/officeDocument/2006/relationships" id="283" r:id="R9f03e18c99014361"/>
    <p:sldId xmlns:r="http://schemas.openxmlformats.org/officeDocument/2006/relationships" id="284" r:id="R7b9aeeca69f44bae"/>
    <p:sldId xmlns:r="http://schemas.openxmlformats.org/officeDocument/2006/relationships" id="285" r:id="R6d0ec5b088c84267"/>
    <p:sldId xmlns:r="http://schemas.openxmlformats.org/officeDocument/2006/relationships" id="286" r:id="R1f03abbd7af948bd"/>
    <p:sldId xmlns:r="http://schemas.openxmlformats.org/officeDocument/2006/relationships" id="287" r:id="R83dc571cf4b94ad1"/>
    <p:sldId xmlns:r="http://schemas.openxmlformats.org/officeDocument/2006/relationships" id="288" r:id="R11f842e37cef44ea"/>
    <p:sldId xmlns:r="http://schemas.openxmlformats.org/officeDocument/2006/relationships" id="289" r:id="R49c65711d9ef4aa0"/>
    <p:sldId xmlns:r="http://schemas.openxmlformats.org/officeDocument/2006/relationships" id="290" r:id="Rf7e310eadc5c4216"/>
    <p:sldId xmlns:r="http://schemas.openxmlformats.org/officeDocument/2006/relationships" id="291" r:id="R85424894c2fa44b4"/>
    <p:sldId xmlns:r="http://schemas.openxmlformats.org/officeDocument/2006/relationships" id="292" r:id="Re5df5ad81ae14455"/>
    <p:sldId xmlns:r="http://schemas.openxmlformats.org/officeDocument/2006/relationships" id="293" r:id="Rb646d23f294c47cb"/>
    <p:sldId xmlns:r="http://schemas.openxmlformats.org/officeDocument/2006/relationships" id="294" r:id="Rdc7d0bf8474d4637"/>
    <p:sldId xmlns:r="http://schemas.openxmlformats.org/officeDocument/2006/relationships" id="295" r:id="Rf2f38397e64a4ac3"/>
    <p:sldId xmlns:r="http://schemas.openxmlformats.org/officeDocument/2006/relationships" id="296" r:id="R5b219163703b4fe4"/>
    <p:sldId xmlns:r="http://schemas.openxmlformats.org/officeDocument/2006/relationships" id="297" r:id="R747d051d08b2463b"/>
    <p:sldId xmlns:r="http://schemas.openxmlformats.org/officeDocument/2006/relationships" id="298" r:id="R92866f608b5f4a88"/>
    <p:sldId xmlns:r="http://schemas.openxmlformats.org/officeDocument/2006/relationships" id="299" r:id="R9283d282dbd8429e"/>
    <p:sldId xmlns:r="http://schemas.openxmlformats.org/officeDocument/2006/relationships" id="300" r:id="Rc340facfa09e4446"/>
    <p:sldId xmlns:r="http://schemas.openxmlformats.org/officeDocument/2006/relationships" id="301" r:id="R89467d9bcd4b47c5"/>
    <p:sldId xmlns:r="http://schemas.openxmlformats.org/officeDocument/2006/relationships" id="302" r:id="Rf9e26bb719a84441"/>
    <p:sldId xmlns:r="http://schemas.openxmlformats.org/officeDocument/2006/relationships" id="303" r:id="R99a1849a93fd4147"/>
    <p:sldId xmlns:r="http://schemas.openxmlformats.org/officeDocument/2006/relationships" id="304" r:id="R026ebf26ccc44cb1"/>
    <p:sldId xmlns:r="http://schemas.openxmlformats.org/officeDocument/2006/relationships" id="305" r:id="R1cbc38e23c7f40cb"/>
    <p:sldId xmlns:r="http://schemas.openxmlformats.org/officeDocument/2006/relationships" id="306" r:id="R6a2b00cd2e6f4dbd"/>
    <p:sldId xmlns:r="http://schemas.openxmlformats.org/officeDocument/2006/relationships" id="307" r:id="R052fdf93b62f4597"/>
    <p:sldId xmlns:r="http://schemas.openxmlformats.org/officeDocument/2006/relationships" id="308" r:id="R0204361deb19413d"/>
    <p:sldId xmlns:r="http://schemas.openxmlformats.org/officeDocument/2006/relationships" id="309" r:id="R271718991e4e4455"/>
    <p:sldId xmlns:r="http://schemas.openxmlformats.org/officeDocument/2006/relationships" id="310" r:id="R48b6c8ca79614a56"/>
    <p:sldId xmlns:r="http://schemas.openxmlformats.org/officeDocument/2006/relationships" id="311" r:id="R3ff351c4cb534f01"/>
    <p:sldId xmlns:r="http://schemas.openxmlformats.org/officeDocument/2006/relationships" id="312" r:id="Re63a223be5884424"/>
    <p:sldId xmlns:r="http://schemas.openxmlformats.org/officeDocument/2006/relationships" id="313" r:id="Reba96e9a88be455d"/>
    <p:sldId xmlns:r="http://schemas.openxmlformats.org/officeDocument/2006/relationships" id="314" r:id="Rf377a4cf1cb54b3f"/>
    <p:sldId xmlns:r="http://schemas.openxmlformats.org/officeDocument/2006/relationships" id="315" r:id="Rf37886f102294395"/>
    <p:sldId xmlns:r="http://schemas.openxmlformats.org/officeDocument/2006/relationships" id="316" r:id="Refe12b98bc344e82"/>
    <p:sldId xmlns:r="http://schemas.openxmlformats.org/officeDocument/2006/relationships" id="317" r:id="R604b2832442b4a93"/>
    <p:sldId xmlns:r="http://schemas.openxmlformats.org/officeDocument/2006/relationships" id="318" r:id="R83765a6b94364c73"/>
    <p:sldId xmlns:r="http://schemas.openxmlformats.org/officeDocument/2006/relationships" id="319" r:id="Red1b936c7f404f93"/>
    <p:sldId xmlns:r="http://schemas.openxmlformats.org/officeDocument/2006/relationships" id="320" r:id="Rd848cd98d8214460"/>
    <p:sldId xmlns:r="http://schemas.openxmlformats.org/officeDocument/2006/relationships" id="321" r:id="R16897865d026430c"/>
    <p:sldId xmlns:r="http://schemas.openxmlformats.org/officeDocument/2006/relationships" id="322" r:id="R1cb5ff3b1c154ceb"/>
    <p:sldId xmlns:r="http://schemas.openxmlformats.org/officeDocument/2006/relationships" id="323" r:id="R5122bea93fc4414a"/>
    <p:sldId xmlns:r="http://schemas.openxmlformats.org/officeDocument/2006/relationships" id="324" r:id="R0da372f113904fa8"/>
    <p:sldId xmlns:r="http://schemas.openxmlformats.org/officeDocument/2006/relationships" id="325" r:id="Rda00ba0dceed420d"/>
    <p:sldId xmlns:r="http://schemas.openxmlformats.org/officeDocument/2006/relationships" id="326" r:id="Rc94c9beb05a94f48"/>
    <p:sldId xmlns:r="http://schemas.openxmlformats.org/officeDocument/2006/relationships" id="327" r:id="Rfa2c262570c94914"/>
    <p:sldId xmlns:r="http://schemas.openxmlformats.org/officeDocument/2006/relationships" id="328" r:id="Rae833b7f92bf4d25"/>
    <p:sldId xmlns:r="http://schemas.openxmlformats.org/officeDocument/2006/relationships" id="329" r:id="Re6b65d81949a4615"/>
    <p:sldId xmlns:r="http://schemas.openxmlformats.org/officeDocument/2006/relationships" id="330" r:id="R6572106f69894766"/>
    <p:sldId xmlns:r="http://schemas.openxmlformats.org/officeDocument/2006/relationships" id="331" r:id="R442a27206b684557"/>
    <p:sldId xmlns:r="http://schemas.openxmlformats.org/officeDocument/2006/relationships" id="332" r:id="Rdd88bdd4945c449c"/>
    <p:sldId xmlns:r="http://schemas.openxmlformats.org/officeDocument/2006/relationships" id="333" r:id="R8611a3be64104697"/>
    <p:sldId xmlns:r="http://schemas.openxmlformats.org/officeDocument/2006/relationships" id="334" r:id="Re2bc34eca57549b9"/>
    <p:sldId xmlns:r="http://schemas.openxmlformats.org/officeDocument/2006/relationships" id="335" r:id="Rc730d4e6522441a0"/>
    <p:sldId xmlns:r="http://schemas.openxmlformats.org/officeDocument/2006/relationships" id="336" r:id="Rf363b9788bca4bb7"/>
    <p:sldId xmlns:r="http://schemas.openxmlformats.org/officeDocument/2006/relationships" id="337" r:id="R99d0541f0b0f4b46"/>
    <p:sldId xmlns:r="http://schemas.openxmlformats.org/officeDocument/2006/relationships" id="338" r:id="Rcdd45b9b57844da3"/>
    <p:sldId xmlns:r="http://schemas.openxmlformats.org/officeDocument/2006/relationships" id="339" r:id="R842ffcc221a94ce3"/>
    <p:sldId xmlns:r="http://schemas.openxmlformats.org/officeDocument/2006/relationships" id="340" r:id="R359c247681d246a7"/>
    <p:sldId xmlns:r="http://schemas.openxmlformats.org/officeDocument/2006/relationships" id="341" r:id="R67fd3eb8cfce472d"/>
    <p:sldId xmlns:r="http://schemas.openxmlformats.org/officeDocument/2006/relationships" id="342" r:id="R20d7d31ca39d41b2"/>
    <p:sldId xmlns:r="http://schemas.openxmlformats.org/officeDocument/2006/relationships" id="343" r:id="Re013485f5ba04754"/>
    <p:sldId xmlns:r="http://schemas.openxmlformats.org/officeDocument/2006/relationships" id="344" r:id="Re4ed9eabe41e4925"/>
    <p:sldId xmlns:r="http://schemas.openxmlformats.org/officeDocument/2006/relationships" id="345" r:id="R8a1a22c0055e4fb6"/>
    <p:sldId xmlns:r="http://schemas.openxmlformats.org/officeDocument/2006/relationships" id="346" r:id="R32fe5d9f9c5243d5"/>
    <p:sldId xmlns:r="http://schemas.openxmlformats.org/officeDocument/2006/relationships" id="347" r:id="R65f5bb664bdf41e6"/>
    <p:sldId xmlns:r="http://schemas.openxmlformats.org/officeDocument/2006/relationships" id="348" r:id="R394fd557df9a417e"/>
    <p:sldId xmlns:r="http://schemas.openxmlformats.org/officeDocument/2006/relationships" id="349" r:id="Re13af011b9404d23"/>
    <p:sldId xmlns:r="http://schemas.openxmlformats.org/officeDocument/2006/relationships" id="350" r:id="Rf6806c6cb850498d"/>
    <p:sldId xmlns:r="http://schemas.openxmlformats.org/officeDocument/2006/relationships" id="351" r:id="R7796bd93e02341c5"/>
    <p:sldId xmlns:r="http://schemas.openxmlformats.org/officeDocument/2006/relationships" id="352" r:id="Rb970b5bb72fe4fee"/>
    <p:sldId xmlns:r="http://schemas.openxmlformats.org/officeDocument/2006/relationships" id="353" r:id="R2a7bb38ca42b41a8"/>
    <p:sldId xmlns:r="http://schemas.openxmlformats.org/officeDocument/2006/relationships" id="354" r:id="Ree61c481b77a4c7a"/>
    <p:sldId xmlns:r="http://schemas.openxmlformats.org/officeDocument/2006/relationships" id="355" r:id="Rd02aa0b84dc140f0"/>
    <p:sldId xmlns:r="http://schemas.openxmlformats.org/officeDocument/2006/relationships" id="356" r:id="Rce9a590360cf484c"/>
    <p:sldId xmlns:r="http://schemas.openxmlformats.org/officeDocument/2006/relationships" id="357" r:id="R6f28dae22c1042e2"/>
    <p:sldId xmlns:r="http://schemas.openxmlformats.org/officeDocument/2006/relationships" id="358" r:id="R55864a6afa7d458e"/>
    <p:sldId xmlns:r="http://schemas.openxmlformats.org/officeDocument/2006/relationships" id="359" r:id="Raf221285c48d417f"/>
    <p:sldId xmlns:r="http://schemas.openxmlformats.org/officeDocument/2006/relationships" id="360" r:id="R19c690b938c4460b"/>
    <p:sldId xmlns:r="http://schemas.openxmlformats.org/officeDocument/2006/relationships" id="361" r:id="R05153adb8fb44fbf"/>
    <p:sldId xmlns:r="http://schemas.openxmlformats.org/officeDocument/2006/relationships" id="362" r:id="R04f4efdbf0ad4fba"/>
    <p:sldId xmlns:r="http://schemas.openxmlformats.org/officeDocument/2006/relationships" id="363" r:id="Rf01cbde78e614f9e"/>
    <p:sldId xmlns:r="http://schemas.openxmlformats.org/officeDocument/2006/relationships" id="364" r:id="Ree942a7e61a7419e"/>
    <p:sldId xmlns:r="http://schemas.openxmlformats.org/officeDocument/2006/relationships" id="365" r:id="R2bf1b7ad1ebe4f08"/>
    <p:sldId xmlns:r="http://schemas.openxmlformats.org/officeDocument/2006/relationships" id="366" r:id="R9507627b0fea4543"/>
    <p:sldId xmlns:r="http://schemas.openxmlformats.org/officeDocument/2006/relationships" id="367" r:id="R4abace65dee94b6f"/>
    <p:sldId xmlns:r="http://schemas.openxmlformats.org/officeDocument/2006/relationships" id="368" r:id="Ra94a723866204af3"/>
    <p:sldId xmlns:r="http://schemas.openxmlformats.org/officeDocument/2006/relationships" id="369" r:id="Rfd619e8542ad4a1c"/>
    <p:sldId xmlns:r="http://schemas.openxmlformats.org/officeDocument/2006/relationships" id="370" r:id="R00a95921822b4d96"/>
    <p:sldId xmlns:r="http://schemas.openxmlformats.org/officeDocument/2006/relationships" id="371" r:id="R971be3370ffd4f80"/>
    <p:sldId xmlns:r="http://schemas.openxmlformats.org/officeDocument/2006/relationships" id="372" r:id="R8792f9de34de49b8"/>
    <p:sldId xmlns:r="http://schemas.openxmlformats.org/officeDocument/2006/relationships" id="373" r:id="Rf70ff64922a84794"/>
    <p:sldId xmlns:r="http://schemas.openxmlformats.org/officeDocument/2006/relationships" id="374" r:id="R8826bc0981164bc5"/>
    <p:sldId xmlns:r="http://schemas.openxmlformats.org/officeDocument/2006/relationships" id="375" r:id="Ref5d4a58551b4156"/>
    <p:sldId xmlns:r="http://schemas.openxmlformats.org/officeDocument/2006/relationships" id="376" r:id="R87381faa395a40f1"/>
    <p:sldId xmlns:r="http://schemas.openxmlformats.org/officeDocument/2006/relationships" id="377" r:id="R53622f8ddbd74119"/>
    <p:sldId xmlns:r="http://schemas.openxmlformats.org/officeDocument/2006/relationships" id="378" r:id="Rb5ec4ffcc5064830"/>
    <p:sldId xmlns:r="http://schemas.openxmlformats.org/officeDocument/2006/relationships" id="379" r:id="R4c256263b6c24f69"/>
    <p:sldId xmlns:r="http://schemas.openxmlformats.org/officeDocument/2006/relationships" id="380" r:id="Rc3991d67b0c74ad7"/>
    <p:sldId xmlns:r="http://schemas.openxmlformats.org/officeDocument/2006/relationships" id="381" r:id="Rc26ad8f1fb714969"/>
    <p:sldId xmlns:r="http://schemas.openxmlformats.org/officeDocument/2006/relationships" id="382" r:id="Re491d28fef434a82"/>
    <p:sldId xmlns:r="http://schemas.openxmlformats.org/officeDocument/2006/relationships" id="383" r:id="Rc5282c279fd44132"/>
    <p:sldId xmlns:r="http://schemas.openxmlformats.org/officeDocument/2006/relationships" id="384" r:id="Raf02087019af4e60"/>
    <p:sldId xmlns:r="http://schemas.openxmlformats.org/officeDocument/2006/relationships" id="385" r:id="Rdfed820d7c5043c7"/>
    <p:sldId xmlns:r="http://schemas.openxmlformats.org/officeDocument/2006/relationships" id="386" r:id="R8b21c983322f4d0a"/>
    <p:sldId xmlns:r="http://schemas.openxmlformats.org/officeDocument/2006/relationships" id="387" r:id="Rf469b89b0e0b4968"/>
    <p:sldId xmlns:r="http://schemas.openxmlformats.org/officeDocument/2006/relationships" id="388" r:id="R6162c783186748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dfccaab1d44dcb" /><Relationship Type="http://schemas.openxmlformats.org/officeDocument/2006/relationships/slideMaster" Target="/ppt/slideMasters/slideMaster1.xml" Id="R859a2d6f383e44e3" /><Relationship Type="http://schemas.openxmlformats.org/officeDocument/2006/relationships/notesMaster" Target="/ppt/notesMasters/notesMaster1.xml" Id="R5e37de057b654d87" /><Relationship Type="http://schemas.openxmlformats.org/officeDocument/2006/relationships/presProps" Target="/ppt/presProps.xml" Id="R9bbf88e3c2af431c" /><Relationship Type="http://schemas.openxmlformats.org/officeDocument/2006/relationships/tableStyles" Target="/ppt/tableStyles.xml" Id="Rb312e35cdbd74e7c" /><Relationship Type="http://schemas.openxmlformats.org/officeDocument/2006/relationships/slide" Target="/ppt/slides/slide3.xml" Id="R40094fe98a0f473a" /><Relationship Type="http://schemas.openxmlformats.org/officeDocument/2006/relationships/slide" Target="/ppt/slides/slide4.xml" Id="R7128ade9cd3a4486" /><Relationship Type="http://schemas.openxmlformats.org/officeDocument/2006/relationships/slide" Target="/ppt/slides/slide5.xml" Id="R3fa5cb9f5fae407c" /><Relationship Type="http://schemas.openxmlformats.org/officeDocument/2006/relationships/slide" Target="/ppt/slides/slide6.xml" Id="R01680e54ee714cd2" /><Relationship Type="http://schemas.openxmlformats.org/officeDocument/2006/relationships/slide" Target="/ppt/slides/slide7.xml" Id="Rce9e16de6af94f70" /><Relationship Type="http://schemas.openxmlformats.org/officeDocument/2006/relationships/slide" Target="/ppt/slides/slide8.xml" Id="Rf0cdad58be9f4354" /><Relationship Type="http://schemas.openxmlformats.org/officeDocument/2006/relationships/slide" Target="/ppt/slides/slide9.xml" Id="R63c82b6643604c9d" /><Relationship Type="http://schemas.openxmlformats.org/officeDocument/2006/relationships/slide" Target="/ppt/slides/slide10.xml" Id="R9af1300de4af44e5" /><Relationship Type="http://schemas.openxmlformats.org/officeDocument/2006/relationships/slide" Target="/ppt/slides/slide11.xml" Id="Rfa09ffc7098e4a83" /><Relationship Type="http://schemas.openxmlformats.org/officeDocument/2006/relationships/slide" Target="/ppt/slides/slide12.xml" Id="R016f291ad9984300" /><Relationship Type="http://schemas.openxmlformats.org/officeDocument/2006/relationships/slide" Target="/ppt/slides/slide13.xml" Id="R8258f4b89e9e475a" /><Relationship Type="http://schemas.openxmlformats.org/officeDocument/2006/relationships/slide" Target="/ppt/slides/slide14.xml" Id="Rb4da36bdea35441c" /><Relationship Type="http://schemas.openxmlformats.org/officeDocument/2006/relationships/slide" Target="/ppt/slides/slide15.xml" Id="R0a56cf83ce354a84" /><Relationship Type="http://schemas.openxmlformats.org/officeDocument/2006/relationships/slide" Target="/ppt/slides/slide16.xml" Id="R5393fc0078b846df" /><Relationship Type="http://schemas.openxmlformats.org/officeDocument/2006/relationships/slide" Target="/ppt/slides/slide17.xml" Id="R84ddd92621164bc7" /><Relationship Type="http://schemas.openxmlformats.org/officeDocument/2006/relationships/slide" Target="/ppt/slides/slide18.xml" Id="Rb0ff659f95b14fd5" /><Relationship Type="http://schemas.openxmlformats.org/officeDocument/2006/relationships/slide" Target="/ppt/slides/slide19.xml" Id="R3038f77d8c454836" /><Relationship Type="http://schemas.openxmlformats.org/officeDocument/2006/relationships/slide" Target="/ppt/slides/slide20.xml" Id="R609f5b69062b4773" /><Relationship Type="http://schemas.openxmlformats.org/officeDocument/2006/relationships/slide" Target="/ppt/slides/slide21.xml" Id="R96dc9e8175ef41ec" /><Relationship Type="http://schemas.openxmlformats.org/officeDocument/2006/relationships/slide" Target="/ppt/slides/slide22.xml" Id="R6da20d919d8d4885" /><Relationship Type="http://schemas.openxmlformats.org/officeDocument/2006/relationships/slide" Target="/ppt/slides/slide23.xml" Id="R4e1fa1ef88f848c5" /><Relationship Type="http://schemas.openxmlformats.org/officeDocument/2006/relationships/slide" Target="/ppt/slides/slide24.xml" Id="R140444638af54929" /><Relationship Type="http://schemas.openxmlformats.org/officeDocument/2006/relationships/slide" Target="/ppt/slides/slide25.xml" Id="Raf8da585c53c4e2b" /><Relationship Type="http://schemas.openxmlformats.org/officeDocument/2006/relationships/slide" Target="/ppt/slides/slide26.xml" Id="R8443cc35386843c6" /><Relationship Type="http://schemas.openxmlformats.org/officeDocument/2006/relationships/slide" Target="/ppt/slides/slide27.xml" Id="R849ccf365b00449a" /><Relationship Type="http://schemas.openxmlformats.org/officeDocument/2006/relationships/slide" Target="/ppt/slides/slide28.xml" Id="R9f03e18c99014361" /><Relationship Type="http://schemas.openxmlformats.org/officeDocument/2006/relationships/slide" Target="/ppt/slides/slide29.xml" Id="R7b9aeeca69f44bae" /><Relationship Type="http://schemas.openxmlformats.org/officeDocument/2006/relationships/slide" Target="/ppt/slides/slide30.xml" Id="R6d0ec5b088c84267" /><Relationship Type="http://schemas.openxmlformats.org/officeDocument/2006/relationships/slide" Target="/ppt/slides/slide31.xml" Id="R1f03abbd7af948bd" /><Relationship Type="http://schemas.openxmlformats.org/officeDocument/2006/relationships/slide" Target="/ppt/slides/slide32.xml" Id="R83dc571cf4b94ad1" /><Relationship Type="http://schemas.openxmlformats.org/officeDocument/2006/relationships/slide" Target="/ppt/slides/slide33.xml" Id="R11f842e37cef44ea" /><Relationship Type="http://schemas.openxmlformats.org/officeDocument/2006/relationships/slide" Target="/ppt/slides/slide34.xml" Id="R49c65711d9ef4aa0" /><Relationship Type="http://schemas.openxmlformats.org/officeDocument/2006/relationships/slide" Target="/ppt/slides/slide35.xml" Id="Rf7e310eadc5c4216" /><Relationship Type="http://schemas.openxmlformats.org/officeDocument/2006/relationships/slide" Target="/ppt/slides/slide36.xml" Id="R85424894c2fa44b4" /><Relationship Type="http://schemas.openxmlformats.org/officeDocument/2006/relationships/slide" Target="/ppt/slides/slide37.xml" Id="Re5df5ad81ae14455" /><Relationship Type="http://schemas.openxmlformats.org/officeDocument/2006/relationships/slide" Target="/ppt/slides/slide38.xml" Id="Rb646d23f294c47cb" /><Relationship Type="http://schemas.openxmlformats.org/officeDocument/2006/relationships/slide" Target="/ppt/slides/slide39.xml" Id="Rdc7d0bf8474d4637" /><Relationship Type="http://schemas.openxmlformats.org/officeDocument/2006/relationships/slide" Target="/ppt/slides/slide40.xml" Id="Rf2f38397e64a4ac3" /><Relationship Type="http://schemas.openxmlformats.org/officeDocument/2006/relationships/slide" Target="/ppt/slides/slide41.xml" Id="R5b219163703b4fe4" /><Relationship Type="http://schemas.openxmlformats.org/officeDocument/2006/relationships/slide" Target="/ppt/slides/slide42.xml" Id="R747d051d08b2463b" /><Relationship Type="http://schemas.openxmlformats.org/officeDocument/2006/relationships/slide" Target="/ppt/slides/slide43.xml" Id="R92866f608b5f4a88" /><Relationship Type="http://schemas.openxmlformats.org/officeDocument/2006/relationships/slide" Target="/ppt/slides/slide44.xml" Id="R9283d282dbd8429e" /><Relationship Type="http://schemas.openxmlformats.org/officeDocument/2006/relationships/slide" Target="/ppt/slides/slide45.xml" Id="Rc340facfa09e4446" /><Relationship Type="http://schemas.openxmlformats.org/officeDocument/2006/relationships/slide" Target="/ppt/slides/slide46.xml" Id="R89467d9bcd4b47c5" /><Relationship Type="http://schemas.openxmlformats.org/officeDocument/2006/relationships/slide" Target="/ppt/slides/slide47.xml" Id="Rf9e26bb719a84441" /><Relationship Type="http://schemas.openxmlformats.org/officeDocument/2006/relationships/slide" Target="/ppt/slides/slide48.xml" Id="R99a1849a93fd4147" /><Relationship Type="http://schemas.openxmlformats.org/officeDocument/2006/relationships/slide" Target="/ppt/slides/slide49.xml" Id="R026ebf26ccc44cb1" /><Relationship Type="http://schemas.openxmlformats.org/officeDocument/2006/relationships/slide" Target="/ppt/slides/slide50.xml" Id="R1cbc38e23c7f40cb" /><Relationship Type="http://schemas.openxmlformats.org/officeDocument/2006/relationships/slide" Target="/ppt/slides/slide51.xml" Id="R6a2b00cd2e6f4dbd" /><Relationship Type="http://schemas.openxmlformats.org/officeDocument/2006/relationships/slide" Target="/ppt/slides/slide52.xml" Id="R052fdf93b62f4597" /><Relationship Type="http://schemas.openxmlformats.org/officeDocument/2006/relationships/slide" Target="/ppt/slides/slide53.xml" Id="R0204361deb19413d" /><Relationship Type="http://schemas.openxmlformats.org/officeDocument/2006/relationships/slide" Target="/ppt/slides/slide54.xml" Id="R271718991e4e4455" /><Relationship Type="http://schemas.openxmlformats.org/officeDocument/2006/relationships/slide" Target="/ppt/slides/slide55.xml" Id="R48b6c8ca79614a56" /><Relationship Type="http://schemas.openxmlformats.org/officeDocument/2006/relationships/slide" Target="/ppt/slides/slide56.xml" Id="R3ff351c4cb534f01" /><Relationship Type="http://schemas.openxmlformats.org/officeDocument/2006/relationships/slide" Target="/ppt/slides/slide57.xml" Id="Re63a223be5884424" /><Relationship Type="http://schemas.openxmlformats.org/officeDocument/2006/relationships/slide" Target="/ppt/slides/slide58.xml" Id="Reba96e9a88be455d" /><Relationship Type="http://schemas.openxmlformats.org/officeDocument/2006/relationships/slide" Target="/ppt/slides/slide59.xml" Id="Rf377a4cf1cb54b3f" /><Relationship Type="http://schemas.openxmlformats.org/officeDocument/2006/relationships/slide" Target="/ppt/slides/slide60.xml" Id="Rf37886f102294395" /><Relationship Type="http://schemas.openxmlformats.org/officeDocument/2006/relationships/slide" Target="/ppt/slides/slide61.xml" Id="Refe12b98bc344e82" /><Relationship Type="http://schemas.openxmlformats.org/officeDocument/2006/relationships/slide" Target="/ppt/slides/slide62.xml" Id="R604b2832442b4a93" /><Relationship Type="http://schemas.openxmlformats.org/officeDocument/2006/relationships/slide" Target="/ppt/slides/slide63.xml" Id="R83765a6b94364c73" /><Relationship Type="http://schemas.openxmlformats.org/officeDocument/2006/relationships/slide" Target="/ppt/slides/slide64.xml" Id="Red1b936c7f404f93" /><Relationship Type="http://schemas.openxmlformats.org/officeDocument/2006/relationships/slide" Target="/ppt/slides/slide65.xml" Id="Rd848cd98d8214460" /><Relationship Type="http://schemas.openxmlformats.org/officeDocument/2006/relationships/slide" Target="/ppt/slides/slide66.xml" Id="R16897865d026430c" /><Relationship Type="http://schemas.openxmlformats.org/officeDocument/2006/relationships/slide" Target="/ppt/slides/slide67.xml" Id="R1cb5ff3b1c154ceb" /><Relationship Type="http://schemas.openxmlformats.org/officeDocument/2006/relationships/slide" Target="/ppt/slides/slide68.xml" Id="R5122bea93fc4414a" /><Relationship Type="http://schemas.openxmlformats.org/officeDocument/2006/relationships/slide" Target="/ppt/slides/slide69.xml" Id="R0da372f113904fa8" /><Relationship Type="http://schemas.openxmlformats.org/officeDocument/2006/relationships/slide" Target="/ppt/slides/slide70.xml" Id="Rda00ba0dceed420d" /><Relationship Type="http://schemas.openxmlformats.org/officeDocument/2006/relationships/slide" Target="/ppt/slides/slide71.xml" Id="Rc94c9beb05a94f48" /><Relationship Type="http://schemas.openxmlformats.org/officeDocument/2006/relationships/slide" Target="/ppt/slides/slide72.xml" Id="Rfa2c262570c94914" /><Relationship Type="http://schemas.openxmlformats.org/officeDocument/2006/relationships/slide" Target="/ppt/slides/slide73.xml" Id="Rae833b7f92bf4d25" /><Relationship Type="http://schemas.openxmlformats.org/officeDocument/2006/relationships/slide" Target="/ppt/slides/slide74.xml" Id="Re6b65d81949a4615" /><Relationship Type="http://schemas.openxmlformats.org/officeDocument/2006/relationships/slide" Target="/ppt/slides/slide75.xml" Id="R6572106f69894766" /><Relationship Type="http://schemas.openxmlformats.org/officeDocument/2006/relationships/slide" Target="/ppt/slides/slide76.xml" Id="R442a27206b684557" /><Relationship Type="http://schemas.openxmlformats.org/officeDocument/2006/relationships/slide" Target="/ppt/slides/slide77.xml" Id="Rdd88bdd4945c449c" /><Relationship Type="http://schemas.openxmlformats.org/officeDocument/2006/relationships/slide" Target="/ppt/slides/slide78.xml" Id="R8611a3be64104697" /><Relationship Type="http://schemas.openxmlformats.org/officeDocument/2006/relationships/slide" Target="/ppt/slides/slide79.xml" Id="Re2bc34eca57549b9" /><Relationship Type="http://schemas.openxmlformats.org/officeDocument/2006/relationships/slide" Target="/ppt/slides/slide80.xml" Id="Rc730d4e6522441a0" /><Relationship Type="http://schemas.openxmlformats.org/officeDocument/2006/relationships/slide" Target="/ppt/slides/slide81.xml" Id="Rf363b9788bca4bb7" /><Relationship Type="http://schemas.openxmlformats.org/officeDocument/2006/relationships/slide" Target="/ppt/slides/slide82.xml" Id="R99d0541f0b0f4b46" /><Relationship Type="http://schemas.openxmlformats.org/officeDocument/2006/relationships/slide" Target="/ppt/slides/slide83.xml" Id="Rcdd45b9b57844da3" /><Relationship Type="http://schemas.openxmlformats.org/officeDocument/2006/relationships/slide" Target="/ppt/slides/slide84.xml" Id="R842ffcc221a94ce3" /><Relationship Type="http://schemas.openxmlformats.org/officeDocument/2006/relationships/slide" Target="/ppt/slides/slide85.xml" Id="R359c247681d246a7" /><Relationship Type="http://schemas.openxmlformats.org/officeDocument/2006/relationships/slide" Target="/ppt/slides/slide86.xml" Id="R67fd3eb8cfce472d" /><Relationship Type="http://schemas.openxmlformats.org/officeDocument/2006/relationships/slide" Target="/ppt/slides/slide87.xml" Id="R20d7d31ca39d41b2" /><Relationship Type="http://schemas.openxmlformats.org/officeDocument/2006/relationships/slide" Target="/ppt/slides/slide88.xml" Id="Re013485f5ba04754" /><Relationship Type="http://schemas.openxmlformats.org/officeDocument/2006/relationships/slide" Target="/ppt/slides/slide89.xml" Id="Re4ed9eabe41e4925" /><Relationship Type="http://schemas.openxmlformats.org/officeDocument/2006/relationships/slide" Target="/ppt/slides/slide90.xml" Id="R8a1a22c0055e4fb6" /><Relationship Type="http://schemas.openxmlformats.org/officeDocument/2006/relationships/slide" Target="/ppt/slides/slide91.xml" Id="R32fe5d9f9c5243d5" /><Relationship Type="http://schemas.openxmlformats.org/officeDocument/2006/relationships/slide" Target="/ppt/slides/slide92.xml" Id="R65f5bb664bdf41e6" /><Relationship Type="http://schemas.openxmlformats.org/officeDocument/2006/relationships/slide" Target="/ppt/slides/slide93.xml" Id="R394fd557df9a417e" /><Relationship Type="http://schemas.openxmlformats.org/officeDocument/2006/relationships/slide" Target="/ppt/slides/slide94.xml" Id="Re13af011b9404d23" /><Relationship Type="http://schemas.openxmlformats.org/officeDocument/2006/relationships/slide" Target="/ppt/slides/slide95.xml" Id="Rf6806c6cb850498d" /><Relationship Type="http://schemas.openxmlformats.org/officeDocument/2006/relationships/slide" Target="/ppt/slides/slide96.xml" Id="R7796bd93e02341c5" /><Relationship Type="http://schemas.openxmlformats.org/officeDocument/2006/relationships/slide" Target="/ppt/slides/slide97.xml" Id="Rb970b5bb72fe4fee" /><Relationship Type="http://schemas.openxmlformats.org/officeDocument/2006/relationships/slide" Target="/ppt/slides/slide98.xml" Id="R2a7bb38ca42b41a8" /><Relationship Type="http://schemas.openxmlformats.org/officeDocument/2006/relationships/slide" Target="/ppt/slides/slide99.xml" Id="Ree61c481b77a4c7a" /><Relationship Type="http://schemas.openxmlformats.org/officeDocument/2006/relationships/slide" Target="/ppt/slides/slide100.xml" Id="Rd02aa0b84dc140f0" /><Relationship Type="http://schemas.openxmlformats.org/officeDocument/2006/relationships/slide" Target="/ppt/slides/slide101.xml" Id="Rce9a590360cf484c" /><Relationship Type="http://schemas.openxmlformats.org/officeDocument/2006/relationships/slide" Target="/ppt/slides/slide102.xml" Id="R6f28dae22c1042e2" /><Relationship Type="http://schemas.openxmlformats.org/officeDocument/2006/relationships/slide" Target="/ppt/slides/slide103.xml" Id="R55864a6afa7d458e" /><Relationship Type="http://schemas.openxmlformats.org/officeDocument/2006/relationships/slide" Target="/ppt/slides/slide104.xml" Id="Raf221285c48d417f" /><Relationship Type="http://schemas.openxmlformats.org/officeDocument/2006/relationships/slide" Target="/ppt/slides/slide105.xml" Id="R19c690b938c4460b" /><Relationship Type="http://schemas.openxmlformats.org/officeDocument/2006/relationships/slide" Target="/ppt/slides/slide106.xml" Id="R05153adb8fb44fbf" /><Relationship Type="http://schemas.openxmlformats.org/officeDocument/2006/relationships/slide" Target="/ppt/slides/slide107.xml" Id="R04f4efdbf0ad4fba" /><Relationship Type="http://schemas.openxmlformats.org/officeDocument/2006/relationships/slide" Target="/ppt/slides/slide108.xml" Id="Rf01cbde78e614f9e" /><Relationship Type="http://schemas.openxmlformats.org/officeDocument/2006/relationships/slide" Target="/ppt/slides/slide109.xml" Id="Ree942a7e61a7419e" /><Relationship Type="http://schemas.openxmlformats.org/officeDocument/2006/relationships/slide" Target="/ppt/slides/slide110.xml" Id="R2bf1b7ad1ebe4f08" /><Relationship Type="http://schemas.openxmlformats.org/officeDocument/2006/relationships/slide" Target="/ppt/slides/slide111.xml" Id="R9507627b0fea4543" /><Relationship Type="http://schemas.openxmlformats.org/officeDocument/2006/relationships/slide" Target="/ppt/slides/slide112.xml" Id="R4abace65dee94b6f" /><Relationship Type="http://schemas.openxmlformats.org/officeDocument/2006/relationships/slide" Target="/ppt/slides/slide113.xml" Id="Ra94a723866204af3" /><Relationship Type="http://schemas.openxmlformats.org/officeDocument/2006/relationships/slide" Target="/ppt/slides/slide114.xml" Id="Rfd619e8542ad4a1c" /><Relationship Type="http://schemas.openxmlformats.org/officeDocument/2006/relationships/slide" Target="/ppt/slides/slide115.xml" Id="R00a95921822b4d96" /><Relationship Type="http://schemas.openxmlformats.org/officeDocument/2006/relationships/slide" Target="/ppt/slides/slide116.xml" Id="R971be3370ffd4f80" /><Relationship Type="http://schemas.openxmlformats.org/officeDocument/2006/relationships/slide" Target="/ppt/slides/slide117.xml" Id="R8792f9de34de49b8" /><Relationship Type="http://schemas.openxmlformats.org/officeDocument/2006/relationships/slide" Target="/ppt/slides/slide118.xml" Id="Rf70ff64922a84794" /><Relationship Type="http://schemas.openxmlformats.org/officeDocument/2006/relationships/slide" Target="/ppt/slides/slide119.xml" Id="R8826bc0981164bc5" /><Relationship Type="http://schemas.openxmlformats.org/officeDocument/2006/relationships/slide" Target="/ppt/slides/slide120.xml" Id="Ref5d4a58551b4156" /><Relationship Type="http://schemas.openxmlformats.org/officeDocument/2006/relationships/slide" Target="/ppt/slides/slide121.xml" Id="R87381faa395a40f1" /><Relationship Type="http://schemas.openxmlformats.org/officeDocument/2006/relationships/slide" Target="/ppt/slides/slide122.xml" Id="R53622f8ddbd74119" /><Relationship Type="http://schemas.openxmlformats.org/officeDocument/2006/relationships/slide" Target="/ppt/slides/slide123.xml" Id="Rb5ec4ffcc5064830" /><Relationship Type="http://schemas.openxmlformats.org/officeDocument/2006/relationships/slide" Target="/ppt/slides/slide124.xml" Id="R4c256263b6c24f69" /><Relationship Type="http://schemas.openxmlformats.org/officeDocument/2006/relationships/slide" Target="/ppt/slides/slide125.xml" Id="Rc3991d67b0c74ad7" /><Relationship Type="http://schemas.openxmlformats.org/officeDocument/2006/relationships/slide" Target="/ppt/slides/slide126.xml" Id="Rc26ad8f1fb714969" /><Relationship Type="http://schemas.openxmlformats.org/officeDocument/2006/relationships/slide" Target="/ppt/slides/slide127.xml" Id="Re491d28fef434a82" /><Relationship Type="http://schemas.openxmlformats.org/officeDocument/2006/relationships/slide" Target="/ppt/slides/slide128.xml" Id="Rc5282c279fd44132" /><Relationship Type="http://schemas.openxmlformats.org/officeDocument/2006/relationships/slide" Target="/ppt/slides/slide129.xml" Id="Raf02087019af4e60" /><Relationship Type="http://schemas.openxmlformats.org/officeDocument/2006/relationships/slide" Target="/ppt/slides/slide130.xml" Id="Rdfed820d7c5043c7" /><Relationship Type="http://schemas.openxmlformats.org/officeDocument/2006/relationships/slide" Target="/ppt/slides/slide131.xml" Id="R8b21c983322f4d0a" /><Relationship Type="http://schemas.openxmlformats.org/officeDocument/2006/relationships/slide" Target="/ppt/slides/slide132.xml" Id="Rf469b89b0e0b4968" /><Relationship Type="http://schemas.openxmlformats.org/officeDocument/2006/relationships/slide" Target="/ppt/slides/slide133.xml" Id="R6162c783186748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9f21a86ade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32ef0dec994046" /><Relationship Type="http://schemas.openxmlformats.org/officeDocument/2006/relationships/notesMaster" Target="/ppt/notesMasters/notesMaster1.xml" Id="R0dd4691becfe43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57bdeeb16d4c93" /><Relationship Type="http://schemas.openxmlformats.org/officeDocument/2006/relationships/notesMaster" Target="/ppt/notesMasters/notesMaster1.xml" Id="R685f2f90646b4a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1c00159c644d75" /><Relationship Type="http://schemas.openxmlformats.org/officeDocument/2006/relationships/notesMaster" Target="/ppt/notesMasters/notesMaster1.xml" Id="Rb396f13cd9a744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072ab706e34777" /><Relationship Type="http://schemas.openxmlformats.org/officeDocument/2006/relationships/notesMaster" Target="/ppt/notesMasters/notesMaster1.xml" Id="R06602f2706c741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3fdbb9311a4157" /><Relationship Type="http://schemas.openxmlformats.org/officeDocument/2006/relationships/notesMaster" Target="/ppt/notesMasters/notesMaster1.xml" Id="R83d622b47c904b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89165acef34d10" /><Relationship Type="http://schemas.openxmlformats.org/officeDocument/2006/relationships/notesMaster" Target="/ppt/notesMasters/notesMaster1.xml" Id="R8bd351bccc0b4c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5c9b31ce1a4548" /><Relationship Type="http://schemas.openxmlformats.org/officeDocument/2006/relationships/notesMaster" Target="/ppt/notesMasters/notesMaster1.xml" Id="R6c4ca9331cd346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58e7cb627c438c" /><Relationship Type="http://schemas.openxmlformats.org/officeDocument/2006/relationships/notesMaster" Target="/ppt/notesMasters/notesMaster1.xml" Id="R605ce77e5f134b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0a473e2f664b27" /><Relationship Type="http://schemas.openxmlformats.org/officeDocument/2006/relationships/notesMaster" Target="/ppt/notesMasters/notesMaster1.xml" Id="Rf03b9a63a9ac49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b2b892f0f24cfc" /><Relationship Type="http://schemas.openxmlformats.org/officeDocument/2006/relationships/notesMaster" Target="/ppt/notesMasters/notesMaster1.xml" Id="Rc202b0f19d2c40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01f75457ff40f2" /><Relationship Type="http://schemas.openxmlformats.org/officeDocument/2006/relationships/notesMaster" Target="/ppt/notesMasters/notesMaster1.xml" Id="R812cb3b858804b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ca3edae60d4c48" /><Relationship Type="http://schemas.openxmlformats.org/officeDocument/2006/relationships/notesMaster" Target="/ppt/notesMasters/notesMaster1.xml" Id="Rfb100fef25df47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0638157ec649ee" /><Relationship Type="http://schemas.openxmlformats.org/officeDocument/2006/relationships/notesMaster" Target="/ppt/notesMasters/notesMaster1.xml" Id="R9726a781d0ad4e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0d085249cf4a28" /><Relationship Type="http://schemas.openxmlformats.org/officeDocument/2006/relationships/notesMaster" Target="/ppt/notesMasters/notesMaster1.xml" Id="R90651cb0199443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7b1696083e4228" /><Relationship Type="http://schemas.openxmlformats.org/officeDocument/2006/relationships/notesMaster" Target="/ppt/notesMasters/notesMaster1.xml" Id="R7df68041064545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4ab513d8164223" /><Relationship Type="http://schemas.openxmlformats.org/officeDocument/2006/relationships/notesMaster" Target="/ppt/notesMasters/notesMaster1.xml" Id="R3650b9c0a6dd49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8b1c662fe7040f9" /><Relationship Type="http://schemas.openxmlformats.org/officeDocument/2006/relationships/notesMaster" Target="/ppt/notesMasters/notesMaster1.xml" Id="Rd91c32d0b8e646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6b765eabd54e19" /><Relationship Type="http://schemas.openxmlformats.org/officeDocument/2006/relationships/notesMaster" Target="/ppt/notesMasters/notesMaster1.xml" Id="R767759ef50b742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117989eb464714" /><Relationship Type="http://schemas.openxmlformats.org/officeDocument/2006/relationships/notesMaster" Target="/ppt/notesMasters/notesMaster1.xml" Id="R6add4f5b2f7b46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e45fe391a848ab" /><Relationship Type="http://schemas.openxmlformats.org/officeDocument/2006/relationships/notesMaster" Target="/ppt/notesMasters/notesMaster1.xml" Id="R19224405563044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a9fc8759ed4255" /><Relationship Type="http://schemas.openxmlformats.org/officeDocument/2006/relationships/notesMaster" Target="/ppt/notesMasters/notesMaster1.xml" Id="R6fbe2cc09f2540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7e25dade634e6d" /><Relationship Type="http://schemas.openxmlformats.org/officeDocument/2006/relationships/notesMaster" Target="/ppt/notesMasters/notesMaster1.xml" Id="Rd04cf014cdc14e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c2688615f5462b" /><Relationship Type="http://schemas.openxmlformats.org/officeDocument/2006/relationships/notesMaster" Target="/ppt/notesMasters/notesMaster1.xml" Id="R4638ca3becd148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ba6382af984567" /><Relationship Type="http://schemas.openxmlformats.org/officeDocument/2006/relationships/notesMaster" Target="/ppt/notesMasters/notesMaster1.xml" Id="R1d4b27bb986a43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7e52b748b2a49b4" /><Relationship Type="http://schemas.openxmlformats.org/officeDocument/2006/relationships/notesMaster" Target="/ppt/notesMasters/notesMaster1.xml" Id="R9f9251aa4f5149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14d724d6105496f" /><Relationship Type="http://schemas.openxmlformats.org/officeDocument/2006/relationships/notesMaster" Target="/ppt/notesMasters/notesMaster1.xml" Id="Rbff5fe0f3ef042f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f222b78ce6e4ff2" /><Relationship Type="http://schemas.openxmlformats.org/officeDocument/2006/relationships/notesMaster" Target="/ppt/notesMasters/notesMaster1.xml" Id="Rdacea8ed4a6549d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90ffc6a23004fd3" /><Relationship Type="http://schemas.openxmlformats.org/officeDocument/2006/relationships/notesMaster" Target="/ppt/notesMasters/notesMaster1.xml" Id="Rff9b00bf9c3a428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81cfd5537844c5f" /><Relationship Type="http://schemas.openxmlformats.org/officeDocument/2006/relationships/notesMaster" Target="/ppt/notesMasters/notesMaster1.xml" Id="R3d33ae064bef4ca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1e9a482d1e04cd4" /><Relationship Type="http://schemas.openxmlformats.org/officeDocument/2006/relationships/notesMaster" Target="/ppt/notesMasters/notesMaster1.xml" Id="Re2e20d55f2b4491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308f40d98c24377" /><Relationship Type="http://schemas.openxmlformats.org/officeDocument/2006/relationships/notesMaster" Target="/ppt/notesMasters/notesMaster1.xml" Id="R9bd171bb26c2447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50051d84347446a" /><Relationship Type="http://schemas.openxmlformats.org/officeDocument/2006/relationships/notesMaster" Target="/ppt/notesMasters/notesMaster1.xml" Id="Rf781d3ab18264b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1be632dd3d449fb" /><Relationship Type="http://schemas.openxmlformats.org/officeDocument/2006/relationships/notesMaster" Target="/ppt/notesMasters/notesMaster1.xml" Id="Rb79eae49f61a48e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81dba8a42544502" /><Relationship Type="http://schemas.openxmlformats.org/officeDocument/2006/relationships/notesMaster" Target="/ppt/notesMasters/notesMaster1.xml" Id="Re53a50ce305c4b5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4b5f29f8eb84621" /><Relationship Type="http://schemas.openxmlformats.org/officeDocument/2006/relationships/notesMaster" Target="/ppt/notesMasters/notesMaster1.xml" Id="Rf91a13e0219f4c2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b2beb1dcbaa4562" /><Relationship Type="http://schemas.openxmlformats.org/officeDocument/2006/relationships/notesMaster" Target="/ppt/notesMasters/notesMaster1.xml" Id="R04bf8768c686491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df42ac607494b86" /><Relationship Type="http://schemas.openxmlformats.org/officeDocument/2006/relationships/notesMaster" Target="/ppt/notesMasters/notesMaster1.xml" Id="Rfb0334689cfb494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aaeb70169c54c2f" /><Relationship Type="http://schemas.openxmlformats.org/officeDocument/2006/relationships/notesMaster" Target="/ppt/notesMasters/notesMaster1.xml" Id="Ra18b51f5c0f248b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0743c1190574927" /><Relationship Type="http://schemas.openxmlformats.org/officeDocument/2006/relationships/notesMaster" Target="/ppt/notesMasters/notesMaster1.xml" Id="Rf98e554f76b9498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32cd077832148cc" /><Relationship Type="http://schemas.openxmlformats.org/officeDocument/2006/relationships/notesMaster" Target="/ppt/notesMasters/notesMaster1.xml" Id="R23565da356dc41b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8ef6e41adbf445f" /><Relationship Type="http://schemas.openxmlformats.org/officeDocument/2006/relationships/notesMaster" Target="/ppt/notesMasters/notesMaster1.xml" Id="R8e9236f09cec448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79b2e497b034cb9" /><Relationship Type="http://schemas.openxmlformats.org/officeDocument/2006/relationships/notesMaster" Target="/ppt/notesMasters/notesMaster1.xml" Id="Rb647f6b843e549c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259da0e83e24b71" /><Relationship Type="http://schemas.openxmlformats.org/officeDocument/2006/relationships/notesMaster" Target="/ppt/notesMasters/notesMaster1.xml" Id="Rb6ce6a07194b4c7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6fa9895ffcf4d8a" /><Relationship Type="http://schemas.openxmlformats.org/officeDocument/2006/relationships/notesMaster" Target="/ppt/notesMasters/notesMaster1.xml" Id="Ref29c0139c144ef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c950e66d0e7471f" /><Relationship Type="http://schemas.openxmlformats.org/officeDocument/2006/relationships/notesMaster" Target="/ppt/notesMasters/notesMaster1.xml" Id="Re236fdac61cb4ef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1f6e2acddde4d2a" /><Relationship Type="http://schemas.openxmlformats.org/officeDocument/2006/relationships/notesMaster" Target="/ppt/notesMasters/notesMaster1.xml" Id="Re845941f2c7149d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b2c38eabd844502" /><Relationship Type="http://schemas.openxmlformats.org/officeDocument/2006/relationships/notesMaster" Target="/ppt/notesMasters/notesMaster1.xml" Id="R2e6885d0563f427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c08c64a439146fc" /><Relationship Type="http://schemas.openxmlformats.org/officeDocument/2006/relationships/notesMaster" Target="/ppt/notesMasters/notesMaster1.xml" Id="R995c3e30a62b461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ca91a61fbe34a98" /><Relationship Type="http://schemas.openxmlformats.org/officeDocument/2006/relationships/notesMaster" Target="/ppt/notesMasters/notesMaster1.xml" Id="Rf0cda5123fc9485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831d14f1db44abe" /><Relationship Type="http://schemas.openxmlformats.org/officeDocument/2006/relationships/notesMaster" Target="/ppt/notesMasters/notesMaster1.xml" Id="Rb769fbf545d344e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91050ca3450440b" /><Relationship Type="http://schemas.openxmlformats.org/officeDocument/2006/relationships/notesMaster" Target="/ppt/notesMasters/notesMaster1.xml" Id="R08577d2a3a294c6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fd1e00426d144e7" /><Relationship Type="http://schemas.openxmlformats.org/officeDocument/2006/relationships/notesMaster" Target="/ppt/notesMasters/notesMaster1.xml" Id="R74e6bc612aa64c5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b1a81fdcbdf42a6" /><Relationship Type="http://schemas.openxmlformats.org/officeDocument/2006/relationships/notesMaster" Target="/ppt/notesMasters/notesMaster1.xml" Id="R9b3390a66d4f40a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e0efda7b47449a4" /><Relationship Type="http://schemas.openxmlformats.org/officeDocument/2006/relationships/notesMaster" Target="/ppt/notesMasters/notesMaster1.xml" Id="Re0132619fc504ea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d528058bb8c4407" /><Relationship Type="http://schemas.openxmlformats.org/officeDocument/2006/relationships/notesMaster" Target="/ppt/notesMasters/notesMaster1.xml" Id="Rbcc01d862bec45a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a6002ca8e4744f43" /><Relationship Type="http://schemas.openxmlformats.org/officeDocument/2006/relationships/notesMaster" Target="/ppt/notesMasters/notesMaster1.xml" Id="R1ab8d930a35e47b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3e5aa0f54a4433f" /><Relationship Type="http://schemas.openxmlformats.org/officeDocument/2006/relationships/notesMaster" Target="/ppt/notesMasters/notesMaster1.xml" Id="R41d62299ef61410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5477d912cc74678" /><Relationship Type="http://schemas.openxmlformats.org/officeDocument/2006/relationships/notesMaster" Target="/ppt/notesMasters/notesMaster1.xml" Id="R54e7eb468e8a458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0aa87cc7edd4dcd" /><Relationship Type="http://schemas.openxmlformats.org/officeDocument/2006/relationships/notesMaster" Target="/ppt/notesMasters/notesMaster1.xml" Id="Rf93359830acb47d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ba810531f834e57" /><Relationship Type="http://schemas.openxmlformats.org/officeDocument/2006/relationships/notesMaster" Target="/ppt/notesMasters/notesMaster1.xml" Id="Rbef2762fe08d442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b0e8ea909bc45c6" /><Relationship Type="http://schemas.openxmlformats.org/officeDocument/2006/relationships/notesMaster" Target="/ppt/notesMasters/notesMaster1.xml" Id="Rc555c5196a484024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a5a8593f8804df6" /><Relationship Type="http://schemas.openxmlformats.org/officeDocument/2006/relationships/notesMaster" Target="/ppt/notesMasters/notesMaster1.xml" Id="R2b6a4d58bfaa400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75dfbc2f2be44b1c" /><Relationship Type="http://schemas.openxmlformats.org/officeDocument/2006/relationships/notesMaster" Target="/ppt/notesMasters/notesMaster1.xml" Id="Raaf4eeb13f864e6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a589e60a63d495f" /><Relationship Type="http://schemas.openxmlformats.org/officeDocument/2006/relationships/notesMaster" Target="/ppt/notesMasters/notesMaster1.xml" Id="Rcdc3b803c9d147c6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457b5d83744489d" /><Relationship Type="http://schemas.openxmlformats.org/officeDocument/2006/relationships/notesMaster" Target="/ppt/notesMasters/notesMaster1.xml" Id="Rd407c11c2a8749f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63fdbd7094f649e4" /><Relationship Type="http://schemas.openxmlformats.org/officeDocument/2006/relationships/notesMaster" Target="/ppt/notesMasters/notesMaster1.xml" Id="R03db666f8dcd47d4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95772244606412b" /><Relationship Type="http://schemas.openxmlformats.org/officeDocument/2006/relationships/notesMaster" Target="/ppt/notesMasters/notesMaster1.xml" Id="R63c9df40aa794ff4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19081529ded4367" /><Relationship Type="http://schemas.openxmlformats.org/officeDocument/2006/relationships/notesMaster" Target="/ppt/notesMasters/notesMaster1.xml" Id="R2f572c60da76413b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2ae873ed610345eb" /><Relationship Type="http://schemas.openxmlformats.org/officeDocument/2006/relationships/notesMaster" Target="/ppt/notesMasters/notesMaster1.xml" Id="Rbb71f673a529488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46a3065f096844b8" /><Relationship Type="http://schemas.openxmlformats.org/officeDocument/2006/relationships/notesMaster" Target="/ppt/notesMasters/notesMaster1.xml" Id="Ra834cc5107ec4076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d4482c38aae47e3" /><Relationship Type="http://schemas.openxmlformats.org/officeDocument/2006/relationships/notesMaster" Target="/ppt/notesMasters/notesMaster1.xml" Id="R26efa79ffd714923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0f731435356a4743" /><Relationship Type="http://schemas.openxmlformats.org/officeDocument/2006/relationships/notesMaster" Target="/ppt/notesMasters/notesMaster1.xml" Id="R8c1e873ce0c541a7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c4b844eb06194727" /><Relationship Type="http://schemas.openxmlformats.org/officeDocument/2006/relationships/notesMaster" Target="/ppt/notesMasters/notesMaster1.xml" Id="Rc14013cf1091474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148364f1aa848f6" /><Relationship Type="http://schemas.openxmlformats.org/officeDocument/2006/relationships/notesMaster" Target="/ppt/notesMasters/notesMaster1.xml" Id="R2d74511f3f744abc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b60b8ca862c541b1" /><Relationship Type="http://schemas.openxmlformats.org/officeDocument/2006/relationships/notesMaster" Target="/ppt/notesMasters/notesMaster1.xml" Id="Re104427161e64b1b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b9ec97f777134645" /><Relationship Type="http://schemas.openxmlformats.org/officeDocument/2006/relationships/notesMaster" Target="/ppt/notesMasters/notesMaster1.xml" Id="R640ba45fd3834df7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a4d1571bf3c4a1b" /><Relationship Type="http://schemas.openxmlformats.org/officeDocument/2006/relationships/notesMaster" Target="/ppt/notesMasters/notesMaster1.xml" Id="R620df68168c343e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ec94e06ed21046d1" /><Relationship Type="http://schemas.openxmlformats.org/officeDocument/2006/relationships/notesMaster" Target="/ppt/notesMasters/notesMaster1.xml" Id="Rf3ecac97260644c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3b34581dc03e40a7" /><Relationship Type="http://schemas.openxmlformats.org/officeDocument/2006/relationships/notesMaster" Target="/ppt/notesMasters/notesMaster1.xml" Id="R98b917db0a054d24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cc628a9322534c82" /><Relationship Type="http://schemas.openxmlformats.org/officeDocument/2006/relationships/notesMaster" Target="/ppt/notesMasters/notesMaster1.xml" Id="Rf11ca51c1aa14983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9d7bc2c08d340c7" /><Relationship Type="http://schemas.openxmlformats.org/officeDocument/2006/relationships/notesMaster" Target="/ppt/notesMasters/notesMaster1.xml" Id="R6fae62d9d70f4c25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e79a3c23485e482a" /><Relationship Type="http://schemas.openxmlformats.org/officeDocument/2006/relationships/notesMaster" Target="/ppt/notesMasters/notesMaster1.xml" Id="R9686ac7cb9664b05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95e691de776340c4" /><Relationship Type="http://schemas.openxmlformats.org/officeDocument/2006/relationships/notesMaster" Target="/ppt/notesMasters/notesMaster1.xml" Id="Rea745b59dc9748a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d5b0503dbc14af8" /><Relationship Type="http://schemas.openxmlformats.org/officeDocument/2006/relationships/notesMaster" Target="/ppt/notesMasters/notesMaster1.xml" Id="Rfb907f2ce9794a7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f5f612e0510d4537" /><Relationship Type="http://schemas.openxmlformats.org/officeDocument/2006/relationships/notesMaster" Target="/ppt/notesMasters/notesMaster1.xml" Id="R3e7cd80491ed41df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e5a5f41080f94565" /><Relationship Type="http://schemas.openxmlformats.org/officeDocument/2006/relationships/notesMaster" Target="/ppt/notesMasters/notesMaster1.xml" Id="Rc22aadd5b32b4f18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938fd08987fc43c3" /><Relationship Type="http://schemas.openxmlformats.org/officeDocument/2006/relationships/notesMaster" Target="/ppt/notesMasters/notesMaster1.xml" Id="R2f236448fa31489a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3d577542ae314bf1" /><Relationship Type="http://schemas.openxmlformats.org/officeDocument/2006/relationships/notesMaster" Target="/ppt/notesMasters/notesMaster1.xml" Id="Rf980d0f4cdff4f94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7179047e4d974ac2" /><Relationship Type="http://schemas.openxmlformats.org/officeDocument/2006/relationships/notesMaster" Target="/ppt/notesMasters/notesMaster1.xml" Id="R76296b3828c54628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f8377e52d3dd4d34" /><Relationship Type="http://schemas.openxmlformats.org/officeDocument/2006/relationships/notesMaster" Target="/ppt/notesMasters/notesMaster1.xml" Id="Rfedea4354f374dac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054cb326b5794ae9" /><Relationship Type="http://schemas.openxmlformats.org/officeDocument/2006/relationships/notesMaster" Target="/ppt/notesMasters/notesMaster1.xml" Id="Raf4740d29c4d4420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bbc2fa8a7168463d" /><Relationship Type="http://schemas.openxmlformats.org/officeDocument/2006/relationships/notesMaster" Target="/ppt/notesMasters/notesMaster1.xml" Id="R778270d56a984735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2e5931ae41774d9e" /><Relationship Type="http://schemas.openxmlformats.org/officeDocument/2006/relationships/notesMaster" Target="/ppt/notesMasters/notesMaster1.xml" Id="Rfa359c5ae6d84319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04d8e8170f104672" /><Relationship Type="http://schemas.openxmlformats.org/officeDocument/2006/relationships/notesMaster" Target="/ppt/notesMasters/notesMaster1.xml" Id="R6c87ae6248134224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e3b1225f5cb4a2b" /><Relationship Type="http://schemas.openxmlformats.org/officeDocument/2006/relationships/notesMaster" Target="/ppt/notesMasters/notesMaster1.xml" Id="Rcba71bf602194c25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5f780d9839434c15" /><Relationship Type="http://schemas.openxmlformats.org/officeDocument/2006/relationships/notesMaster" Target="/ppt/notesMasters/notesMaster1.xml" Id="Re4845e54d4f1479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44ec2759d35c4b3b" /><Relationship Type="http://schemas.openxmlformats.org/officeDocument/2006/relationships/notesMaster" Target="/ppt/notesMasters/notesMaster1.xml" Id="R683023b7ea854347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2bd1160de9164b4f" /><Relationship Type="http://schemas.openxmlformats.org/officeDocument/2006/relationships/notesMaster" Target="/ppt/notesMasters/notesMaster1.xml" Id="R1da7922d6bf949fe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ff277b2d98884a4b" /><Relationship Type="http://schemas.openxmlformats.org/officeDocument/2006/relationships/notesMaster" Target="/ppt/notesMasters/notesMaster1.xml" Id="R66c0662837f24bed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73bc7067611640c5" /><Relationship Type="http://schemas.openxmlformats.org/officeDocument/2006/relationships/notesMaster" Target="/ppt/notesMasters/notesMaster1.xml" Id="R831f9c25479c4bf5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95d30bdbd0ec42bd" /><Relationship Type="http://schemas.openxmlformats.org/officeDocument/2006/relationships/notesMaster" Target="/ppt/notesMasters/notesMaster1.xml" Id="Rb632041970314de8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4d7c6d1824e7428b" /><Relationship Type="http://schemas.openxmlformats.org/officeDocument/2006/relationships/notesMaster" Target="/ppt/notesMasters/notesMaster1.xml" Id="Rc525982baf6e41a1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c129c4b845664c69" /><Relationship Type="http://schemas.openxmlformats.org/officeDocument/2006/relationships/notesMaster" Target="/ppt/notesMasters/notesMaster1.xml" Id="R297c011810bc4308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ce99aa4e68fd47e5" /><Relationship Type="http://schemas.openxmlformats.org/officeDocument/2006/relationships/notesMaster" Target="/ppt/notesMasters/notesMaster1.xml" Id="R05f72527772d464b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5e14a7472e384543" /><Relationship Type="http://schemas.openxmlformats.org/officeDocument/2006/relationships/notesMaster" Target="/ppt/notesMasters/notesMaster1.xml" Id="R0876932a85c64ff5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20d82df3ffba485a" /><Relationship Type="http://schemas.openxmlformats.org/officeDocument/2006/relationships/notesMaster" Target="/ppt/notesMasters/notesMaster1.xml" Id="Rbfc5b7e0b93f4e50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22861d988a344080" /><Relationship Type="http://schemas.openxmlformats.org/officeDocument/2006/relationships/notesMaster" Target="/ppt/notesMasters/notesMaster1.xml" Id="Ra14315d223b24230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4b550c123c8f46e7" /><Relationship Type="http://schemas.openxmlformats.org/officeDocument/2006/relationships/notesMaster" Target="/ppt/notesMasters/notesMaster1.xml" Id="Rc596697da13140ce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e2ecb038e1294970" /><Relationship Type="http://schemas.openxmlformats.org/officeDocument/2006/relationships/notesMaster" Target="/ppt/notesMasters/notesMaster1.xml" Id="R22b1292cfd8c477b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7a8eb797b6144578" /><Relationship Type="http://schemas.openxmlformats.org/officeDocument/2006/relationships/notesMaster" Target="/ppt/notesMasters/notesMaster1.xml" Id="R84c7e448aca24fbe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e869ca44460e42b3" /><Relationship Type="http://schemas.openxmlformats.org/officeDocument/2006/relationships/notesMaster" Target="/ppt/notesMasters/notesMaster1.xml" Id="Ra6e0eabdc8074b1c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008accdf458f4668" /><Relationship Type="http://schemas.openxmlformats.org/officeDocument/2006/relationships/notesMaster" Target="/ppt/notesMasters/notesMaster1.xml" Id="R9c4625fb8240444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6c5abde1371a4346" /><Relationship Type="http://schemas.openxmlformats.org/officeDocument/2006/relationships/notesMaster" Target="/ppt/notesMasters/notesMaster1.xml" Id="R67a7c21ac88d4fd5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9631917e91e54961" /><Relationship Type="http://schemas.openxmlformats.org/officeDocument/2006/relationships/notesMaster" Target="/ppt/notesMasters/notesMaster1.xml" Id="Rf14e24047496435d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4f9b61605b5b4b9d" /><Relationship Type="http://schemas.openxmlformats.org/officeDocument/2006/relationships/notesMaster" Target="/ppt/notesMasters/notesMaster1.xml" Id="R2ffe9cbb5cfa43c6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d13fa63eed0f4b91" /><Relationship Type="http://schemas.openxmlformats.org/officeDocument/2006/relationships/notesMaster" Target="/ppt/notesMasters/notesMaster1.xml" Id="Rdad4192512144ec7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cd231f662e184ceb" /><Relationship Type="http://schemas.openxmlformats.org/officeDocument/2006/relationships/notesMaster" Target="/ppt/notesMasters/notesMaster1.xml" Id="Rc42edca71e3d4b0f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ddde08defe9f4112" /><Relationship Type="http://schemas.openxmlformats.org/officeDocument/2006/relationships/notesMaster" Target="/ppt/notesMasters/notesMaster1.xml" Id="Re536934e3dbe4327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08a3e00e331944ed" /><Relationship Type="http://schemas.openxmlformats.org/officeDocument/2006/relationships/notesMaster" Target="/ppt/notesMasters/notesMaster1.xml" Id="R6f786e33938149ae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f2189c7fe5154f04" /><Relationship Type="http://schemas.openxmlformats.org/officeDocument/2006/relationships/notesMaster" Target="/ppt/notesMasters/notesMaster1.xml" Id="R675b232071964ae3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bfca32deb97b4b95" /><Relationship Type="http://schemas.openxmlformats.org/officeDocument/2006/relationships/notesMaster" Target="/ppt/notesMasters/notesMaster1.xml" Id="Rc93d15fd66884a05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a7796a9f80ce4ce6" /><Relationship Type="http://schemas.openxmlformats.org/officeDocument/2006/relationships/notesMaster" Target="/ppt/notesMasters/notesMaster1.xml" Id="R6e8be1985b7048de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fd97b8bb41d54079" /><Relationship Type="http://schemas.openxmlformats.org/officeDocument/2006/relationships/notesMaster" Target="/ppt/notesMasters/notesMaster1.xml" Id="Rd0ccc0a6ecf743bc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1183e138b40c4432" /><Relationship Type="http://schemas.openxmlformats.org/officeDocument/2006/relationships/notesMaster" Target="/ppt/notesMasters/notesMaster1.xml" Id="R61f9a79bf47e4e09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29eff779d3534b49" /><Relationship Type="http://schemas.openxmlformats.org/officeDocument/2006/relationships/notesMaster" Target="/ppt/notesMasters/notesMaster1.xml" Id="R9dc648204ea84fea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debc9916f8084932" /><Relationship Type="http://schemas.openxmlformats.org/officeDocument/2006/relationships/notesMaster" Target="/ppt/notesMasters/notesMaster1.xml" Id="R36bc95918d6d4966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89ad0e0dc7e149ed" /><Relationship Type="http://schemas.openxmlformats.org/officeDocument/2006/relationships/notesMaster" Target="/ppt/notesMasters/notesMaster1.xml" Id="Ra76d1c7be0964276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ef6750125ca246d8" /><Relationship Type="http://schemas.openxmlformats.org/officeDocument/2006/relationships/notesMaster" Target="/ppt/notesMasters/notesMaster1.xml" Id="Rf27eaca7f44b4a06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7de0e5282e184b79" /><Relationship Type="http://schemas.openxmlformats.org/officeDocument/2006/relationships/notesMaster" Target="/ppt/notesMasters/notesMaster1.xml" Id="R21b840c5b5dd4e55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999ec71f4da6496e" /><Relationship Type="http://schemas.openxmlformats.org/officeDocument/2006/relationships/notesMaster" Target="/ppt/notesMasters/notesMaster1.xml" Id="R5457c9c72b604132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3f160887513e4aa6" /><Relationship Type="http://schemas.openxmlformats.org/officeDocument/2006/relationships/notesMaster" Target="/ppt/notesMasters/notesMaster1.xml" Id="R40af7d7a85fb4446" 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public/tutorial/tas/processed/page-028.png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2836cd47c44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9860932063470d" /><Relationship Type="http://schemas.openxmlformats.org/officeDocument/2006/relationships/slideLayout" Target="/ppt/slideLayouts/slideLayout1.xml" Id="R1263a99b425b42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63a99b425b42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6b6377e9c4125" /><Relationship Type="http://schemas.openxmlformats.org/officeDocument/2006/relationships/image" Target="/ppt/media/image5.png" Id="Rc400864e56104e8c" /><Relationship Type="http://schemas.openxmlformats.org/officeDocument/2006/relationships/notesSlide" Target="/ppt/notesSlides/notesSlide3.xml" Id="R5aa286a25eee4f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4969f1e3d4fc7" /><Relationship Type="http://schemas.openxmlformats.org/officeDocument/2006/relationships/notesSlide" Target="/ppt/notesSlides/notesSlide4.xml" Id="R9081d19e881f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9d808051b42cd" /><Relationship Type="http://schemas.openxmlformats.org/officeDocument/2006/relationships/notesSlide" Target="/ppt/notesSlides/notesSlide5.xml" Id="R6c6602d01ef1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4c2c0e9e84637" /><Relationship Type="http://schemas.openxmlformats.org/officeDocument/2006/relationships/notesSlide" Target="/ppt/notesSlides/notesSlide6.xml" Id="R21b67e81cb6643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2aea6336b4212" /><Relationship Type="http://schemas.openxmlformats.org/officeDocument/2006/relationships/notesSlide" Target="/ppt/notesSlides/notesSlide7.xml" Id="R4e156f1b8f744d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e18d111654835" /><Relationship Type="http://schemas.openxmlformats.org/officeDocument/2006/relationships/image" Target="/ppt/media/image6.png" Id="Rb10e9c2af6934659" /><Relationship Type="http://schemas.openxmlformats.org/officeDocument/2006/relationships/notesSlide" Target="/ppt/notesSlides/notesSlide8.xml" Id="Rbf918013bf0a41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98d5a2d2b42dc" /><Relationship Type="http://schemas.openxmlformats.org/officeDocument/2006/relationships/image" Target="/ppt/media/image6.png" Id="R613ae640ada74d66" /><Relationship Type="http://schemas.openxmlformats.org/officeDocument/2006/relationships/notesSlide" Target="/ppt/notesSlides/notesSlide9.xml" Id="R5cb57602359b4b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4386db11a4a04" /><Relationship Type="http://schemas.openxmlformats.org/officeDocument/2006/relationships/image" Target="/ppt/media/image7.png" Id="R7b4b82d2f33f4d96" /><Relationship Type="http://schemas.openxmlformats.org/officeDocument/2006/relationships/notesSlide" Target="/ppt/notesSlides/notesSlide10.xml" Id="R71a26551560b45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e5499565048d2" /><Relationship Type="http://schemas.openxmlformats.org/officeDocument/2006/relationships/image" Target="/ppt/media/image7.png" Id="R4ff47cac31ed41f9" /><Relationship Type="http://schemas.openxmlformats.org/officeDocument/2006/relationships/notesSlide" Target="/ppt/notesSlides/notesSlide11.xml" Id="Rfea7ba344f3843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500228e384722" /><Relationship Type="http://schemas.openxmlformats.org/officeDocument/2006/relationships/image" Target="/ppt/media/image7.png" Id="R9515a660e8ca46ce" /><Relationship Type="http://schemas.openxmlformats.org/officeDocument/2006/relationships/notesSlide" Target="/ppt/notesSlides/notesSlide12.xml" Id="R5985ed857a9341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20b7ff0554086" /><Relationship Type="http://schemas.openxmlformats.org/officeDocument/2006/relationships/notesSlide" Target="/ppt/notesSlides/notesSlide13.xml" Id="Rf5c63657be814b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e71d0b2544d18" /><Relationship Type="http://schemas.openxmlformats.org/officeDocument/2006/relationships/notesSlide" Target="/ppt/notesSlides/notesSlide14.xml" Id="Rcabbe0aaa1bb40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eea10f3a34abb" /><Relationship Type="http://schemas.openxmlformats.org/officeDocument/2006/relationships/image" Target="/ppt/media/image8.png" Id="Ra4ce1bf5bdac4e5c" /><Relationship Type="http://schemas.openxmlformats.org/officeDocument/2006/relationships/notesSlide" Target="/ppt/notesSlides/notesSlide15.xml" Id="R4f248b49835743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418e778164d95" /><Relationship Type="http://schemas.openxmlformats.org/officeDocument/2006/relationships/image" Target="/ppt/media/image9.png" Id="R2ff83ecf73034ca2" /><Relationship Type="http://schemas.openxmlformats.org/officeDocument/2006/relationships/notesSlide" Target="/ppt/notesSlides/notesSlide16.xml" Id="Re492c85ec21441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be126e50c461d" /><Relationship Type="http://schemas.openxmlformats.org/officeDocument/2006/relationships/image" Target="/ppt/media/image9.png" Id="Rcaeaf6c137de432e" /><Relationship Type="http://schemas.openxmlformats.org/officeDocument/2006/relationships/notesSlide" Target="/ppt/notesSlides/notesSlide17.xml" Id="R84e662abcf1548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bf9e726da44c6" /><Relationship Type="http://schemas.openxmlformats.org/officeDocument/2006/relationships/image" Target="/ppt/media/image10.png" Id="Rb2009171b866485c" /><Relationship Type="http://schemas.openxmlformats.org/officeDocument/2006/relationships/notesSlide" Target="/ppt/notesSlides/notesSlide18.xml" Id="R80ca65b1785048e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b3815541e47f2" /><Relationship Type="http://schemas.openxmlformats.org/officeDocument/2006/relationships/image" Target="/ppt/media/image11.png" Id="Rb13dd9d6838c4a52" /><Relationship Type="http://schemas.openxmlformats.org/officeDocument/2006/relationships/notesSlide" Target="/ppt/notesSlides/notesSlide19.xml" Id="R2f7eeb172cee42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6960321144d9d" /><Relationship Type="http://schemas.openxmlformats.org/officeDocument/2006/relationships/notesSlide" Target="/ppt/notesSlides/notesSlide20.xml" Id="Rc90637d2d5a24f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e96f562914df8" /><Relationship Type="http://schemas.openxmlformats.org/officeDocument/2006/relationships/notesSlide" Target="/ppt/notesSlides/notesSlide21.xml" Id="R2618df877bef49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6e3c3c8fe460f" /><Relationship Type="http://schemas.openxmlformats.org/officeDocument/2006/relationships/image" Target="/ppt/media/image12.png" Id="R190c77296e974bfa" /><Relationship Type="http://schemas.openxmlformats.org/officeDocument/2006/relationships/notesSlide" Target="/ppt/notesSlides/notesSlide22.xml" Id="R7ac3cf89fcf54c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abec88f1b43e2" /><Relationship Type="http://schemas.openxmlformats.org/officeDocument/2006/relationships/image" Target="/ppt/media/image12.png" Id="R18cdc3ba53d14b5a" /><Relationship Type="http://schemas.openxmlformats.org/officeDocument/2006/relationships/notesSlide" Target="/ppt/notesSlides/notesSlide23.xml" Id="R8be8a488167a4c3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a51ed892348d8" /><Relationship Type="http://schemas.openxmlformats.org/officeDocument/2006/relationships/image" Target="/ppt/media/image12.png" Id="R623b810a6efe483b" /><Relationship Type="http://schemas.openxmlformats.org/officeDocument/2006/relationships/notesSlide" Target="/ppt/notesSlides/notesSlide24.xml" Id="R1e2d69a1eac24a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34d66f81f4b22" /><Relationship Type="http://schemas.openxmlformats.org/officeDocument/2006/relationships/image" Target="/ppt/media/image12.png" Id="Rddf7cdcfc1e1425f" /><Relationship Type="http://schemas.openxmlformats.org/officeDocument/2006/relationships/notesSlide" Target="/ppt/notesSlides/notesSlide25.xml" Id="R41ab049f593144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c159547914aeb" /><Relationship Type="http://schemas.openxmlformats.org/officeDocument/2006/relationships/notesSlide" Target="/ppt/notesSlides/notesSlide26.xml" Id="R4395f9d35aaa4d4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f16b83b9a4735" /><Relationship Type="http://schemas.openxmlformats.org/officeDocument/2006/relationships/notesSlide" Target="/ppt/notesSlides/notesSlide27.xml" Id="R54a3ec6dff7743e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cfb77b5e74476" /><Relationship Type="http://schemas.openxmlformats.org/officeDocument/2006/relationships/image" Target="/ppt/media/image13.png" Id="R05434b9232fc4596" /><Relationship Type="http://schemas.openxmlformats.org/officeDocument/2006/relationships/notesSlide" Target="/ppt/notesSlides/notesSlide28.xml" Id="R15e167e127b74f8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b75f2de044bd4" /><Relationship Type="http://schemas.openxmlformats.org/officeDocument/2006/relationships/image" Target="/ppt/media/image13.png" Id="R3c5f912577444d11" /><Relationship Type="http://schemas.openxmlformats.org/officeDocument/2006/relationships/notesSlide" Target="/ppt/notesSlides/notesSlide29.xml" Id="R3a0d61fbbae4479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02d42e4214917" /><Relationship Type="http://schemas.openxmlformats.org/officeDocument/2006/relationships/image" Target="/ppt/media/image13.png" Id="Rc5f755aa1db94fd1" /><Relationship Type="http://schemas.openxmlformats.org/officeDocument/2006/relationships/notesSlide" Target="/ppt/notesSlides/notesSlide30.xml" Id="Re15f0d109cd04a0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fd692bc9f431e" /><Relationship Type="http://schemas.openxmlformats.org/officeDocument/2006/relationships/image" Target="/ppt/media/image14.png" Id="Rb3f7a72a697f4e25" /><Relationship Type="http://schemas.openxmlformats.org/officeDocument/2006/relationships/notesSlide" Target="/ppt/notesSlides/notesSlide31.xml" Id="Re03731ef345c4aa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7f7d4717146b6" /><Relationship Type="http://schemas.openxmlformats.org/officeDocument/2006/relationships/image" Target="/ppt/media/image14.png" Id="Radfbe42c855f4e9f" /><Relationship Type="http://schemas.openxmlformats.org/officeDocument/2006/relationships/notesSlide" Target="/ppt/notesSlides/notesSlide32.xml" Id="R0a3121c7bab7453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6d5cc40fd4d88" /><Relationship Type="http://schemas.openxmlformats.org/officeDocument/2006/relationships/notesSlide" Target="/ppt/notesSlides/notesSlide33.xml" Id="R60a2ebb15cc34a1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81a58b26f4174" /><Relationship Type="http://schemas.openxmlformats.org/officeDocument/2006/relationships/notesSlide" Target="/ppt/notesSlides/notesSlide34.xml" Id="R8955deee19464dd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42a558b0448ec" /><Relationship Type="http://schemas.openxmlformats.org/officeDocument/2006/relationships/image" Target="/ppt/media/image15.png" Id="R9e213a5ec14d4b0a" /><Relationship Type="http://schemas.openxmlformats.org/officeDocument/2006/relationships/notesSlide" Target="/ppt/notesSlides/notesSlide35.xml" Id="Rda3140c38d0846a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a874568da402b" /><Relationship Type="http://schemas.openxmlformats.org/officeDocument/2006/relationships/image" Target="/ppt/media/image16.png" Id="Ra0bdee70c83b467d" /><Relationship Type="http://schemas.openxmlformats.org/officeDocument/2006/relationships/notesSlide" Target="/ppt/notesSlides/notesSlide36.xml" Id="Re63081d8958e489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74a8f9b5e4b61" /><Relationship Type="http://schemas.openxmlformats.org/officeDocument/2006/relationships/image" Target="/ppt/media/image16.png" Id="R5fff1897897a4fca" /><Relationship Type="http://schemas.openxmlformats.org/officeDocument/2006/relationships/notesSlide" Target="/ppt/notesSlides/notesSlide37.xml" Id="Reaa9dfaf9e4544d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861ad148147ac" /><Relationship Type="http://schemas.openxmlformats.org/officeDocument/2006/relationships/image" Target="/ppt/media/image17.png" Id="Ra86780d9576b42a3" /><Relationship Type="http://schemas.openxmlformats.org/officeDocument/2006/relationships/notesSlide" Target="/ppt/notesSlides/notesSlide38.xml" Id="R5ca379ed4ba44b8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00800980348cf" /><Relationship Type="http://schemas.openxmlformats.org/officeDocument/2006/relationships/image" Target="/ppt/media/image17.png" Id="Rb95c3199f6014b08" /><Relationship Type="http://schemas.openxmlformats.org/officeDocument/2006/relationships/notesSlide" Target="/ppt/notesSlides/notesSlide39.xml" Id="R9b66dc6cf299493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33ec0490247e6" /><Relationship Type="http://schemas.openxmlformats.org/officeDocument/2006/relationships/notesSlide" Target="/ppt/notesSlides/notesSlide40.xml" Id="R7b5ffa105ae14ee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8bc6ebb65492a" /><Relationship Type="http://schemas.openxmlformats.org/officeDocument/2006/relationships/notesSlide" Target="/ppt/notesSlides/notesSlide41.xml" Id="R6e6ee3f85abd4d2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0be4ad1d14b99" /><Relationship Type="http://schemas.openxmlformats.org/officeDocument/2006/relationships/image" Target="/ppt/media/image18.png" Id="Ree75ba2b96264f69" /><Relationship Type="http://schemas.openxmlformats.org/officeDocument/2006/relationships/notesSlide" Target="/ppt/notesSlides/notesSlide42.xml" Id="R44e14dc9c66c49c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ee4c0b6804ee0" /><Relationship Type="http://schemas.openxmlformats.org/officeDocument/2006/relationships/image" Target="/ppt/media/image19.png" Id="R8935c820a2414071" /><Relationship Type="http://schemas.openxmlformats.org/officeDocument/2006/relationships/notesSlide" Target="/ppt/notesSlides/notesSlide43.xml" Id="R864a73eab4ba406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bd75065144013" /><Relationship Type="http://schemas.openxmlformats.org/officeDocument/2006/relationships/image" Target="/ppt/media/image20.png" Id="Ra2accc7134d845ad" /><Relationship Type="http://schemas.openxmlformats.org/officeDocument/2006/relationships/notesSlide" Target="/ppt/notesSlides/notesSlide44.xml" Id="R712e422866fa473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2e0c2da924501" /><Relationship Type="http://schemas.openxmlformats.org/officeDocument/2006/relationships/image" Target="/ppt/media/image20.png" Id="R8f4afa8b553949d6" /><Relationship Type="http://schemas.openxmlformats.org/officeDocument/2006/relationships/notesSlide" Target="/ppt/notesSlides/notesSlide45.xml" Id="R0b8c8df2ffc7479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2f24e3c694435" /><Relationship Type="http://schemas.openxmlformats.org/officeDocument/2006/relationships/image" Target="/ppt/media/image20.png" Id="R5fd0590dda854c7f" /><Relationship Type="http://schemas.openxmlformats.org/officeDocument/2006/relationships/notesSlide" Target="/ppt/notesSlides/notesSlide46.xml" Id="Rc0307d4581e4472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c2e8215c0402a" /><Relationship Type="http://schemas.openxmlformats.org/officeDocument/2006/relationships/notesSlide" Target="/ppt/notesSlides/notesSlide47.xml" Id="Ra374b3d3bf44438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a9a0e4fd34914" /><Relationship Type="http://schemas.openxmlformats.org/officeDocument/2006/relationships/notesSlide" Target="/ppt/notesSlides/notesSlide48.xml" Id="Rf85208aca43d4aa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d5a0894ea46e9" /><Relationship Type="http://schemas.openxmlformats.org/officeDocument/2006/relationships/image" Target="/ppt/media/image21.png" Id="R7a2bac82ec31483a" /><Relationship Type="http://schemas.openxmlformats.org/officeDocument/2006/relationships/notesSlide" Target="/ppt/notesSlides/notesSlide49.xml" Id="R99960f02d4a5485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876292b5a412d" /><Relationship Type="http://schemas.openxmlformats.org/officeDocument/2006/relationships/image" Target="/ppt/media/image21.png" Id="R36c29225a8e14f5d" /><Relationship Type="http://schemas.openxmlformats.org/officeDocument/2006/relationships/notesSlide" Target="/ppt/notesSlides/notesSlide50.xml" Id="R4d5b90c1d18b4ee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218a93bc14b76" /><Relationship Type="http://schemas.openxmlformats.org/officeDocument/2006/relationships/image" Target="/ppt/media/image21.png" Id="R9566503e03b64695" /><Relationship Type="http://schemas.openxmlformats.org/officeDocument/2006/relationships/notesSlide" Target="/ppt/notesSlides/notesSlide51.xml" Id="R14074d8833aa45b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d241d00bc4e6b" /><Relationship Type="http://schemas.openxmlformats.org/officeDocument/2006/relationships/image" Target="/ppt/media/image22.png" Id="R85594235bfda4790" /><Relationship Type="http://schemas.openxmlformats.org/officeDocument/2006/relationships/notesSlide" Target="/ppt/notesSlides/notesSlide52.xml" Id="R03b2a3efe2c1448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5222ddbeb4e76" /><Relationship Type="http://schemas.openxmlformats.org/officeDocument/2006/relationships/image" Target="/ppt/media/image22.png" Id="R4db96754289144f5" /><Relationship Type="http://schemas.openxmlformats.org/officeDocument/2006/relationships/notesSlide" Target="/ppt/notesSlides/notesSlide53.xml" Id="Re265d0bbf2f4490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2c6258d7f4573" /><Relationship Type="http://schemas.openxmlformats.org/officeDocument/2006/relationships/notesSlide" Target="/ppt/notesSlides/notesSlide54.xml" Id="Re27bd9471d6a49c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e809adda9450a" /><Relationship Type="http://schemas.openxmlformats.org/officeDocument/2006/relationships/notesSlide" Target="/ppt/notesSlides/notesSlide55.xml" Id="R3715f7609bae422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a7bb8d9f845c1" /><Relationship Type="http://schemas.openxmlformats.org/officeDocument/2006/relationships/image" Target="/ppt/media/image23.png" Id="Rcf31448210b34419" /><Relationship Type="http://schemas.openxmlformats.org/officeDocument/2006/relationships/notesSlide" Target="/ppt/notesSlides/notesSlide56.xml" Id="R6ef62ee3efee45b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eee0e4403414b" /><Relationship Type="http://schemas.openxmlformats.org/officeDocument/2006/relationships/image" Target="/ppt/media/image24.png" Id="Ree1f100e985f4100" /><Relationship Type="http://schemas.openxmlformats.org/officeDocument/2006/relationships/notesSlide" Target="/ppt/notesSlides/notesSlide57.xml" Id="R5a3cf5463726433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b8661890b4b20" /><Relationship Type="http://schemas.openxmlformats.org/officeDocument/2006/relationships/image" Target="/ppt/media/image25.png" Id="R6efcb98bdd314fd6" /><Relationship Type="http://schemas.openxmlformats.org/officeDocument/2006/relationships/notesSlide" Target="/ppt/notesSlides/notesSlide58.xml" Id="R877292ecbfe84cb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54fa0aec84fa4" /><Relationship Type="http://schemas.openxmlformats.org/officeDocument/2006/relationships/image" Target="/ppt/media/image26.png" Id="Rf1a91be5aae34d17" /><Relationship Type="http://schemas.openxmlformats.org/officeDocument/2006/relationships/notesSlide" Target="/ppt/notesSlides/notesSlide59.xml" Id="R98c5c42821314ed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e7a39885b4509" /><Relationship Type="http://schemas.openxmlformats.org/officeDocument/2006/relationships/image" Target="/ppt/media/image27.png" Id="Rd0f1ce95f6024ba0" /><Relationship Type="http://schemas.openxmlformats.org/officeDocument/2006/relationships/notesSlide" Target="/ppt/notesSlides/notesSlide60.xml" Id="R221873a3942144d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9dcfcc0be495b" /><Relationship Type="http://schemas.openxmlformats.org/officeDocument/2006/relationships/notesSlide" Target="/ppt/notesSlides/notesSlide61.xml" Id="R186fc94cd3594c0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5777dd53e44f3" /><Relationship Type="http://schemas.openxmlformats.org/officeDocument/2006/relationships/notesSlide" Target="/ppt/notesSlides/notesSlide62.xml" Id="Rc936f02f552441f7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78e795b364f29" /><Relationship Type="http://schemas.openxmlformats.org/officeDocument/2006/relationships/notesSlide" Target="/ppt/notesSlides/notesSlide63.xml" Id="R21d955adb85c4a5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1f5a415f446df" /><Relationship Type="http://schemas.openxmlformats.org/officeDocument/2006/relationships/image" Target="/ppt/media/image28.png" Id="R43d5881b50074e04" /><Relationship Type="http://schemas.openxmlformats.org/officeDocument/2006/relationships/notesSlide" Target="/ppt/notesSlides/notesSlide64.xml" Id="R713ba34845854c4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57ab0f6014f2d" /><Relationship Type="http://schemas.openxmlformats.org/officeDocument/2006/relationships/image" Target="/ppt/media/image28.png" Id="Rf819c1b07d864272" /><Relationship Type="http://schemas.openxmlformats.org/officeDocument/2006/relationships/notesSlide" Target="/ppt/notesSlides/notesSlide65.xml" Id="R0d1aa107d1b1489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a83a1eb9549cc" /><Relationship Type="http://schemas.openxmlformats.org/officeDocument/2006/relationships/image" Target="/ppt/media/image29.png" Id="Radcccdee11234093" /><Relationship Type="http://schemas.openxmlformats.org/officeDocument/2006/relationships/notesSlide" Target="/ppt/notesSlides/notesSlide66.xml" Id="R2b0918685f7446c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00bb35f024523" /><Relationship Type="http://schemas.openxmlformats.org/officeDocument/2006/relationships/image" Target="/ppt/media/image30.png" Id="R724c97f2f959470c" /><Relationship Type="http://schemas.openxmlformats.org/officeDocument/2006/relationships/notesSlide" Target="/ppt/notesSlides/notesSlide67.xml" Id="R119cb3111ec54ab7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082ac36814909" /><Relationship Type="http://schemas.openxmlformats.org/officeDocument/2006/relationships/image" Target="/ppt/media/image31.png" Id="Rb4b00003edd64104" /><Relationship Type="http://schemas.openxmlformats.org/officeDocument/2006/relationships/notesSlide" Target="/ppt/notesSlides/notesSlide68.xml" Id="R0e158d0f476b4419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8c81ec97c47c1" /><Relationship Type="http://schemas.openxmlformats.org/officeDocument/2006/relationships/notesSlide" Target="/ppt/notesSlides/notesSlide69.xml" Id="R6efd17f5e2f1480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82caf47584369" /><Relationship Type="http://schemas.openxmlformats.org/officeDocument/2006/relationships/notesSlide" Target="/ppt/notesSlides/notesSlide70.xml" Id="R3855a796192d4bbb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94171a5ff4d66" /><Relationship Type="http://schemas.openxmlformats.org/officeDocument/2006/relationships/image" Target="/ppt/media/image32.png" Id="R5812a09f1ea54021" /><Relationship Type="http://schemas.openxmlformats.org/officeDocument/2006/relationships/notesSlide" Target="/ppt/notesSlides/notesSlide71.xml" Id="R364a65a566bd4aba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08339f5cc4f49" /><Relationship Type="http://schemas.openxmlformats.org/officeDocument/2006/relationships/image" Target="/ppt/media/image33.png" Id="R8955c818886b4496" /><Relationship Type="http://schemas.openxmlformats.org/officeDocument/2006/relationships/notesSlide" Target="/ppt/notesSlides/notesSlide72.xml" Id="Rba0499fb8a654b4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8e4b3e5fa48d6" /><Relationship Type="http://schemas.openxmlformats.org/officeDocument/2006/relationships/image" Target="/ppt/media/image34.png" Id="R3534d21b94ec4daa" /><Relationship Type="http://schemas.openxmlformats.org/officeDocument/2006/relationships/notesSlide" Target="/ppt/notesSlides/notesSlide73.xml" Id="R05cd5ce51de0432d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25df71e7b4f72" /><Relationship Type="http://schemas.openxmlformats.org/officeDocument/2006/relationships/image" Target="/ppt/media/image35.png" Id="Rade24bd4084046ea" /><Relationship Type="http://schemas.openxmlformats.org/officeDocument/2006/relationships/notesSlide" Target="/ppt/notesSlides/notesSlide74.xml" Id="Ra9d36f889efd43dd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6484c95ad45e6" /><Relationship Type="http://schemas.openxmlformats.org/officeDocument/2006/relationships/image" Target="/ppt/media/image35.png" Id="R67ac63c61cc54589" /><Relationship Type="http://schemas.openxmlformats.org/officeDocument/2006/relationships/notesSlide" Target="/ppt/notesSlides/notesSlide75.xml" Id="R0b4d354f7cd1487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2fd6c9b154929" /><Relationship Type="http://schemas.openxmlformats.org/officeDocument/2006/relationships/notesSlide" Target="/ppt/notesSlides/notesSlide76.xml" Id="Raa2e886379b84d59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d48e393a34be9" /><Relationship Type="http://schemas.openxmlformats.org/officeDocument/2006/relationships/notesSlide" Target="/ppt/notesSlides/notesSlide77.xml" Id="R23f08e67044946c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e01afc7a84e13" /><Relationship Type="http://schemas.openxmlformats.org/officeDocument/2006/relationships/image" Target="/ppt/media/image36.png" Id="R948bdfc699744334" /><Relationship Type="http://schemas.openxmlformats.org/officeDocument/2006/relationships/notesSlide" Target="/ppt/notesSlides/notesSlide78.xml" Id="Rc7ffcfc0127f4fff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af53b6cd748a0" /><Relationship Type="http://schemas.openxmlformats.org/officeDocument/2006/relationships/image" Target="/ppt/media/image37.png" Id="R1ffda2a7e9664b06" /><Relationship Type="http://schemas.openxmlformats.org/officeDocument/2006/relationships/notesSlide" Target="/ppt/notesSlides/notesSlide79.xml" Id="Ra13b7b0f5e3f43d2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eccde3dea4113" /><Relationship Type="http://schemas.openxmlformats.org/officeDocument/2006/relationships/image" Target="/ppt/media/image37.png" Id="R23228db324f64c1b" /><Relationship Type="http://schemas.openxmlformats.org/officeDocument/2006/relationships/notesSlide" Target="/ppt/notesSlides/notesSlide80.xml" Id="R8692e1f779c5428a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ac607af944065" /><Relationship Type="http://schemas.openxmlformats.org/officeDocument/2006/relationships/image" Target="/ppt/media/image38.png" Id="Re31315326cc644fa" /><Relationship Type="http://schemas.openxmlformats.org/officeDocument/2006/relationships/notesSlide" Target="/ppt/notesSlides/notesSlide81.xml" Id="Rbcbec2bdd76e4296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8882241e64304" /><Relationship Type="http://schemas.openxmlformats.org/officeDocument/2006/relationships/image" Target="/ppt/media/image39.png" Id="R8719692c56324e08" /><Relationship Type="http://schemas.openxmlformats.org/officeDocument/2006/relationships/notesSlide" Target="/ppt/notesSlides/notesSlide82.xml" Id="Rd33fe1b0196144a2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d06fca7294692" /><Relationship Type="http://schemas.openxmlformats.org/officeDocument/2006/relationships/notesSlide" Target="/ppt/notesSlides/notesSlide83.xml" Id="R02c7e7bdb7f142d9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5cf51566a42b7" /><Relationship Type="http://schemas.openxmlformats.org/officeDocument/2006/relationships/notesSlide" Target="/ppt/notesSlides/notesSlide84.xml" Id="R4ecbdbf02c324918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29dced1234d5b" /><Relationship Type="http://schemas.openxmlformats.org/officeDocument/2006/relationships/image" Target="/ppt/media/image40.png" Id="R9d61297e63b9485c" /><Relationship Type="http://schemas.openxmlformats.org/officeDocument/2006/relationships/notesSlide" Target="/ppt/notesSlides/notesSlide85.xml" Id="R2d23e712c5b2478e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ce5de25094d4a" /><Relationship Type="http://schemas.openxmlformats.org/officeDocument/2006/relationships/image" Target="/ppt/media/image41.png" Id="Raed1330dd9504998" /><Relationship Type="http://schemas.openxmlformats.org/officeDocument/2006/relationships/notesSlide" Target="/ppt/notesSlides/notesSlide86.xml" Id="Re8fde21c788641d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86b21b9b3435f" /><Relationship Type="http://schemas.openxmlformats.org/officeDocument/2006/relationships/image" Target="/ppt/media/image42.png" Id="Re66644ca753d4e7a" /><Relationship Type="http://schemas.openxmlformats.org/officeDocument/2006/relationships/notesSlide" Target="/ppt/notesSlides/notesSlide87.xml" Id="R9c17a04f8d5c4b98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77ef6eb56464f" /><Relationship Type="http://schemas.openxmlformats.org/officeDocument/2006/relationships/image" Target="/ppt/media/image43.png" Id="R98014cc4f9044834" /><Relationship Type="http://schemas.openxmlformats.org/officeDocument/2006/relationships/notesSlide" Target="/ppt/notesSlides/notesSlide88.xml" Id="R40d207d399294bed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0313334384c18" /><Relationship Type="http://schemas.openxmlformats.org/officeDocument/2006/relationships/image" Target="/ppt/media/image44.png" Id="R056c1e9540de4cea" /><Relationship Type="http://schemas.openxmlformats.org/officeDocument/2006/relationships/notesSlide" Target="/ppt/notesSlides/notesSlide89.xml" Id="Re4a5f78c296e4286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54487bbfd4a7b" /><Relationship Type="http://schemas.openxmlformats.org/officeDocument/2006/relationships/notesSlide" Target="/ppt/notesSlides/notesSlide90.xml" Id="R4911fe9a296943b6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75a73b9724b31" /><Relationship Type="http://schemas.openxmlformats.org/officeDocument/2006/relationships/notesSlide" Target="/ppt/notesSlides/notesSlide91.xml" Id="R0b7ab927a19f417a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0cc59286c49a0" /><Relationship Type="http://schemas.openxmlformats.org/officeDocument/2006/relationships/image" Target="/ppt/media/image45.png" Id="R0a72bd93fc754e5a" /><Relationship Type="http://schemas.openxmlformats.org/officeDocument/2006/relationships/notesSlide" Target="/ppt/notesSlides/notesSlide92.xml" Id="Rcbc8d059381e4c0d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92648c5dd4bf3" /><Relationship Type="http://schemas.openxmlformats.org/officeDocument/2006/relationships/image" Target="/ppt/media/image45.png" Id="R0b163b2feff142c8" /><Relationship Type="http://schemas.openxmlformats.org/officeDocument/2006/relationships/notesSlide" Target="/ppt/notesSlides/notesSlide93.xml" Id="Rc2d6501689b24f8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3ffcac2194ffc" /><Relationship Type="http://schemas.openxmlformats.org/officeDocument/2006/relationships/image" Target="/ppt/media/image46.png" Id="Ra5aa9f58ad964ebc" /><Relationship Type="http://schemas.openxmlformats.org/officeDocument/2006/relationships/notesSlide" Target="/ppt/notesSlides/notesSlide94.xml" Id="R7ef892e839cd40e5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c4da1a2d440ca" /><Relationship Type="http://schemas.openxmlformats.org/officeDocument/2006/relationships/image" Target="/ppt/media/image47.png" Id="R0e58786782564119" /><Relationship Type="http://schemas.openxmlformats.org/officeDocument/2006/relationships/notesSlide" Target="/ppt/notesSlides/notesSlide95.xml" Id="Rb65387c83dbf415e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81285b0ac46ce" /><Relationship Type="http://schemas.openxmlformats.org/officeDocument/2006/relationships/image" Target="/ppt/media/image48.png" Id="R78b3bfb9dfed4533" /><Relationship Type="http://schemas.openxmlformats.org/officeDocument/2006/relationships/notesSlide" Target="/ppt/notesSlides/notesSlide96.xml" Id="R9e56eac4ac3240f2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a8de1fbd94d98" /><Relationship Type="http://schemas.openxmlformats.org/officeDocument/2006/relationships/notesSlide" Target="/ppt/notesSlides/notesSlide97.xml" Id="Rfe96d25773734339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1d8672fc44fba" /><Relationship Type="http://schemas.openxmlformats.org/officeDocument/2006/relationships/notesSlide" Target="/ppt/notesSlides/notesSlide98.xml" Id="R9dff1ef028fe491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b85f9b313465e" /><Relationship Type="http://schemas.openxmlformats.org/officeDocument/2006/relationships/image" Target="/ppt/media/image49.png" Id="R2b7e1504aea94756" /><Relationship Type="http://schemas.openxmlformats.org/officeDocument/2006/relationships/notesSlide" Target="/ppt/notesSlides/notesSlide99.xml" Id="Ra7176c91dad545b4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5e873d9124672" /><Relationship Type="http://schemas.openxmlformats.org/officeDocument/2006/relationships/image" Target="/ppt/media/image50.png" Id="Ra02debbd3de944d3" /><Relationship Type="http://schemas.openxmlformats.org/officeDocument/2006/relationships/notesSlide" Target="/ppt/notesSlides/notesSlide100.xml" Id="R1714685396774517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ffde75dd74e15" /><Relationship Type="http://schemas.openxmlformats.org/officeDocument/2006/relationships/image" Target="/ppt/media/image51.png" Id="Rc8db5c86eb794e3d" /><Relationship Type="http://schemas.openxmlformats.org/officeDocument/2006/relationships/notesSlide" Target="/ppt/notesSlides/notesSlide101.xml" Id="Rc7526cc6d71e43cb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e8b200b704720" /><Relationship Type="http://schemas.openxmlformats.org/officeDocument/2006/relationships/image" Target="/ppt/media/image52.png" Id="R6a8fbeaac2c74632" /><Relationship Type="http://schemas.openxmlformats.org/officeDocument/2006/relationships/notesSlide" Target="/ppt/notesSlides/notesSlide102.xml" Id="R550deede70d04a6c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db9a7155b4699" /><Relationship Type="http://schemas.openxmlformats.org/officeDocument/2006/relationships/image" Target="/ppt/media/image53.png" Id="R562c4123c6314ce0" /><Relationship Type="http://schemas.openxmlformats.org/officeDocument/2006/relationships/notesSlide" Target="/ppt/notesSlides/notesSlide103.xml" Id="R17dcc9aefe214fad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63dc60afe4e00" /><Relationship Type="http://schemas.openxmlformats.org/officeDocument/2006/relationships/notesSlide" Target="/ppt/notesSlides/notesSlide104.xml" Id="R066510c6a9af43e8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682fbeb2d4c4c" /><Relationship Type="http://schemas.openxmlformats.org/officeDocument/2006/relationships/notesSlide" Target="/ppt/notesSlides/notesSlide105.xml" Id="R96d58eddcd184efc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2295993cb4f1b" /><Relationship Type="http://schemas.openxmlformats.org/officeDocument/2006/relationships/image" Target="/ppt/media/image54.png" Id="R9e7dec311eb9410e" /><Relationship Type="http://schemas.openxmlformats.org/officeDocument/2006/relationships/notesSlide" Target="/ppt/notesSlides/notesSlide106.xml" Id="R6141a36d49d941e6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0c56c90e14acf" /><Relationship Type="http://schemas.openxmlformats.org/officeDocument/2006/relationships/image" Target="/ppt/media/image55.png" Id="Re61eb165c1d3437d" /><Relationship Type="http://schemas.openxmlformats.org/officeDocument/2006/relationships/notesSlide" Target="/ppt/notesSlides/notesSlide107.xml" Id="Rca453e0315b24a23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b0b79a4444daa" /><Relationship Type="http://schemas.openxmlformats.org/officeDocument/2006/relationships/image" Target="/ppt/media/image55.png" Id="Rfadbb0a0691f468f" /><Relationship Type="http://schemas.openxmlformats.org/officeDocument/2006/relationships/notesSlide" Target="/ppt/notesSlides/notesSlide108.xml" Id="Rd8a18b5608ea4fd2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3baf609de48b8" /><Relationship Type="http://schemas.openxmlformats.org/officeDocument/2006/relationships/image" Target="/ppt/media/image56.png" Id="R69e2519cd0a1488a" /><Relationship Type="http://schemas.openxmlformats.org/officeDocument/2006/relationships/notesSlide" Target="/ppt/notesSlides/notesSlide109.xml" Id="R87c8c9f7f2b04c11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23c176d554981" /><Relationship Type="http://schemas.openxmlformats.org/officeDocument/2006/relationships/image" Target="/ppt/media/image57.png" Id="R22078b0ad6754be7" /><Relationship Type="http://schemas.openxmlformats.org/officeDocument/2006/relationships/notesSlide" Target="/ppt/notesSlides/notesSlide110.xml" Id="Rc7807d065cc140ba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f79883c244aa1" /><Relationship Type="http://schemas.openxmlformats.org/officeDocument/2006/relationships/notesSlide" Target="/ppt/notesSlides/notesSlide111.xml" Id="Re8afd7a224fa43d6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09063c98741cd" /><Relationship Type="http://schemas.openxmlformats.org/officeDocument/2006/relationships/notesSlide" Target="/ppt/notesSlides/notesSlide112.xml" Id="R78bb778993934307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1b919db464d17" /><Relationship Type="http://schemas.openxmlformats.org/officeDocument/2006/relationships/image" Target="/ppt/media/image58.png" Id="R73a0556e82cd4997" /><Relationship Type="http://schemas.openxmlformats.org/officeDocument/2006/relationships/notesSlide" Target="/ppt/notesSlides/notesSlide113.xml" Id="R6dda66b70a3b4a63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069bf18c241a6" /><Relationship Type="http://schemas.openxmlformats.org/officeDocument/2006/relationships/image" Target="/ppt/media/image59.png" Id="R37b8645ee4534727" /><Relationship Type="http://schemas.openxmlformats.org/officeDocument/2006/relationships/notesSlide" Target="/ppt/notesSlides/notesSlide114.xml" Id="Ra3821c3371de4b91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1aff761204580" /><Relationship Type="http://schemas.openxmlformats.org/officeDocument/2006/relationships/image" Target="/ppt/media/image60.png" Id="R0844f5164b9f4795" /><Relationship Type="http://schemas.openxmlformats.org/officeDocument/2006/relationships/notesSlide" Target="/ppt/notesSlides/notesSlide115.xml" Id="R7ae2068a3a6e408c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7eb05204149e7" /><Relationship Type="http://schemas.openxmlformats.org/officeDocument/2006/relationships/image" Target="/ppt/media/image61.png" Id="Rce96480861c344c5" /><Relationship Type="http://schemas.openxmlformats.org/officeDocument/2006/relationships/notesSlide" Target="/ppt/notesSlides/notesSlide116.xml" Id="Rbd6071a7ba12498c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8cb33ddbd4339" /><Relationship Type="http://schemas.openxmlformats.org/officeDocument/2006/relationships/image" Target="/ppt/media/image62.png" Id="Rd20456fecb8b4071" /><Relationship Type="http://schemas.openxmlformats.org/officeDocument/2006/relationships/notesSlide" Target="/ppt/notesSlides/notesSlide117.xml" Id="R398f703caf764874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aff79450f4bbc" /><Relationship Type="http://schemas.openxmlformats.org/officeDocument/2006/relationships/notesSlide" Target="/ppt/notesSlides/notesSlide118.xml" Id="R5b9ae5be4cc14b9a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76896ca6340e9" /><Relationship Type="http://schemas.openxmlformats.org/officeDocument/2006/relationships/notesSlide" Target="/ppt/notesSlides/notesSlide119.xml" Id="Rd82da3a2a7d34813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5f4043914415e" /><Relationship Type="http://schemas.openxmlformats.org/officeDocument/2006/relationships/notesSlide" Target="/ppt/notesSlides/notesSlide120.xml" Id="Rdfc2438617c946e4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436fd9bfd4ece" /><Relationship Type="http://schemas.openxmlformats.org/officeDocument/2006/relationships/image" Target="/ppt/media/image63.png" Id="Rccd82dacdc594b3f" /><Relationship Type="http://schemas.openxmlformats.org/officeDocument/2006/relationships/notesSlide" Target="/ppt/notesSlides/notesSlide121.xml" Id="R60b81a9664a44620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a6630a52b4c86" /><Relationship Type="http://schemas.openxmlformats.org/officeDocument/2006/relationships/image" Target="/ppt/media/image63.png" Id="R7085800671b64bb9" /><Relationship Type="http://schemas.openxmlformats.org/officeDocument/2006/relationships/notesSlide" Target="/ppt/notesSlides/notesSlide122.xml" Id="R8237c8742fef4369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64196c25f47a7" /><Relationship Type="http://schemas.openxmlformats.org/officeDocument/2006/relationships/image" Target="/ppt/media/image63.png" Id="R1478a50a50a04873" /><Relationship Type="http://schemas.openxmlformats.org/officeDocument/2006/relationships/notesSlide" Target="/ppt/notesSlides/notesSlide123.xml" Id="R63e67b116cdd45a2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7f44df1934a10" /><Relationship Type="http://schemas.openxmlformats.org/officeDocument/2006/relationships/image" Target="/ppt/media/image63.png" Id="R68f55d99c63b48ed" /><Relationship Type="http://schemas.openxmlformats.org/officeDocument/2006/relationships/notesSlide" Target="/ppt/notesSlides/notesSlide124.xml" Id="Rf5b648eeec4348f9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0af7fd11349c3" /><Relationship Type="http://schemas.openxmlformats.org/officeDocument/2006/relationships/image" Target="/ppt/media/image63.png" Id="Rde10c5efb1b5412f" /><Relationship Type="http://schemas.openxmlformats.org/officeDocument/2006/relationships/notesSlide" Target="/ppt/notesSlides/notesSlide125.xml" Id="Rd32962f5f7074318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0b24901b04ad8" /><Relationship Type="http://schemas.openxmlformats.org/officeDocument/2006/relationships/notesSlide" Target="/ppt/notesSlides/notesSlide126.xml" Id="R53a31491731e49c5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0e6d0f4664655" /><Relationship Type="http://schemas.openxmlformats.org/officeDocument/2006/relationships/notesSlide" Target="/ppt/notesSlides/notesSlide127.xml" Id="R3e05fb6772cb43ed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785e0c16a4be8" /><Relationship Type="http://schemas.openxmlformats.org/officeDocument/2006/relationships/image" Target="/ppt/media/image64.png" Id="R432dc1f9eb814e73" /><Relationship Type="http://schemas.openxmlformats.org/officeDocument/2006/relationships/notesSlide" Target="/ppt/notesSlides/notesSlide128.xml" Id="R3530654308db4c21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5fbafcc444ac4" /><Relationship Type="http://schemas.openxmlformats.org/officeDocument/2006/relationships/image" Target="/ppt/media/image64.png" Id="Re9429a40f1544e08" /><Relationship Type="http://schemas.openxmlformats.org/officeDocument/2006/relationships/notesSlide" Target="/ppt/notesSlides/notesSlide129.xml" Id="R9313afced8e242bd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6a49cf8b441f6" /><Relationship Type="http://schemas.openxmlformats.org/officeDocument/2006/relationships/image" Target="/ppt/media/image64.png" Id="R68e5cb6d9aaa4092" /><Relationship Type="http://schemas.openxmlformats.org/officeDocument/2006/relationships/notesSlide" Target="/ppt/notesSlides/notesSlide130.xml" Id="R52d959a2aef148d0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cba3de87f4bcc" /><Relationship Type="http://schemas.openxmlformats.org/officeDocument/2006/relationships/image" Target="/ppt/media/image64.png" Id="R17934c5db92b4b69" /><Relationship Type="http://schemas.openxmlformats.org/officeDocument/2006/relationships/notesSlide" Target="/ppt/notesSlides/notesSlide131.xml" Id="R0fcf68018e2248e5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d73d2b71b4101" /><Relationship Type="http://schemas.openxmlformats.org/officeDocument/2006/relationships/image" Target="/ppt/media/image65.png" Id="R222fba1fa25a42b1" /><Relationship Type="http://schemas.openxmlformats.org/officeDocument/2006/relationships/notesSlide" Target="/ppt/notesSlides/notesSlide132.xml" Id="Re905f84550c540ee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86244e73f442b" /><Relationship Type="http://schemas.openxmlformats.org/officeDocument/2006/relationships/notesSlide" Target="/ppt/notesSlides/notesSlide133.xml" Id="R2ccf7975c66b4b56" 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386BC-FF0E-491C-A89E-E5939608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249A1-3FD5-486F-BC43-EF442DBF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E71A4-F76E-479F-BBD1-4B9531FE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TUTORIAL TEKNIS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67C6BF-A31E-48AC-ADFE-027BDBD2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Cubicost TAS Tutorial Teknis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E69AC-27C4-4063-9F76-B28B99A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344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Pelajari alur kerja Cubicost TAS mulai dari pengaturan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skala gambar, identifikasi elemen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bangunan, hingga pengaturan aturan pengukuran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penyusunan laporan kuantitas.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0864e56104e8c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702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BEA26-CC1A-4B33-8B06-5A706D47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2DBC7-63DE-4CE1-BB78-5AA0A7A2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85BB6-48BD-44FF-A331-410350B0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TUJUAN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0CCF76-1F80-4E2C-B73E-156F290F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648B0-AE9E-4CDE-8E06-EE2F11DE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Panduan praktis dari pengaturan gambar hingga penyusunan laporan kuantitas, dilengkapi contoh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visual yang dapat langsung diikuti.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B3882-F555-4BAF-95BF-47309E69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Siapkan proyek dengan benar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51AB9-75C3-4D96-833E-438FD15F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 lantai, gambar, satuan, dan skala sebelum pemodelan dimulai.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483B0-6950-454A-B630-4AF5317C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Modelkan elemen secara berurutan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BE81D-F2F7-4ADE-BE5F-C6D4485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Identifikasi kolom, balok, pelat, bukaan, dan finishing sesuai ketergantungannya.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27DC6-D905-449B-ABCF-6C1B07C3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Validasi hasil kuantitas</a:t>
            </a:r>
          </a:p>
        </p:txBody>
      </p:sp>
    </p:spTree>
    <p:extLst>
      <p:ext uri="{BB962C8B-B14F-4D97-AF65-F5344CB8AC3E}">
        <p14:creationId xmlns:p14="http://schemas.microsoft.com/office/powerpoint/2010/main" val="355558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292B2-EDA1-4898-B3A7-9E5468FE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2F6C6-31CF-4A14-B23F-D7E3D547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6E103-9DE8-4381-BDBD-D1E3350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TUJUAN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36D433-9E7B-441C-BA53-7CEBC16F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20B3D-CB07-4660-8D54-5D790AFD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deduction, aturan pengukuran, perhitungan, dan laporan sebelum digunakan.</a:t>
            </a:r>
          </a:p>
        </p:txBody>
      </p:sp>
    </p:spTree>
    <p:extLst>
      <p:ext uri="{BB962C8B-B14F-4D97-AF65-F5344CB8AC3E}">
        <p14:creationId xmlns:p14="http://schemas.microsoft.com/office/powerpoint/2010/main" val="1354400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C1060E-01E7-44D6-B28E-5588F542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0CF3E-FD38-4A56-A54F-534A4B2B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834AE-F514-43A2-B75C-B4BA8673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110B13-9334-400B-88EE-D39E1DB2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Persiapan Proyek dan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DF01C-C4BB-48C7-96B2-22E5C582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Ikuti alur kerja yang terdokumentasi untuk bagian ini.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D448F-5485-4746-954C-7502FE1C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9142"/>
            <a:ext cx="108204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Settings → Measurement Rules → Create Project → Configure → Import → Scale → Align → Create Axis</a:t>
            </a:r>
          </a:p>
        </p:txBody>
      </p:sp>
    </p:spTree>
    <p:extLst>
      <p:ext uri="{BB962C8B-B14F-4D97-AF65-F5344CB8AC3E}">
        <p14:creationId xmlns:p14="http://schemas.microsoft.com/office/powerpoint/2010/main" val="1473988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5811B6-DF04-4A44-8FEA-D9C35DA6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07CB9-CB0A-439E-B713-6BA2D93F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5ECD4-12DF-4F72-A36D-FC19B895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327965-EFFA-4CAE-921A-B427E3C6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E8205-7B9E-42BD-8866-431D4F1A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Meninjau pengaturan posisi dan tinggi finishing tanpa menebak opsi ambigu.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C2F7D-9AD2-4AD5-A23E-2768C36A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D007E-24D0-4B4A-8468-6899DAF7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Quantity &gt; Measurement 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C8C92-B18D-4E07-9B05-43D7A2E1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Wall Finish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1A509-3F8D-4B11-9CB9-1A9B0626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Tinjau finish-position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6B02D-5C16-41E6-BB7B-55344321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Tinjau additional-height dan opsi Yes/No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BD49C-E13C-433F-9749-7DAC94BB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outer-finish settings</a:t>
            </a:r>
          </a:p>
        </p:txBody>
      </p:sp>
    </p:spTree>
    <p:extLst>
      <p:ext uri="{BB962C8B-B14F-4D97-AF65-F5344CB8AC3E}">
        <p14:creationId xmlns:p14="http://schemas.microsoft.com/office/powerpoint/2010/main" val="1121283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EA76EF-1FA7-4A8A-A396-ADF994F4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F80F4-C149-4C1F-A36C-C7A23C50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28885-A1BF-4AB4-9C5E-E7696F87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C5A850-661A-46BE-8153-D1FC4144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Quantity &gt; Measurement Setting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e9c2af6934659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5AFD6-B2BB-4E3C-AF25-968CC185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pengaturan ini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mengontrol cara kuantitas tertentu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dihitung.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335A0-9965-49C2-8B41-CB5A0880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elemen dan aturan deduction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model.</a:t>
            </a:r>
          </a:p>
        </p:txBody>
      </p:sp>
    </p:spTree>
    <p:extLst>
      <p:ext uri="{BB962C8B-B14F-4D97-AF65-F5344CB8AC3E}">
        <p14:creationId xmlns:p14="http://schemas.microsoft.com/office/powerpoint/2010/main" val="1866310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BBC173-C549-4272-830A-B752A814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61A25-39E8-4EDA-B260-E890CB76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45E41-D9C6-4104-8CA3-9F73D194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18E777-DA33-4EED-9480-A33127C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Wall Finish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ae640ada74d66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47CE4-DF98-47DC-A1DB-3AECE46A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kategori yang aktif sesuai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pengaturan yang 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22507-86DD-4761-889D-CF34BEA5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elemen dan aturan deduction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model.</a:t>
            </a:r>
          </a:p>
        </p:txBody>
      </p:sp>
    </p:spTree>
    <p:extLst>
      <p:ext uri="{BB962C8B-B14F-4D97-AF65-F5344CB8AC3E}">
        <p14:creationId xmlns:p14="http://schemas.microsoft.com/office/powerpoint/2010/main" val="1898234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74DA2D-E366-4671-AC15-F353070A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09E73-600E-4CAB-9F08-5FA47C83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F3C9F-A7D4-4020-B17A-F98203F1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95869A7-C74D-4A92-BDE5-B832A710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finish-position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b82d2f33f4d96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D5E73-6074-4135-85E4-598AE4EE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label antarmuka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terlihat dan jangan menyimpulkan arti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nomor yang tidak jelas.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FA119-7CAA-4422-8033-A3DBD305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quantity sebelum dan sesudah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diterapkan.</a:t>
            </a:r>
          </a:p>
        </p:txBody>
      </p:sp>
    </p:spTree>
    <p:extLst>
      <p:ext uri="{BB962C8B-B14F-4D97-AF65-F5344CB8AC3E}">
        <p14:creationId xmlns:p14="http://schemas.microsoft.com/office/powerpoint/2010/main" val="1507488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4A852-C9BE-493C-B0B5-0B81348A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6BB26-FEB1-475F-8D37-22DC123C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52ADA-EE4E-45CB-9644-C250E716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F8CCA7-6F62-4A00-9441-29B11882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additional-height dan opsi Yes/No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47cac31ed41f9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6A5DF-E1FE-4A78-9D59-6B6B1C45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pilihan dengan standar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kebutuhan proyek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mengubahnya.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A10D9-A114-40D5-8800-B11B11A2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quantity sebelum dan sesudah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diterapkan.</a:t>
            </a:r>
          </a:p>
        </p:txBody>
      </p:sp>
    </p:spTree>
    <p:extLst>
      <p:ext uri="{BB962C8B-B14F-4D97-AF65-F5344CB8AC3E}">
        <p14:creationId xmlns:p14="http://schemas.microsoft.com/office/powerpoint/2010/main" val="873908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518C84-65EC-42FB-A1DA-E137B5FA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8DB55-057B-4C20-818C-9273C3AB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61F5E-52E1-4513-B8D0-B9C9E57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74B0A1-55E9-48DF-8762-5968284F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outer-finish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5a660e8ca46ce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017AE-6F11-4CB1-B653-42B25774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pengaturan finish luar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konsisten dengan kondisi dinding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diukur.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85F03-DF12-40C2-A810-2DF1FBB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quantity sebelum dan sesudah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diterapkan.</a:t>
            </a:r>
          </a:p>
        </p:txBody>
      </p:sp>
    </p:spTree>
    <p:extLst>
      <p:ext uri="{BB962C8B-B14F-4D97-AF65-F5344CB8AC3E}">
        <p14:creationId xmlns:p14="http://schemas.microsoft.com/office/powerpoint/2010/main" val="4512664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0E7D75-AA71-4CE5-BF69-5BBE2DD4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0A4FC-A1DA-4FE1-8328-0CBD25AF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85BB5-34A2-46A3-A900-F0348E89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7E2F87-8825-4C16-A974-3763B3B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0DD8D-88DF-4105-B156-70D6F07D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87F54-91E8-4443-8461-3349B4F2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ABC9-E3D2-4627-9298-F363E50A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9BA9C-15F3-47C3-A71D-8F00066D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1215326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F91A3-A097-454F-A441-11DAFB20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A8DEB-C55E-4CA3-8799-64AE6910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40163-0A9D-4C9A-AD4C-5E34A24E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F2904C2-9A39-4CCB-82E3-18F97666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dan Mengubah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DC62E-305D-4FD7-BC93-FD35CD24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Menelusuri deduction dan mengubah aturan hanya sesuai standar proyek.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8FEF9-F2DA-4071-BC86-A90DF304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BC7DF-7E11-4FE8-8EA5-3A39D055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beam dan buka View Expression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CDE07-8D86-4155-A816-5BB8F3B6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Measurement Rules untuk beam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CEC7A-C242-4617-9B18-B2BC1398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Filter kondisi column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07BFA-7F6B-41EA-9C10-DBC652AB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Terapkan No Effect sebagai contoh manual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45550-D7CF-4842-B0DF-A8489F58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Hitung ulang dan bandingkan</a:t>
            </a:r>
          </a:p>
        </p:txBody>
      </p:sp>
    </p:spTree>
    <p:extLst>
      <p:ext uri="{BB962C8B-B14F-4D97-AF65-F5344CB8AC3E}">
        <p14:creationId xmlns:p14="http://schemas.microsoft.com/office/powerpoint/2010/main" val="5728140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945283-2052-49B6-BFB7-6020FC1B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0982F-8B02-4F16-B8D2-F232C689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23C8E-A2B4-4650-A87F-EC8D0FE9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1A42A3-EB39-412C-9779-2C35CDBA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beam dan buka View Expression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e1bf5bdac4e5c"/>
          <a:stretch xmlns:a="http://schemas.openxmlformats.org/drawingml/2006/main"/>
        </p:blipFill>
        <p:spPr>
          <a:xfrm xmlns:a="http://schemas.openxmlformats.org/drawingml/2006/main">
            <a:off x="5086350" y="1960244"/>
            <a:ext cx="6419850" cy="336613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9F2DF-97C6-422B-822B-62E2D68B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concrete-volume expression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deduction yang berasal dari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0743C-89CB-4137-A9D4-2D737126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measurement rules dan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pengukuran.</a:t>
            </a:r>
          </a:p>
        </p:txBody>
      </p:sp>
    </p:spTree>
    <p:extLst>
      <p:ext uri="{BB962C8B-B14F-4D97-AF65-F5344CB8AC3E}">
        <p14:creationId xmlns:p14="http://schemas.microsoft.com/office/powerpoint/2010/main" val="19893583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353537-4E80-46B5-A7FB-DBF356EF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29F8B-9862-40F4-9DD5-1851D777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7272A-5E68-47C8-9D4E-ED4EAE1A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A32A446-4FA2-46F6-BF78-8B1E84EF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Measurement Rules untuk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83ecf73034ca2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2EF91-D010-46C8-BCB1-49EE2B39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elemen beam dan baca deskripsi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secara lengkap.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27994-857A-436A-981A-5F25EA76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quantity dengan baris elemen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nilai pengukuran.</a:t>
            </a:r>
          </a:p>
        </p:txBody>
      </p:sp>
    </p:spTree>
    <p:extLst>
      <p:ext uri="{BB962C8B-B14F-4D97-AF65-F5344CB8AC3E}">
        <p14:creationId xmlns:p14="http://schemas.microsoft.com/office/powerpoint/2010/main" val="20922213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2DA099-F775-4D6C-BB6D-8F0677CB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D1186-A186-42B0-8D07-D0A222F9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83BC2-0138-453E-B74E-F59CF3A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F07A40-4A16-47BE-BA97-CD581604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Filter kondisi column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af6c137de432e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613CD-5FE5-4D39-B603-9E0EB3DC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Filter Relevant Element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pertahankan hanya kondisi column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sedang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A86BD-EB9A-4D28-AAFC-CAD86C77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quantity dengan baris elemen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nilai pengukuran.</a:t>
            </a:r>
          </a:p>
        </p:txBody>
      </p:sp>
    </p:spTree>
    <p:extLst>
      <p:ext uri="{BB962C8B-B14F-4D97-AF65-F5344CB8AC3E}">
        <p14:creationId xmlns:p14="http://schemas.microsoft.com/office/powerpoint/2010/main" val="17606284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0E24CC-39A1-4696-A9BB-068AED0B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76300-C22A-42EF-8C07-47198132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DAAA2-D002-4B60-A096-507C8002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631D968-3CE4-401E-B860-E22E2612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Terapkan No Effect sebagai contoh manual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09171b866485c"/>
          <a:stretch xmlns:a="http://schemas.openxmlformats.org/drawingml/2006/main"/>
        </p:blipFill>
        <p:spPr>
          <a:xfrm xmlns:a="http://schemas.openxmlformats.org/drawingml/2006/main">
            <a:off x="5086350" y="1920822"/>
            <a:ext cx="6419850" cy="344498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6B43A-18B1-4019-B6EE-C8B14EC1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Pilihan ini hanya contoh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beam-column pada manual; gunakan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yang diwajibkan standar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pengukuran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C43C2-6AA3-4688-93EF-16AEC902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pemeriksaan quantity dan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terkait.</a:t>
            </a:r>
          </a:p>
        </p:txBody>
      </p:sp>
    </p:spTree>
    <p:extLst>
      <p:ext uri="{BB962C8B-B14F-4D97-AF65-F5344CB8AC3E}">
        <p14:creationId xmlns:p14="http://schemas.microsoft.com/office/powerpoint/2010/main" val="7513675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D4DE1-A665-4074-97AC-C539046D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C1909-0ACE-4463-8416-9E244C4E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95300-84DE-4B43-8272-2A8585BE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69DF4B-67BA-4D5A-8B09-9EFC2427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Hitung ulang dan bandingkan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dd9d6838c4a52"/>
          <a:stretch xmlns:a="http://schemas.openxmlformats.org/drawingml/2006/main"/>
        </p:blipFill>
        <p:spPr>
          <a:xfrm xmlns:a="http://schemas.openxmlformats.org/drawingml/2006/main">
            <a:off x="5086350" y="1824113"/>
            <a:ext cx="6419850" cy="36383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AA989-353B-4CCB-9DC6-DE5E0D1B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perubahan expression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sebelum serta sesudah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diubah.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C1163-3BFA-48C5-A7AD-ADF1976B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pengaturan deduction dengan opsi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perhitungan.</a:t>
            </a:r>
          </a:p>
        </p:txBody>
      </p:sp>
    </p:spTree>
    <p:extLst>
      <p:ext uri="{BB962C8B-B14F-4D97-AF65-F5344CB8AC3E}">
        <p14:creationId xmlns:p14="http://schemas.microsoft.com/office/powerpoint/2010/main" val="9245519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838824-8875-4E5F-ABFC-CFF526A1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AE4D1-662E-499E-8686-DACB680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F8F80-121B-41A0-A61A-26584C88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906679-FC8E-462A-AFB6-429FDDDE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dan Mengubah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4E442-6F3F-4AF7-B40E-39E815C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B784A-5DA7-4D10-A546-7E1986A3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12D8F-25C5-48D7-BF37-1C3998D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71C4C-FB19-4464-9D7B-4F67E58C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741247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55A92B-FD83-415D-8FE2-7ACA9288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F035B-B1E5-4D9B-BCD2-20A49E11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3FDB9-9FA2-4E7B-A307-CB462BC4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9C29546-891D-40BC-A7A4-18CAEC48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Proyek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6A447-5F7C-4E83-97D8-729D9393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proyek dengan aturan pengukuran dan elevasi tanah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FB6F0-FD47-45D2-BD06-69D726FA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F8C6B-731F-416B-8815-8BEE7A34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New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E10D0-F532-4898-8385-759B9DFD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Masukkan judul proyek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B53E9-B71A-459A-A905-2863495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Measurement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5A3CB-2950-42DC-A913-56B303ED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Masukkan Existing Ground Level</a:t>
            </a:r>
          </a:p>
        </p:txBody>
      </p:sp>
    </p:spTree>
    <p:extLst>
      <p:ext uri="{BB962C8B-B14F-4D97-AF65-F5344CB8AC3E}">
        <p14:creationId xmlns:p14="http://schemas.microsoft.com/office/powerpoint/2010/main" val="6123709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E57141-27F1-4527-A7A6-B5FE02B1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29E58-2D01-4785-BD53-90947B98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9DEE4-A78D-4112-8BB8-C86F1645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AF70ED-E3E2-4CDF-9D96-FBE7670D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New Project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c77296e974bfa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A3EA7-8E6F-47BC-B413-157146BC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Mulai proyek TAS baru dari halaman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pembuka aplikasi.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46FE9-C541-4172-A26C-60BD54ED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5906854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985CC-A5A1-4183-B97E-64A4580B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0BF7B-53A7-4232-B54A-F2CDF32C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68CB8-D659-4955-A14C-ECF946DD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B753C8-2A02-4A06-AB77-0657361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judul proyek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dc3ba53d14b5a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54B64-70D8-484A-945F-54AC30EE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judul yang membantu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membedakan proyek dan revisinya.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D0BA1-222D-4B04-9993-E09D90C2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430535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9E7F7-144C-42B3-A2FF-C900A548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49144-8140-4A7A-85E4-E6CFB540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6524B-D98E-49A0-875B-78B1EF5E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4646C76-00BA-4B83-940F-CD32F3C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Measurement Rules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b810a6efe483b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17401-1EE8-4D4B-8F59-6526CD2F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aturan pengukuran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berlaku untuk proyek, bukan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pengaturan proyek lain.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51BBB-ABFF-451A-87CA-FB86BAD7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1161851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B4CB45-6D6D-42C2-920C-0E2A0FFB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171EC-8A8A-4278-9A04-1A2BB24A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7290E-B3C8-4674-9C6B-CC6A6981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EF52917-0A78-4F69-9231-9E5C350C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Existing Ground Level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7cdcfc1e1425f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39D17-B0AD-4822-A155-EEE0E0B5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Elevasi tanah eksisting memengaruhi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kuantitas galian, sehingga nilainya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harus mengikuti data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5158B-F87C-467D-A1E9-5285959A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6696308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FA64CA-A149-474D-9C38-91651EEC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C8138-ED3F-4F50-BC70-E85F062B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07811-8235-418E-B2CA-02DF2A96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9255522-F97A-4FE1-A43E-CDDD5E0B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Proyek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BF1C8-0333-4EE5-927B-6893DC3C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D19E4-1923-4B40-B9C5-6AADC020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1E3B4-F149-45B3-B560-8E45766F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D1521-0E69-4B36-BD6D-6DBEEC10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9648850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D1539-33E8-4EE1-921D-A887B011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91677-FD22-4328-BE24-F6B07E74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14619-CAE3-41E5-B7D2-5FE79D11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5D3136-F230-4FE7-A70B-CF4A7170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Interface dan Attribute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33852-CFFB-41CF-9816-3A21061E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Mengenali area kerja TAS serta perbedaan Public dan Private Attribute.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D057F-A804-4E53-A16A-19CC3293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6E98A-9239-4C1B-85E3-C83CCA7E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Kenali Function Tab dan Ribbon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E5DB9-1E52-4DCF-B264-B461623A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Temukan Element Navigation dan Main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35137-7FFB-4BF4-AF19-2428DD3D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Periksa Dynamic Control Bar dan Status 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1EAA3-C45C-416A-820E-0BF0B793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Gunakan Public Attribute tanpa seleksi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79B77-DDCF-4AFD-87F8-6F3448D3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Pilih entitas untuk Private Attribute</a:t>
            </a:r>
          </a:p>
        </p:txBody>
      </p:sp>
    </p:spTree>
    <p:extLst>
      <p:ext uri="{BB962C8B-B14F-4D97-AF65-F5344CB8AC3E}">
        <p14:creationId xmlns:p14="http://schemas.microsoft.com/office/powerpoint/2010/main" val="1437137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38AC9-B873-4C45-BA76-0B170218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E7273-D5B6-4F42-B7E1-0C2B27ED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B5FE8-426C-4F4A-8847-1A1840F6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8C546E0-37BA-41B6-B009-2F9A9DD5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Kenali Function Tab dan Ribbon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34b9232fc4596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86DD1-E343-4562-9CCE-944433A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Keduanya mengelompokkan fungsi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utama dan perintah yang tersedia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tab aktif.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DE213-D113-4634-B044-64E5CE48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Ruang kerja berlabel Function Tab, Ribbon,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Navigation, Main Operation,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Bar.</a:t>
            </a:r>
          </a:p>
        </p:txBody>
      </p:sp>
    </p:spTree>
    <p:extLst>
      <p:ext uri="{BB962C8B-B14F-4D97-AF65-F5344CB8AC3E}">
        <p14:creationId xmlns:p14="http://schemas.microsoft.com/office/powerpoint/2010/main" val="1623670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A03B7A-6F5A-45F8-9B35-530DC84F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D30FB-B258-4626-AF7B-600BA5B2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0C151-9270-4180-A4A3-22A64D8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5C8769-101D-480C-80BA-726C3A5D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Temukan Element Navigation dan Main Operation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f912577444d11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10019-AA71-474D-9BE9-D264E8D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area ini untuk memilih tipe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menjalankan operasi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pemodelan.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32329-5689-4D2D-80D2-D4ED5634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Ruang kerja berlabel Function Tab, Ribbon,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Navigation, Main Operation,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Bar.</a:t>
            </a:r>
          </a:p>
        </p:txBody>
      </p:sp>
    </p:spTree>
    <p:extLst>
      <p:ext uri="{BB962C8B-B14F-4D97-AF65-F5344CB8AC3E}">
        <p14:creationId xmlns:p14="http://schemas.microsoft.com/office/powerpoint/2010/main" val="24549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B357D9-C6C0-46AD-B28D-BF12B82B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7D44E-49B3-40CF-919E-247D45A5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4FDA8-8AD1-4DF1-B775-27BF3793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E0012D-F0E8-4677-9AA1-E758650B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Dynamic Control Bar dan Status 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755aa1db94fd1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40CAB-8EAA-42E4-83AA-B7BBEB48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dinamis berubah mengikuti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operasi, sedangkan status bar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menampilkan petunjuk operasi.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7AFA4-B142-4FC8-B939-8B00EAC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Ruang kerja berlabel Function Tab, Ribbon,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Navigation, Main Operation,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Bar.</a:t>
            </a:r>
          </a:p>
        </p:txBody>
      </p:sp>
    </p:spTree>
    <p:extLst>
      <p:ext uri="{BB962C8B-B14F-4D97-AF65-F5344CB8AC3E}">
        <p14:creationId xmlns:p14="http://schemas.microsoft.com/office/powerpoint/2010/main" val="483215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63BDA2-66E4-4443-A2EB-58435A66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14F3E-8824-4DE3-B820-B6A37FC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D3321-DF40-4A6D-99F6-412BCE6D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6E21A3-2E7A-4E8A-BD54-182131B5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Public Attribute tanpa seleksi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7a72a697f4e25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4813B-58F7-4B72-9F2D-B3C01439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Perubahan berlaku pada entitas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nama elemen yang sama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ketika tidak ada entitas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2395B-D618-4D82-96E4-2F443D7A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Public Attribute dan Private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pada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2056103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87ED7C-47A7-49DD-8C1A-BECFBBCF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FE582-C611-41FB-834E-F1AEBFEA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79882-60BF-484A-9E44-B4E806A7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F95B0C-8D44-41D4-AA8B-02AFA9B3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entitas untuk Private Attribute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be42c855f4e9f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B26C1-5DA0-4D28-911B-1D1EAA32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Private Attribute hanya mengubah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entitas yang dipilih; perubahan tidak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berlaku tanpa seleksi.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71104-7E90-4A03-87D0-6228D817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Public Attribute dan Private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pada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3066953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EB0883-3C95-4AE6-BA41-71DC46B2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50E60-928B-4F4F-AD45-A58E1FFC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B7C3B-97B2-4EC0-AA66-FA3EA250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EEFD58-4A31-4B5D-87DA-B8E97DC4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Interface dan Attribute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34677-121E-4851-9DBD-4B71FD78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E8A2F-E44D-4B7D-BAD7-9A684A4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9E328-38AA-40C2-A6E1-088DA629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E47E9-BB60-4914-AAA9-8BE225DA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1841026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BEF69F-47D0-416D-AA52-3DF0B21E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251E7-A5FB-4A02-B4D2-FA2F3EBD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6776E-D917-4139-B358-32328939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A31FE6-1255-4875-B899-4623DD90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Floor dan Concrete Grade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3C70F-04E3-48B0-96E8-64005035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Membangun struktur lantai dan grade beton yang konsisten.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2526D-713E-4B0F-B1A2-79087294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412EB-A1C2-427C-AAAB-46DD145F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Floor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51CAA-F78D-4541-9A28-386B74C4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Sisipkan lantai struktur atas dan bawah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41180-ADB8-48E4-8738-28683BE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Isi tinggi dan elevasi lantai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20657-08D2-4F1E-8C5C-26079FB0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Masukkan Concrete Grade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C3F80-D28B-4EFB-A7A2-33F6A797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Gunakan Copy to Other Floor</a:t>
            </a:r>
          </a:p>
        </p:txBody>
      </p:sp>
    </p:spTree>
    <p:extLst>
      <p:ext uri="{BB962C8B-B14F-4D97-AF65-F5344CB8AC3E}">
        <p14:creationId xmlns:p14="http://schemas.microsoft.com/office/powerpoint/2010/main" val="14427259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E0660-7E51-4431-A657-8564252B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8B7F6-A101-41BA-AEF6-3CB1D458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BC4F8-34F7-42F5-9687-BC6BB286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1B6C42D-ED4F-4B6A-B008-35F851F3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Floor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13a5ec14d4b0a"/>
          <a:stretch xmlns:a="http://schemas.openxmlformats.org/drawingml/2006/main"/>
        </p:blipFill>
        <p:spPr>
          <a:xfrm xmlns:a="http://schemas.openxmlformats.org/drawingml/2006/main">
            <a:off x="5086350" y="2093538"/>
            <a:ext cx="6419850" cy="30995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B7C8C-F562-42AE-B4D5-46502FB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tabel lantai untuk mengatur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superstructure dan substructure.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A54D1-8659-4E68-B6B1-AC1FCAE8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Alur Project Setting dari Floor Setting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menuju Grade Setting.</a:t>
            </a:r>
          </a:p>
        </p:txBody>
      </p:sp>
    </p:spTree>
    <p:extLst>
      <p:ext uri="{BB962C8B-B14F-4D97-AF65-F5344CB8AC3E}">
        <p14:creationId xmlns:p14="http://schemas.microsoft.com/office/powerpoint/2010/main" val="113260335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88B095-BC5B-4BBB-BBCF-135AC04B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1B7B1-6B77-470B-8148-26D63E88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44973-1363-49F6-98D2-B2CCD248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44CBCE-6380-41A0-9A80-3AF29CB0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Sisipkan lantai struktur atas dan bawah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dee70c83b467d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6A081-17EA-45D0-AE9A-9CDFB5F2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Mulai superstructure dari 1st Floor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substructure dari Foundation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BCC37-ECC5-4BF5-BE58-3F81E35E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Floor Settings dengan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dan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200233056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C5740-39A1-40B0-9EEC-15078CDC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E8F6C-219C-4465-9332-85E90A03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44BEC-C7D4-4BF3-AE70-6ECC6034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5B4F22-F143-4D6E-A7C3-0B6399AF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Isi tinggi dan elevasi lantai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f1897897a4fca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6907A-4CE6-4D8A-833C-E75625FE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Masukkan Floor Height untuk setiap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Bottom Elevation hanya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1st Floor seperti pada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36183-0965-4BAE-BEBD-4E11C102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Floor Settings dengan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dan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19005121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C67FF-E5D0-44F1-BCDB-649580C2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FCDEA-C5A0-40CE-8C30-A2235C52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21741-C78C-4574-9580-E03DFB8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C1E19E5-28D3-41D9-9BA0-E51E73E3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Concrete Grade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780d9576b42a3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C732B-0253-4F75-A052-2F36D306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Tetapkan grade beton untuk elemen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diperlukan berdasarkan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spesifikasi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0AB2D-4960-448A-893A-97C13D97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Grade Settings dengan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dan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3843008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37DEB-366C-40C2-8252-98B478FA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39BEF-57F6-450A-B654-E0CC0DDF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4959F-D531-498C-B046-355E1357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407EC0-3920-4BC8-B7C1-BC417022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Copy to Other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c3199f6014b08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D9080-80C8-4906-93F5-40FC6CCC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Salin grade hanya ketika lantai tujuan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menggunakan grade yang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E0E79-2960-4762-A554-DD109C60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Grade Settings dengan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dan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29208164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CDF86A-8396-4960-A42C-C144DBAD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1751B-5B69-424F-9648-4B164DA5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A6D4B-4FFF-4476-93F8-826BA01A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549177-081F-4803-8813-A1E60091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Floor dan Concrete Grade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988E6-1C73-4855-8513-B4510466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068A6-CB74-4F10-BC5D-0B917DB9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D24C9-1E2F-458F-9C40-4DE85122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B7BF9-B336-47DC-89A3-EB1AB430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21247667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0449B2-2041-47DC-9D03-C44A8C07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C71A7-564C-4400-BA37-2015925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DF47C-F02B-4491-9EC0-9F6B29CC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A5B6C6-F9F6-4888-B565-2E302884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Memisahkan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C5D9F-8F93-4197-B9B3-A9A848C4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Menyiapkan gambar sumber yang terpisah dan mudah dikenali.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CEE84-1808-4528-AB20-ECD85EF9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6DA20-FA34-4313-82D6-BC7BE60B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alur berdasarkan format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40A3D-A4B1-4FE0-A2D6-1B86F001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Identify &gt; 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AFAEB-1480-4934-8DE9-95DB7835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Buka Drawing Manager dan pilih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710DD-50C2-4270-9EDA-4FF68CA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Block-select area yang diperlukan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E6B59-091B-4241-95F5-E399372D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Beri nama gambar hasil split</a:t>
            </a:r>
          </a:p>
        </p:txBody>
      </p:sp>
    </p:spTree>
    <p:extLst>
      <p:ext uri="{BB962C8B-B14F-4D97-AF65-F5344CB8AC3E}">
        <p14:creationId xmlns:p14="http://schemas.microsoft.com/office/powerpoint/2010/main" val="60193832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808DB5-057E-44E9-85B1-CB775F3C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00ADF-BF36-4FB3-823E-C2394048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6FEB4-68D3-4A2D-9575-E39B39EE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AB3E58-71B2-44A6-81CA-A79D85E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alur berdasarkan format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5ba2b96264f69"/>
          <a:stretch xmlns:a="http://schemas.openxmlformats.org/drawingml/2006/main"/>
        </p:blipFill>
        <p:spPr>
          <a:xfrm xmlns:a="http://schemas.openxmlformats.org/drawingml/2006/main">
            <a:off x="5206383" y="1809750"/>
            <a:ext cx="61797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65C72-BE6C-477E-9FBD-F62F2FF5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DWG diimpor dan dipisahkan; vector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scanned PDF juga perlu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diskalakan bila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BB28B-B24B-4A60-BD0B-9E08505C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Diagram alur impor, pemisahan,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penskalaan gambar DWG serta PDF.</a:t>
            </a:r>
          </a:p>
        </p:txBody>
      </p:sp>
    </p:spTree>
    <p:extLst>
      <p:ext uri="{BB962C8B-B14F-4D97-AF65-F5344CB8AC3E}">
        <p14:creationId xmlns:p14="http://schemas.microsoft.com/office/powerpoint/2010/main" val="163105880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4C6A3-FF55-4149-8BE6-7BEA42F3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87022-4147-4D0A-ABE2-5E4FD985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CCDB1-03B0-443F-B6F7-8CED458C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F3323B4-2D58-4841-9AC5-55B92E38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Identify &gt; Add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5c820a2414071"/>
          <a:stretch xmlns:a="http://schemas.openxmlformats.org/drawingml/2006/main"/>
        </p:blipFill>
        <p:spPr>
          <a:xfrm xmlns:a="http://schemas.openxmlformats.org/drawingml/2006/main">
            <a:off x="5086350" y="2042442"/>
            <a:ext cx="6419850" cy="32017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007D5-BAC3-47FC-895F-4A7625E6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Add untuk memilih satu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beberapa 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5942D-D14B-41E7-B971-FDA11D5F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dan dialog pemilihan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beberapa file DWG.</a:t>
            </a:r>
          </a:p>
        </p:txBody>
      </p:sp>
    </p:spTree>
    <p:extLst>
      <p:ext uri="{BB962C8B-B14F-4D97-AF65-F5344CB8AC3E}">
        <p14:creationId xmlns:p14="http://schemas.microsoft.com/office/powerpoint/2010/main" val="83442634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D1219-220D-4376-8140-3F150FE6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48153-6D81-4D55-BBA2-D6085BC3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765B9-5E69-4498-8381-CAFF427B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DF9228-2EB0-4F73-BEE0-BE84616F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Drawing Manager dan pilih Split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cc7134d845ad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7F427-13BF-4E9B-900C-7A484148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Pisahkan lembar gabungan agar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setiap rencana dapat dikelola sendiri.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BF5E4-3A93-4079-A8D3-C1AD00B3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batas seleksi kuning,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penamaan gambar.</a:t>
            </a:r>
          </a:p>
        </p:txBody>
      </p:sp>
    </p:spTree>
    <p:extLst>
      <p:ext uri="{BB962C8B-B14F-4D97-AF65-F5344CB8AC3E}">
        <p14:creationId xmlns:p14="http://schemas.microsoft.com/office/powerpoint/2010/main" val="188471660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0D558-F546-4EB4-9980-1B42D68A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D5D43-43BC-4F16-AE8B-2C7006E9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2A36D-D33C-4B09-B2F2-E638D53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2374250-55C4-4A53-8F65-402B5470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Block-select area yang diperlukan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afa8b553949d6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BE450-1357-43AD-A34C-EF83BCA1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batas rencana yang lengkap lalu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pilihan.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8A260-CE7D-4824-8F27-932EB10F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batas seleksi kuning,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penamaan gambar.</a:t>
            </a:r>
          </a:p>
        </p:txBody>
      </p:sp>
    </p:spTree>
    <p:extLst>
      <p:ext uri="{BB962C8B-B14F-4D97-AF65-F5344CB8AC3E}">
        <p14:creationId xmlns:p14="http://schemas.microsoft.com/office/powerpoint/2010/main" val="101732197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DC1E1-3D05-4159-ADE5-C3F3BC43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6BE54-A458-435D-96E0-7D05C73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7EB32-EF8F-4DAE-8386-4FDFFDE8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2BEF86A-DEB7-4A10-9EDE-182F4B1A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Beri nama gambar hasil split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0590dda854c7f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AA5BC-40AA-4CE0-9A87-72D5010F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nama yang menjelaskan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jenis gambar.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733EF-250A-47AB-9737-259BFD39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batas seleksi kuning,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penamaan gambar.</a:t>
            </a:r>
          </a:p>
        </p:txBody>
      </p:sp>
    </p:spTree>
    <p:extLst>
      <p:ext uri="{BB962C8B-B14F-4D97-AF65-F5344CB8AC3E}">
        <p14:creationId xmlns:p14="http://schemas.microsoft.com/office/powerpoint/2010/main" val="190155045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429CEA-4DEE-42D1-86B0-2D1B0E41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6C5E6-4EA3-4D4B-85A9-D1313165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74164-3978-45C9-A7CF-F37DA0C9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B8EE6C5-CB0D-486C-869B-4535AFA9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Memisahkan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0F32A-6070-4A82-8B51-634FC20A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15D56-7AF5-4031-9EDC-BF690D40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846F2-034F-4505-B477-77CFDA10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C81F7-FAE0-4605-B8C1-67144040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05927446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51B346-973A-482D-B5EF-277C0F32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ED4DE-F0D7-4C4E-9477-7FA2DB76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8A8F8-460C-485F-A7D1-A6479A82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5A1C3A-4C32-4F52-9AF6-BEF1FA03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Skala dan Posisi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836B7-858A-421D-99D7-13304BE8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Mengkalibrasi gambar dan menyelaraskannya dengan axis grid.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DE88A-F53C-410C-9733-1981535F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6CDAC-CF18-4618-AD44-C3FEC3A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Identify &gt; Scale 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D29FF-64BA-4BAC-B081-4631038B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Tentukan titik awal, akhir, dan actual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FBE62-9E78-4B14-B7E8-83F7387A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Verifikasi dengan dimensi 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88B11-2836-4A3B-8BA3-E6D14B89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Buka Relocate dan pilih titik referensi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CD201-6C65-4D6A-A939-F39E39E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Selaraskan dengan titik axis grid</a:t>
            </a:r>
          </a:p>
        </p:txBody>
      </p:sp>
    </p:spTree>
    <p:extLst>
      <p:ext uri="{BB962C8B-B14F-4D97-AF65-F5344CB8AC3E}">
        <p14:creationId xmlns:p14="http://schemas.microsoft.com/office/powerpoint/2010/main" val="23810444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9E6CC7-5F70-42C1-9455-58C45774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3E17-6901-4943-9BD5-54D6F85F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185C6-E9BE-456F-B53B-254E7697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ECA925-06E7-465B-97B6-6D554B1B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Identify &gt; Scale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bac82ec31483a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012DD-3228-4016-9E0B-24BBDA48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gambar yang akan dikalibrasi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sebelum menentukan dua titik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78997-FCEE-482C-9B44-C91405F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dua titik referensi,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Input Actual Length.</a:t>
            </a:r>
          </a:p>
        </p:txBody>
      </p:sp>
    </p:spTree>
    <p:extLst>
      <p:ext uri="{BB962C8B-B14F-4D97-AF65-F5344CB8AC3E}">
        <p14:creationId xmlns:p14="http://schemas.microsoft.com/office/powerpoint/2010/main" val="53044028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6B091-D72A-4668-A0DB-0B21674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2B6A1-BFD7-478D-8441-62D54353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C5D7E-6973-4F6A-A413-9D9BDC53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3D6478-0F8A-4228-8696-A42AAF0A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titik awal, akhir, dan actual length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29225a8e14f5d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60B9F-13CF-4C33-A638-F5B7413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dimensi tertulis yang dapat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dipercaya untuk memasukkan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panjang sebenarnya.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193ED-B087-4717-B119-B938862E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dua titik referensi,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Input Actual Length.</a:t>
            </a:r>
          </a:p>
        </p:txBody>
      </p:sp>
    </p:spTree>
    <p:extLst>
      <p:ext uri="{BB962C8B-B14F-4D97-AF65-F5344CB8AC3E}">
        <p14:creationId xmlns:p14="http://schemas.microsoft.com/office/powerpoint/2010/main" val="155755228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802D80-3A44-4CFC-BE2D-CC4E52AF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45055-FF23-44AA-A885-9CBDD666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E2062-BDD5-434A-86C7-E63B0DBA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A95A4A-1648-429E-A610-9A3842B8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Verifikasi dengan dimensi lain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6503e03b64695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B8598-EBD2-4248-81B8-59B4D2C7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Ukur jarak yang tidak dipakai saat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kalibrasi dan pastikan hasilnya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78729-7B1F-4A50-BE61-2BED44E5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dua titik referensi,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Input Actual Length.</a:t>
            </a:r>
          </a:p>
        </p:txBody>
      </p:sp>
    </p:spTree>
    <p:extLst>
      <p:ext uri="{BB962C8B-B14F-4D97-AF65-F5344CB8AC3E}">
        <p14:creationId xmlns:p14="http://schemas.microsoft.com/office/powerpoint/2010/main" val="832141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A8F126-E22C-4A14-9883-6939492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025A7-092A-441C-AD6B-3FBEAFD3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C5F2A-D896-4037-8709-B50B310E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79634E4-70B7-4EAF-A526-BC2BBFF4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Relocate dan pilih titik referensi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94235bfda4790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962CF-4B39-46F0-9F28-A036E19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titik yang jelas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gambar, misalnya perpotongan A/1.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E598-4702-4F37-B6A9-BB81667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dengan titik referensi gambar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perpotongan axis grid.</a:t>
            </a:r>
          </a:p>
        </p:txBody>
      </p:sp>
    </p:spTree>
    <p:extLst>
      <p:ext uri="{BB962C8B-B14F-4D97-AF65-F5344CB8AC3E}">
        <p14:creationId xmlns:p14="http://schemas.microsoft.com/office/powerpoint/2010/main" val="125617591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2B19F-5D14-4F9A-ADE1-CD8F5997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5E9BF-0FDF-4C34-905A-57C6F0A2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C9AD9-A2DB-4BAD-9261-12702905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D52A82-D91E-423D-A623-A3C035F5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Selaraskan dengan titik axis grid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96754289144f5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5F4C3-4183-4221-939A-4C067198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titik yang sama pada grid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gunakan intersection snap bila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pemilihan tidak akurat.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D9790-C210-431F-98A3-3C4A0B82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dengan titik referensi gambar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perpotongan axis grid.</a:t>
            </a:r>
          </a:p>
        </p:txBody>
      </p:sp>
    </p:spTree>
    <p:extLst>
      <p:ext uri="{BB962C8B-B14F-4D97-AF65-F5344CB8AC3E}">
        <p14:creationId xmlns:p14="http://schemas.microsoft.com/office/powerpoint/2010/main" val="200815372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65BF6D-56EB-4F2A-9AB5-8E9E9337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9F219-16E5-4066-926D-E0480F8B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89D09-836D-4BA8-83AD-D02EB7EF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2F31B2-413D-4B02-9B2C-8D2B685B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Skala dan Posisi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15BA5-D150-49D8-8722-70FB74D8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E79C8-5266-4AD9-8CBA-DA5C966E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A0784-56B1-438B-BE26-7895CEB4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F84E8-7550-414F-8A8C-6CE0CF4E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58468934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F54C3-5E4C-47A6-90F6-74C92358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7D177-4349-451A-BE44-240B90FC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80CC7-2CDD-4CFC-9947-26EC14D1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AF49E8E-A804-476B-AABB-324DA978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Axis 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69061-ADBB-4875-A025-CC9D19C5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axis grid secara otomatis atau manual sesuai gambar.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A3357-D3BC-4370-921C-0CD1634B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BD631-6EC6-487C-8BBE-2CF01F61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tipe axis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DE71B-2A61-4CAC-9B21-27952BE1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Ambil garis dengan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6A605-A1B1-4DEF-9726-82E4E5D9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Ambil label dengan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004F0-AEA1-47E6-BC8A-D8D1EAAD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AD4CB-99DB-4116-8BC2-07C53C24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Buat axis orthogonal secara manual</a:t>
            </a:r>
          </a:p>
        </p:txBody>
      </p:sp>
    </p:spTree>
    <p:extLst>
      <p:ext uri="{BB962C8B-B14F-4D97-AF65-F5344CB8AC3E}">
        <p14:creationId xmlns:p14="http://schemas.microsoft.com/office/powerpoint/2010/main" val="211198480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832DF-B939-4ED2-8423-BB042E9A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D2F72-95AD-42C2-87D9-0A2BA564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1406B-63C8-4A7F-B557-064430D2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21503E-5A3D-43A9-8208-96D8238F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tipe axis grid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1448210b34419"/>
          <a:stretch xmlns:a="http://schemas.openxmlformats.org/drawingml/2006/main"/>
        </p:blipFill>
        <p:spPr>
          <a:xfrm xmlns:a="http://schemas.openxmlformats.org/drawingml/2006/main">
            <a:off x="5086350" y="2080289"/>
            <a:ext cx="6419850" cy="31260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3BD7A-4DF3-449E-8B00-08E3713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TAS mendukung orthogonal,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diagonal, dan arc axis grid.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27689-CB0A-4CCC-8CD7-BC4EDC08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orthogonal, arc, dan diagonal axis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grid.</a:t>
            </a:r>
          </a:p>
        </p:txBody>
      </p:sp>
    </p:spTree>
    <p:extLst>
      <p:ext uri="{BB962C8B-B14F-4D97-AF65-F5344CB8AC3E}">
        <p14:creationId xmlns:p14="http://schemas.microsoft.com/office/powerpoint/2010/main" val="44815729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4583A-8FF5-4AF1-A2A2-BC17165F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3A3CF-E5A6-4973-B106-BC36B5FA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CF5F4-3E0A-490F-96A9-EFB3B0F6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69C6D5-F02C-43D1-8819-F6BB30DE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garis dengan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f100e985f4100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93EA7-23BE-4CD6-96A4-6931540F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identifikasi otomatis, pilih axis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lines berdasarkan layer atau colour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3A000-1931-47BB-8D92-69BEA28E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dengan pilihan layer atau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colour dan garis axis terpilih.</a:t>
            </a:r>
          </a:p>
        </p:txBody>
      </p:sp>
    </p:spTree>
    <p:extLst>
      <p:ext uri="{BB962C8B-B14F-4D97-AF65-F5344CB8AC3E}">
        <p14:creationId xmlns:p14="http://schemas.microsoft.com/office/powerpoint/2010/main" val="202652345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1D47A-C63A-4F46-AEA4-953CF8EB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EE22C-EFB6-468E-8C2F-2675A037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7F3EF-569B-4B25-9B64-A830E33B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413B1CA-A928-4880-A056-18E10932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label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cb98bdd314fd6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8783E-ED9F-4348-8084-55AA168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label axis berdasarkan layer atau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colour yang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E362F-23AA-4B87-8711-814C6D47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dengan pilihan layer atau colour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label axis terpilih.</a:t>
            </a:r>
          </a:p>
        </p:txBody>
      </p:sp>
    </p:spTree>
    <p:extLst>
      <p:ext uri="{BB962C8B-B14F-4D97-AF65-F5344CB8AC3E}">
        <p14:creationId xmlns:p14="http://schemas.microsoft.com/office/powerpoint/2010/main" val="21591855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6C2BE-74A6-4D07-998F-C7EC201E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33A67-404F-42D7-86CA-21E9748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E9E1A-69F9-455D-AA68-EBC7F8FB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945F5A1-E127-4D8B-8FB2-455BDB57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91be5aae34d17"/>
          <a:stretch xmlns:a="http://schemas.openxmlformats.org/drawingml/2006/main"/>
        </p:blipFill>
        <p:spPr>
          <a:xfrm xmlns:a="http://schemas.openxmlformats.org/drawingml/2006/main">
            <a:off x="5086350" y="1823252"/>
            <a:ext cx="6419850" cy="36401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D393A-7FBB-41DA-B0CF-AE7CA11C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axis yang terbentuk terhadap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garis dan label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531E4-87E1-4518-9941-C74349D7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di atas denah axis grid.</a:t>
            </a:r>
          </a:p>
        </p:txBody>
      </p:sp>
    </p:spTree>
    <p:extLst>
      <p:ext uri="{BB962C8B-B14F-4D97-AF65-F5344CB8AC3E}">
        <p14:creationId xmlns:p14="http://schemas.microsoft.com/office/powerpoint/2010/main" val="168141852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A27AC7-90D0-4A8B-8DE3-C774EA1F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4A557-87FE-4208-9554-AEC7D163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718B0-BC84-4285-8DC5-1A3AC565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6FB6C56-65D1-4F61-9657-AC913A1F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axis orthogonal secara manual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1ce95f6024ba0"/>
          <a:stretch xmlns:a="http://schemas.openxmlformats.org/drawingml/2006/main"/>
        </p:blipFill>
        <p:spPr>
          <a:xfrm xmlns:a="http://schemas.openxmlformats.org/drawingml/2006/main">
            <a:off x="5102867" y="1809750"/>
            <a:ext cx="6386816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73F84-74C3-45D7-8DCF-9C2288AA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Draw &gt; New Orthogonal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Axis Grid, masukkan numbering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distance, tentukan posisi, lalu pilih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E139E-9231-4F23-ABA0-02D4D591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New Orthogonal Axis Grid dengan field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direction, numbering, dan distance.</a:t>
            </a:r>
          </a:p>
        </p:txBody>
      </p:sp>
    </p:spTree>
    <p:extLst>
      <p:ext uri="{BB962C8B-B14F-4D97-AF65-F5344CB8AC3E}">
        <p14:creationId xmlns:p14="http://schemas.microsoft.com/office/powerpoint/2010/main" val="162759630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10F2A9-4F6A-46F6-B16C-C0B37CD4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B5929-5A9C-44D0-985F-82D8DD2E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78CF2-5FCF-4AB8-AD7A-4790995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12DCDC-91C0-407D-93E4-6C27A5CD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Axis 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1CBB3-9A4D-42A6-9202-8FB8333F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DF6BE-D749-4CC3-93C1-C57AE263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37CB7-138E-496F-B697-CFDFFACC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F9B81-1F25-4CDF-B705-88BB2712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44778231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9A8C17-6237-4A8A-A663-87A19CE9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4BF7C-4840-4DF3-B121-23D17F41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99C1A-8C5B-48DF-9365-D75820CF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BDD5BDA-31C6-418C-9600-824CE18E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Pemodelan Elemen Bangunan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43BAB-2D81-4D3E-9F82-1FF3CBA9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Identifikasi otomatis berdasarkan layer atau colour ditujukan terutama untuk CAD dan vector PDF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memiliki data garis serta teks.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E9C5E-782A-47DB-9172-0776DC1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134"/>
            <a:ext cx="108204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 Cap → Column → Beam → Slab → Wall → Opening → Finishing</a:t>
            </a:r>
          </a:p>
        </p:txBody>
      </p:sp>
    </p:spTree>
    <p:extLst>
      <p:ext uri="{BB962C8B-B14F-4D97-AF65-F5344CB8AC3E}">
        <p14:creationId xmlns:p14="http://schemas.microsoft.com/office/powerpoint/2010/main" val="40176876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043CD9-D33D-4440-ABD6-01F85716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39F9D-1421-4C41-B4D0-1B77999E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7A7FD-54EE-45B4-BB81-2010BCC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C229DF-9BD1-44ED-8F4E-6EB28F6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46B42-B8EE-4853-885D-5864987C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pile cap dari garis dan label yang dapat dikenali.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C4492-B486-4DE2-911F-985C5D64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A23BC-A5E2-44E9-B337-C237208D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9D320-21D4-4BCA-A84F-6824CC47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frame pile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9F7A6-C21E-4468-883E-BAB0AC4D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Ambil label pile cap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FEE0F-0C56-4141-9647-6C0FA226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Auto-Identify dan periksa hasil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4C5CE-D89F-474C-BBAE-4FA1D55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kuantitas pile cap</a:t>
            </a:r>
          </a:p>
        </p:txBody>
      </p:sp>
    </p:spTree>
    <p:extLst>
      <p:ext uri="{BB962C8B-B14F-4D97-AF65-F5344CB8AC3E}">
        <p14:creationId xmlns:p14="http://schemas.microsoft.com/office/powerpoint/2010/main" val="82382256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4EC9C-17B5-4960-802D-EB7C246B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EDE53-7755-4393-B502-8322FA24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2296C-44FF-4B86-9ADA-022B9E8D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4CF817-8020-440B-B450-4FBE63B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5881b50074e04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3AC34-474F-4EC2-8F4A-48E4E15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pemilihan berdasarkan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colour pada CAD atau vector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PDF yang memiliki data garis.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9C1F5-5E1C-4431-B91E-95264906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frame pile cap PC2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11390368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A7D296-14B1-41AB-B340-D5CC632E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77DCB-CA3E-4B3F-9225-04FDE0A0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0049F-0F78-41C7-AAF9-0986F1B8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E8D8683-2234-4369-B649-69CFF549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frame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9c1b07d864272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B5CC-71D8-482F-9823-91F32236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garis tepi pile cap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lengkap lalu konfirmasi pilihan.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0BF1A-4846-478F-9885-65809B75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frame pile cap PC2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73622021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097BBA-9AF8-43E1-97E0-A9873845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1A65B-C667-4879-A0D5-DFF2F44C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7A288-228D-4127-A419-71748390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5114537-2471-4017-88A1-6CB4A603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label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ccdee11234093"/>
          <a:stretch xmlns:a="http://schemas.openxmlformats.org/drawingml/2006/main"/>
        </p:blipFill>
        <p:spPr>
          <a:xfrm xmlns:a="http://schemas.openxmlformats.org/drawingml/2006/main">
            <a:off x="5086350" y="1814805"/>
            <a:ext cx="6419850" cy="36570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C02E2-4A39-4236-8F0C-F60241D7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Label untuk memilih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nama elemen yang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11F35-680F-4531-B7F0-ACB67876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dan teks PC2 pada denah pile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cap.</a:t>
            </a:r>
          </a:p>
        </p:txBody>
      </p:sp>
    </p:spTree>
    <p:extLst>
      <p:ext uri="{BB962C8B-B14F-4D97-AF65-F5344CB8AC3E}">
        <p14:creationId xmlns:p14="http://schemas.microsoft.com/office/powerpoint/2010/main" val="23635258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3F85FC-CE69-464F-8BA9-9D4F473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24672-8755-4B27-9861-63CE29C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34CDB-DBBA-4CCF-9E6C-B74D8511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A10AE9-07E2-4E22-B8AD-3C55488A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 dan periksa hasil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c97f2f959470c"/>
          <a:stretch xmlns:a="http://schemas.openxmlformats.org/drawingml/2006/main"/>
        </p:blipFill>
        <p:spPr>
          <a:xfrm xmlns:a="http://schemas.openxmlformats.org/drawingml/2006/main">
            <a:off x="5086350" y="2118285"/>
            <a:ext cx="6419850" cy="30500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E65D0-B4BD-42C9-BA71-916BEDD1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posisi serta ukuran pile cap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08D61-C41C-46A1-B5E3-CCFAB981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dengan outline pile cap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model 3D.</a:t>
            </a:r>
          </a:p>
        </p:txBody>
      </p:sp>
    </p:spTree>
    <p:extLst>
      <p:ext uri="{BB962C8B-B14F-4D97-AF65-F5344CB8AC3E}">
        <p14:creationId xmlns:p14="http://schemas.microsoft.com/office/powerpoint/2010/main" val="4999073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D2CE99-D917-4D4A-BB2B-39D7BFEC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E2C3A-3C22-4B63-9B7E-AE89D03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001B2-A386-4D66-8ED2-616EF80C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6E1950D-C272-433F-A708-FA28EC81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kuantitas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00003edd64104"/>
          <a:stretch xmlns:a="http://schemas.openxmlformats.org/drawingml/2006/main"/>
        </p:blipFill>
        <p:spPr>
          <a:xfrm xmlns:a="http://schemas.openxmlformats.org/drawingml/2006/main">
            <a:off x="5086350" y="2421185"/>
            <a:ext cx="6419850" cy="24442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06FAB-1BBB-48B2-9164-27568172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Volume untuk beton dan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of Formwork untuk bekisting.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E3D85-4608-4C3A-9F66-8222D7A8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pile cap dengan Volume dan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33155283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FF41C-40D1-40C6-A4C9-2112D570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962FC-0884-475E-8DDE-C792D3C2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8A9F9-53E8-48D1-93E2-FA83FC63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3DCA6D-63CD-4AD8-A77D-DB291048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50AEE-A97E-45FC-AC04-460A7E0E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EF7B4-3E1E-4B41-AD28-97563F73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D3957-2BBF-47BC-B686-F4A1E38B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090D0-3BDD-46A9-9F24-FA997F57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70160318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7D5C79-C6AD-49C7-AD71-332E86EA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7A5C0-03BC-4CB7-A27F-13208AA5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677E4-C5C5-48BD-AA44-45CDC8FC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68D050D-DA7B-4E94-B75A-5D96BD05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88F67-3AB6-4430-9905-FE5B1BA0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kolom dan memeriksa model tiga dimensinya.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0F7C9-9AE9-4C07-9F6B-C518BF44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95999-53A1-49E2-A731-BE30E78D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Kenali tipe kolom yang relevan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FE405-7E57-466C-8F0B-8BFC9AB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outline dengan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2D1CD-C2A6-4FB2-8B9F-92523B2B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nama dengan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C3BC2-7A64-44DD-869D-88D7F6B2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59663-321B-431C-A332-A510F95D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kolom dalam 3D</a:t>
            </a:r>
          </a:p>
        </p:txBody>
      </p:sp>
    </p:spTree>
    <p:extLst>
      <p:ext uri="{BB962C8B-B14F-4D97-AF65-F5344CB8AC3E}">
        <p14:creationId xmlns:p14="http://schemas.microsoft.com/office/powerpoint/2010/main" val="82313192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DEE63-3427-44EF-8B79-C380CE20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B2C71-43E1-418D-AAAE-0AE4FB94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5D179-0AF6-4321-8E52-55980485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953E6E-7C3B-4F87-8B6A-77C2726F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Kenali tipe kolom yang relevan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2a09f1ea54021"/>
          <a:stretch xmlns:a="http://schemas.openxmlformats.org/drawingml/2006/main"/>
        </p:blipFill>
        <p:spPr>
          <a:xfrm xmlns:a="http://schemas.openxmlformats.org/drawingml/2006/main">
            <a:off x="5086350" y="2096342"/>
            <a:ext cx="6419850" cy="30939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45C44-4F8E-49D6-AED3-0C664A11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manual mencakup round,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slanted, composite, dan steel column.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81E38-84C6-40C9-9C0D-D9589B7B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composite, round, steel,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slanted column.</a:t>
            </a:r>
          </a:p>
        </p:txBody>
      </p:sp>
    </p:spTree>
    <p:extLst>
      <p:ext uri="{BB962C8B-B14F-4D97-AF65-F5344CB8AC3E}">
        <p14:creationId xmlns:p14="http://schemas.microsoft.com/office/powerpoint/2010/main" val="43043789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D3F8C-DA86-42E2-8625-002D3EBF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55D73-7A87-4E9D-8132-80AB2A79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2A860-6DC4-41D3-BE50-FA618903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2C816B-F302-44DD-84CC-DB4D7402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outline dengan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5c818886b4496"/>
          <a:stretch xmlns:a="http://schemas.openxmlformats.org/drawingml/2006/main"/>
        </p:blipFill>
        <p:spPr>
          <a:xfrm xmlns:a="http://schemas.openxmlformats.org/drawingml/2006/main">
            <a:off x="5086350" y="2020535"/>
            <a:ext cx="6419850" cy="32455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6B402-6479-4747-ADCF-63514E13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layer atau colour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hanya memuat garis pembentuk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34116-4848-4190-8785-CE039719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outline kolom K2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27604107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83527-4A2E-4EF4-A3C6-B79D092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20C0C-E50F-4F38-9838-FF5C4F51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8E621-4A1D-496F-8637-ACE39947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7C519A3-284C-4714-8B61-CAE09014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nama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4d21b94ec4daa"/>
          <a:stretch xmlns:a="http://schemas.openxmlformats.org/drawingml/2006/main"/>
        </p:blipFill>
        <p:spPr>
          <a:xfrm xmlns:a="http://schemas.openxmlformats.org/drawingml/2006/main">
            <a:off x="5086350" y="2012900"/>
            <a:ext cx="6419850" cy="32608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EE17C-027E-4596-AD02-9B4FAF30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label kolom yang berpasangan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outline terpilih.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9624B-967F-42B8-914C-BD6190D9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dan teks K2 pada denah kolom.</a:t>
            </a:r>
          </a:p>
        </p:txBody>
      </p:sp>
    </p:spTree>
    <p:extLst>
      <p:ext uri="{BB962C8B-B14F-4D97-AF65-F5344CB8AC3E}">
        <p14:creationId xmlns:p14="http://schemas.microsoft.com/office/powerpoint/2010/main" val="154524509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64402-2BEC-4DE5-BA37-BE41CBAA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51534-8038-463B-9AFC-1A030559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8823B-55E6-4438-8806-8BAB45F7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D7D419-42F7-451C-A9E7-CCCE8B2C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24bd4084046ea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B0D6F-CDBE-46BF-B589-5B67165A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elemen setelah garis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label selesai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5A8BD-49F2-41AC-B611-A214D0A8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dengan outline dan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 3D berwarna ungu.</a:t>
            </a:r>
          </a:p>
        </p:txBody>
      </p:sp>
    </p:spTree>
    <p:extLst>
      <p:ext uri="{BB962C8B-B14F-4D97-AF65-F5344CB8AC3E}">
        <p14:creationId xmlns:p14="http://schemas.microsoft.com/office/powerpoint/2010/main" val="169223176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B62022-DF8F-4955-BF81-F65F6003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280E9-C41F-4CD9-89E5-FD3CFB9B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90803-E399-4A17-A11A-CAAF561F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0DB4D4D-A2F5-4B2A-80BA-1D2B270A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kolom dalam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c63c61cc54589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08951-7D59-4459-AB5C-68343B69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posisi, ukuran, dan lantai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C1B34-FA8D-4D08-ACCC-EABF0810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dengan outline dan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 3D berwarna ungu.</a:t>
            </a:r>
          </a:p>
        </p:txBody>
      </p:sp>
    </p:spTree>
    <p:extLst>
      <p:ext uri="{BB962C8B-B14F-4D97-AF65-F5344CB8AC3E}">
        <p14:creationId xmlns:p14="http://schemas.microsoft.com/office/powerpoint/2010/main" val="88521627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0D5842-5EB6-463E-AAE1-19C46221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46F99-A776-4221-93F3-6EDEA2C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F64CA-74EF-4188-BDC4-F202F850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F6C8975-A849-42C7-9A65-71F8D4F0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9AFC8-0429-42F2-96BE-B6F7817D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22521-D17F-40B1-A7C3-305E0A79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8218A-7765-4ED6-AC47-2A3BF578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8C7DA-C2F7-40C5-9241-1F55366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193660205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10B690-0F96-4FC5-91EA-3C0DA1C4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2513C-32D3-409B-8D8B-D6B0D388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8AC19-E077-43CA-A525-89818516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F05CF89-1D1B-4426-8BC4-D21D59F7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dan Memeriksa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299F5-C87F-462E-B5D0-79B93D2D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balok, memperbaiki kesalahan, dan memeriksa kuantitasnya.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63E1E-F8EB-42E9-AEE1-1E60893B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8D4E8-C159-47F5-B421-C7C3BCFF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beam lines dengan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5E4F3-E3F4-4E70-9CD3-CCB85BFE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label dengan Pick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15E69-5D6C-4F16-AD03-9D7ABEEF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Jalankan Auto-Identify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95078-52E9-4B44-B75A-F7FEEBCB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Lakukan Identification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59163-1D42-47A5-8DED-F9D92D2F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kuantitas balok</a:t>
            </a:r>
          </a:p>
        </p:txBody>
      </p:sp>
    </p:spTree>
    <p:extLst>
      <p:ext uri="{BB962C8B-B14F-4D97-AF65-F5344CB8AC3E}">
        <p14:creationId xmlns:p14="http://schemas.microsoft.com/office/powerpoint/2010/main" val="15349477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6640E-77EB-4897-934F-15FF5D19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75168-6C95-4412-8874-509DC428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7EDB4-6273-44AB-AFB1-B87F64E4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A57DE2A-0095-4C6E-9158-276E4BB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beam lines dengan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bdfc699744334"/>
          <a:stretch xmlns:a="http://schemas.openxmlformats.org/drawingml/2006/main"/>
        </p:blipFill>
        <p:spPr>
          <a:xfrm xmlns:a="http://schemas.openxmlformats.org/drawingml/2006/main">
            <a:off x="5086350" y="2060016"/>
            <a:ext cx="6419850" cy="31665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C88F5-4252-421A-A77B-EFA0F5E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layer atau colour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untuk mengambil garis tepi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4BAFC-7B8D-4A00-B550-99552EE1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garis batas balok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114914997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2A9618-09A8-4065-923E-EBBA988F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5DF8A-6106-4AED-BB24-C2678D47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D06F8-BAE9-4B30-B75F-FAC9E2E0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17F246C-6D27-45B0-871F-146DD483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label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da2a7e9664b06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54512-BD5A-423B-A83F-776B8F07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nama balok yang berkaitan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garis terpilih.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9714A-5EF0-4689-86C8-27A1C63E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label 1B2 300x700,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57815343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1B5E20-DC9C-4537-8C87-E2D7BE65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BF2B5-8BB8-47DF-8E34-9C764FC0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048AA-CC15-438D-8D9B-934CBABB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3709764-26D4-40C2-993B-9B22C604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28db324f64c1b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D9F54-D8C2-4CDB-9BDF-0D5404A4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model balok setelah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garis dan label lengkap.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61F1D-B665-46AC-83F0-3A8F2F5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label 1B2 300x700,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30647595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387C97-62F1-40CE-AA4E-C17DC99F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D21D7-6A60-4E71-B88C-3BD08806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0A725-09C1-4BDB-9163-28647EFA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0ACB9A-A180-4934-87AA-D88FBCCD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Lakukan Identification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315326cc644fa"/>
          <a:stretch xmlns:a="http://schemas.openxmlformats.org/drawingml/2006/main"/>
        </p:blipFill>
        <p:spPr>
          <a:xfrm xmlns:a="http://schemas.openxmlformats.org/drawingml/2006/main">
            <a:off x="5086350" y="2108916"/>
            <a:ext cx="6419850" cy="30687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C4825-06FE-48B1-8B78-F8D6D045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Periksa, ubah elemen yang salah, lalu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pembaruan model 3D.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39587-124A-450A-B935-A1EB92AD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Identification Check, daftar error, Attribute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Editor, dan model balok 3D.</a:t>
            </a:r>
          </a:p>
        </p:txBody>
      </p:sp>
    </p:spTree>
    <p:extLst>
      <p:ext uri="{BB962C8B-B14F-4D97-AF65-F5344CB8AC3E}">
        <p14:creationId xmlns:p14="http://schemas.microsoft.com/office/powerpoint/2010/main" val="2833014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4AEC8-9033-45A5-A1D6-70FC42CB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3EFDC-5AAC-466F-97E7-C9C7B2AD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6D69C-EBF7-47CF-9326-B98CB6B7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EE676DC-5B45-4BB7-A311-056CE51E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kuantitas balok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9692c56324e08"/>
          <a:stretch xmlns:a="http://schemas.openxmlformats.org/drawingml/2006/main"/>
        </p:blipFill>
        <p:spPr>
          <a:xfrm xmlns:a="http://schemas.openxmlformats.org/drawingml/2006/main">
            <a:off x="5086350" y="2418649"/>
            <a:ext cx="6419850" cy="24493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179C6-E585-4B9C-B28E-839BF42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Volume beton dan Area of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CB7BF-6628-4045-A3A8-ABBFDCD3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balok dengan Volume dan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164582883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72561E-7140-4282-8292-65C7FE44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DA85C-9039-445D-9CB4-FE264552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E4A71-413D-4713-BF3F-DE2CB242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3137A3-4003-435B-B93C-7A0192C8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dan Memeriksa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F4463-41B4-4A24-94E9-C52D394A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BF33C-C6F1-4CB1-94C2-A248F31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49422-28AB-47FE-AC0F-40411E07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EA063-1BF2-4AF0-B7EB-F3AF9932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349412590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754BD3-5AC5-4788-8B92-9675C01E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78FEB-F81C-4076-A6EF-B8CCFD4A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2D5B7-22A7-4669-941A-8D80B444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9455845-CA6F-4F68-AB3D-D5A6E40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Pelat dan Slab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8C7ED-DA4C-435D-889D-9D1EC642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pelat dan opening dengan ketebalan serta batas yang benar.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80B3E-D528-4A41-8541-26EA9518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C9CD5-0004-4690-9F75-6D9A92FF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Kenali tipe pelat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99464-CE92-4FE2-982F-60983D6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Ambil label pelat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AEBA5-9F5D-43A4-8DC9-87F5302C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Slab Opening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BB47C-422C-4D7D-BE3E-5835570A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Identify Slab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14711-3ADB-4A0F-B7B6-25A8378E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dan kuantitas</a:t>
            </a:r>
          </a:p>
        </p:txBody>
      </p:sp>
    </p:spTree>
    <p:extLst>
      <p:ext uri="{BB962C8B-B14F-4D97-AF65-F5344CB8AC3E}">
        <p14:creationId xmlns:p14="http://schemas.microsoft.com/office/powerpoint/2010/main" val="349635268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A2C8C-5F24-496A-9654-CE6CC883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1DD97-0A3F-4723-B256-EC39C077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F93A7-10CE-43AC-A980-7E9FFB5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CC5BA5-A1DD-4DE0-802F-71A4B219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Kenali tipe pelat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1297e63b9485c"/>
          <a:stretch xmlns:a="http://schemas.openxmlformats.org/drawingml/2006/main"/>
        </p:blipFill>
        <p:spPr>
          <a:xfrm xmlns:a="http://schemas.openxmlformats.org/drawingml/2006/main">
            <a:off x="5086350" y="2083803"/>
            <a:ext cx="6419850" cy="3119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ACDE0-732D-4D4A-97B0-70684F89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manual mencakup in-situ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slab, bondek slab, dan spiral ramp.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36AEE-60A4-48AA-8688-185515FD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in-situ slab, spiral ramp,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bondek slab.</a:t>
            </a:r>
          </a:p>
        </p:txBody>
      </p:sp>
    </p:spTree>
    <p:extLst>
      <p:ext uri="{BB962C8B-B14F-4D97-AF65-F5344CB8AC3E}">
        <p14:creationId xmlns:p14="http://schemas.microsoft.com/office/powerpoint/2010/main" val="199448727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B4942-CDE0-4439-AABF-15B08782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E7640-AA72-4D84-A9A8-86CF1A86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24D35-2A6A-403F-BA88-EE1A2CD3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431CE34-F190-4BE5-B66C-2235A083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label pelat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1330dd9504998"/>
          <a:stretch xmlns:a="http://schemas.openxmlformats.org/drawingml/2006/main"/>
        </p:blipFill>
        <p:spPr>
          <a:xfrm xmlns:a="http://schemas.openxmlformats.org/drawingml/2006/main">
            <a:off x="5086350" y="2044241"/>
            <a:ext cx="6419850" cy="31981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C0E01-01E2-4C0E-80D7-D081AACE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Label berdasarkan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4312B-C678-41BB-B891-B9B42700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dan label pelat S1 pada denah.</a:t>
            </a:r>
          </a:p>
        </p:txBody>
      </p:sp>
    </p:spTree>
    <p:extLst>
      <p:ext uri="{BB962C8B-B14F-4D97-AF65-F5344CB8AC3E}">
        <p14:creationId xmlns:p14="http://schemas.microsoft.com/office/powerpoint/2010/main" val="1923340064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67904E-C4ED-4E1C-875A-780CF59A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35F9C-8828-4ECA-B4E5-31AEBE32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FBD27-7F58-4D5F-82FF-B5539268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6EF4D0-3EC8-4683-B0E4-3F3B1E47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Slab Opening 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644ca753d4e7a"/>
          <a:stretch xmlns:a="http://schemas.openxmlformats.org/drawingml/2006/main"/>
        </p:blipFill>
        <p:spPr>
          <a:xfrm xmlns:a="http://schemas.openxmlformats.org/drawingml/2006/main">
            <a:off x="5086350" y="2081281"/>
            <a:ext cx="6419850" cy="3124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EC824-C492-4A04-A8B4-573DDE96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boundary opening berdasarkan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layer atau colour 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A7688-BE0E-43CB-8223-3C85FDDC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Slab Opening Line dan batas opening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denah.</a:t>
            </a:r>
          </a:p>
        </p:txBody>
      </p:sp>
    </p:spTree>
    <p:extLst>
      <p:ext uri="{BB962C8B-B14F-4D97-AF65-F5344CB8AC3E}">
        <p14:creationId xmlns:p14="http://schemas.microsoft.com/office/powerpoint/2010/main" val="1254939804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5902D9-8959-487C-A343-7C2BEC3A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B789E-1D1A-4784-907A-11DEBD76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D1516-D7D8-4CF4-84F9-E39F9F9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B38D23-12FF-4205-9ED8-A26228D1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Identify Slab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14cc4f9044834"/>
          <a:stretch xmlns:a="http://schemas.openxmlformats.org/drawingml/2006/main"/>
        </p:blipFill>
        <p:spPr>
          <a:xfrm xmlns:a="http://schemas.openxmlformats.org/drawingml/2006/main">
            <a:off x="5086350" y="2070806"/>
            <a:ext cx="6419850" cy="31450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A01B8-CC88-4CE5-9545-277499F5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Slab Identification Option serta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koreksi thickness bila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9B402-9ACD-475A-9ADC-78609A7F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Slab, identification options,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thickness table, dan model 3D.</a:t>
            </a:r>
          </a:p>
        </p:txBody>
      </p:sp>
    </p:spTree>
    <p:extLst>
      <p:ext uri="{BB962C8B-B14F-4D97-AF65-F5344CB8AC3E}">
        <p14:creationId xmlns:p14="http://schemas.microsoft.com/office/powerpoint/2010/main" val="77168823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C99C6D-5065-4159-9DCA-55874C38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AAD14-218F-4B76-A9E8-545E2D24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B082A-B57A-4CD1-9095-685826EC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865E5BF-C60B-4FFF-8F5A-50876F8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dan kuantitas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c1e9540de4cea"/>
          <a:stretch xmlns:a="http://schemas.openxmlformats.org/drawingml/2006/main"/>
        </p:blipFill>
        <p:spPr>
          <a:xfrm xmlns:a="http://schemas.openxmlformats.org/drawingml/2006/main">
            <a:off x="5086350" y="2098674"/>
            <a:ext cx="6419850" cy="30892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49871-48AA-4AB2-B7E2-1057478A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Volume, Area of Formwork,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panjang side formwork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edge atau break.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839DD-AED9-452E-89AA-C7E19758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pelat dengan Volume, soffit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formwork, serta edge dan break lengths.</a:t>
            </a:r>
          </a:p>
        </p:txBody>
      </p:sp>
    </p:spTree>
    <p:extLst>
      <p:ext uri="{BB962C8B-B14F-4D97-AF65-F5344CB8AC3E}">
        <p14:creationId xmlns:p14="http://schemas.microsoft.com/office/powerpoint/2010/main" val="211700459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E089AA-239F-485E-9282-E66B0904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D340A-F1AD-449F-92D7-8FCE5D2F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94F07-248A-48F9-8DA6-DCF74509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6946B28-E3CF-4B23-866E-5265EDCF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Pelat dan Slab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CD81A-A322-4E50-AAAB-64521C0D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8F4C3-D05D-481E-AB8A-82BC8F43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C0BF2-A874-4CEB-BEE2-2CE0EAA8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328AA-1798-405A-AB3C-9ED9E3C2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0510321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72FDD2-1E7F-4AFD-9B05-BCE716E8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25EBD-C57B-460C-A355-9710FB99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1EB4F-158D-445D-B450-7DB506A7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7F4340-E429-4E92-9D6D-BDBA6174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Struktur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2BD8C-74D2-489F-9AFD-FE9E3208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concrete wall dan meninjau kuantitas strukturnya.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D7431-699F-4966-AA9A-1F10EC8F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3D583-D871-4997-81D7-3189BC87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Pick Concrete Wall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C3330-6B44-418B-8807-5CE553F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garis dinding struktur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C413C-32CB-4423-9D7E-AB9A081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nama dengan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EA06F-DEBD-4A6F-9963-DA1AB810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2D115-DA59-401D-8900-D806202B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kuantitas dinding struktur</a:t>
            </a:r>
          </a:p>
        </p:txBody>
      </p:sp>
    </p:spTree>
    <p:extLst>
      <p:ext uri="{BB962C8B-B14F-4D97-AF65-F5344CB8AC3E}">
        <p14:creationId xmlns:p14="http://schemas.microsoft.com/office/powerpoint/2010/main" val="200103484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15D734-3676-409F-A425-337894DD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E0253-C837-4DC9-A124-13E2CCB4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FA59D-3274-4131-9976-18E26D0F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6CF3EB-DDE4-470B-9DC0-0C97B88C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Pick Concrete Wall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2bd93fc754e5a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986E2-35AE-4203-91D4-4BAAA11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layer atau colour pada CAD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vector PDF yang memiliki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garis.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548A2-081A-4BFA-BB6E-7FEAE19F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struktur terpilih.</a:t>
            </a:r>
          </a:p>
        </p:txBody>
      </p:sp>
    </p:spTree>
    <p:extLst>
      <p:ext uri="{BB962C8B-B14F-4D97-AF65-F5344CB8AC3E}">
        <p14:creationId xmlns:p14="http://schemas.microsoft.com/office/powerpoint/2010/main" val="1605186174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BF7FD1-877F-41B3-A27D-AD65A09D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9475C-AA5E-4155-AB34-7A1D3270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DF872-4EDB-4042-894E-B7AE825E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7F9933-5D85-4865-A5FD-F63C915D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garis dinding struktur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63b2feff142c8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3B321-FC14-436B-97DC-E6D047E6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garis concrete wall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lengkap 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7DE65-2F53-43A3-B697-8A030574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struktur terpilih.</a:t>
            </a:r>
          </a:p>
        </p:txBody>
      </p:sp>
    </p:spTree>
    <p:extLst>
      <p:ext uri="{BB962C8B-B14F-4D97-AF65-F5344CB8AC3E}">
        <p14:creationId xmlns:p14="http://schemas.microsoft.com/office/powerpoint/2010/main" val="17701702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E2B6A0-A422-49CA-9AC0-44AB42C0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AB662-E8A2-4A85-B87E-04181E29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CDC9C-F1BC-4234-9F2A-2F90E701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A2E6EA2-6C3C-4530-A316-6F418208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nama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a9f58ad964ebc"/>
          <a:stretch xmlns:a="http://schemas.openxmlformats.org/drawingml/2006/main"/>
        </p:blipFill>
        <p:spPr>
          <a:xfrm xmlns:a="http://schemas.openxmlformats.org/drawingml/2006/main">
            <a:off x="5105990" y="1809750"/>
            <a:ext cx="6380570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E873C-629D-4143-97B8-149A56A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label concrete wall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garis terpilih.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28AEC-AE5D-4DCE-986F-FD5A92A4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Wall Label dan teks RC WALL 1.</a:t>
            </a:r>
          </a:p>
        </p:txBody>
      </p:sp>
    </p:spTree>
    <p:extLst>
      <p:ext uri="{BB962C8B-B14F-4D97-AF65-F5344CB8AC3E}">
        <p14:creationId xmlns:p14="http://schemas.microsoft.com/office/powerpoint/2010/main" val="106341542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42801-3415-432B-9585-C5F57C78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1A2DE-E437-496F-B2FC-26B8E497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6F1F6-F4EE-4525-BD6C-546634BB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1693B0-EE80-4E08-B11D-F7F79A99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8786782564119"/>
          <a:stretch xmlns:a="http://schemas.openxmlformats.org/drawingml/2006/main"/>
        </p:blipFill>
        <p:spPr>
          <a:xfrm xmlns:a="http://schemas.openxmlformats.org/drawingml/2006/main">
            <a:off x="5086350" y="1976233"/>
            <a:ext cx="6419850" cy="333415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B5D85-E384-4920-ACEB-7C7CB86A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kotak informasi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dinding 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11090-73A4-49B0-8552-67487FA4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Auto-Identify, dialog konfirmasi, dan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3D.</a:t>
            </a:r>
          </a:p>
        </p:txBody>
      </p:sp>
    </p:spTree>
    <p:extLst>
      <p:ext uri="{BB962C8B-B14F-4D97-AF65-F5344CB8AC3E}">
        <p14:creationId xmlns:p14="http://schemas.microsoft.com/office/powerpoint/2010/main" val="9759361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DB4F83-B00F-4435-B077-04C09644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8B636-B24D-4E4D-8F96-292A3D27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186B5-B9A6-4071-9E34-36CCB613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8326AE-7055-4E02-9BD7-33134EB4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kuantitas dinding struktur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3bfb9dfed4533"/>
          <a:stretch xmlns:a="http://schemas.openxmlformats.org/drawingml/2006/main"/>
        </p:blipFill>
        <p:spPr>
          <a:xfrm xmlns:a="http://schemas.openxmlformats.org/drawingml/2006/main">
            <a:off x="5086350" y="2275770"/>
            <a:ext cx="6419850" cy="27350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B17A0-0172-435A-AF30-751A232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Volume, Area of Formwork,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panjang bekisting pada edge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opening break bila relevan.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22A35-4A63-4F58-BB94-5C185293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dinding struktur dengan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formwork results.</a:t>
            </a:r>
          </a:p>
        </p:txBody>
      </p:sp>
    </p:spTree>
    <p:extLst>
      <p:ext uri="{BB962C8B-B14F-4D97-AF65-F5344CB8AC3E}">
        <p14:creationId xmlns:p14="http://schemas.microsoft.com/office/powerpoint/2010/main" val="694715221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BC88CE-E066-4C20-A553-F7DA3E7C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4FE61-B87A-4413-AA5F-DF07035C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72171-37F8-4972-BB32-7B0C9AAC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5B10614-CCF6-4AE4-84C9-BFADE1CF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Struktur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D8DF7-A78D-4697-BDFC-ABFF1194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96E5E-CE27-4060-9641-4C19094D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FE996-B04B-4071-8A9F-689E4C6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C1061-6F7C-4C9D-88A7-D6053428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469695598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82B7EE-60B4-4A13-99B9-BAA699B3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3DE9F-EB9F-46EC-8A2A-4FDE7ADC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BF2BF-DC28-42AA-B2E1-84F362BA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0AF80B1-9CEA-470C-A4DF-16980593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Arsitektur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D6794-9AC3-4D54-8489-B29EDD7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masonry wall dan meninjau luasnya.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881AF-A1C2-471D-A18B-AA0CAA28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86B42-0B84-4250-8357-B07B626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Bedakan dinding arsitektur dan struktur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DAD6B-0DCD-4E2D-B8B4-48EAC9FA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masonry wall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880C8-1C93-43C5-95FD-1A04C050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Ambil opening dan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03BA7-33AD-4D27-868C-79B40CE1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26CE8-25FD-42AB-9FF1-F314CD6B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luas dinding</a:t>
            </a:r>
          </a:p>
        </p:txBody>
      </p:sp>
    </p:spTree>
    <p:extLst>
      <p:ext uri="{BB962C8B-B14F-4D97-AF65-F5344CB8AC3E}">
        <p14:creationId xmlns:p14="http://schemas.microsoft.com/office/powerpoint/2010/main" val="848890623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ABAE7F-7131-4D2C-86DD-46BE2391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E3614-6954-429F-9EC7-3C84E108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5F25A-9EB4-455F-B74D-96196AD0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22B3731-18AC-431F-BDF2-41D036C4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Bedakan dinding arsitektur dan struktur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e1504aea94756"/>
          <a:stretch xmlns:a="http://schemas.openxmlformats.org/drawingml/2006/main"/>
        </p:blipFill>
        <p:spPr>
          <a:xfrm xmlns:a="http://schemas.openxmlformats.org/drawingml/2006/main">
            <a:off x="5086350" y="2135034"/>
            <a:ext cx="6419850" cy="30165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9B7E2-619F-4CAF-B38F-C0CEC0E4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masonry dilaporkan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berdasarkan area, bukan volume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beton.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F08AF-1865-4747-866A-C4DD3CA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brick wall, lightweight panel, block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wall, dan glass wall.</a:t>
            </a:r>
          </a:p>
        </p:txBody>
      </p:sp>
    </p:spTree>
    <p:extLst>
      <p:ext uri="{BB962C8B-B14F-4D97-AF65-F5344CB8AC3E}">
        <p14:creationId xmlns:p14="http://schemas.microsoft.com/office/powerpoint/2010/main" val="1306155976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E6F160-946E-44DF-9F0B-7BAAF2E3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630B9-DBA7-437D-B00C-2A11A5A0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7CDFB-CF18-4069-AE93-37FF2767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3E98A7-55A8-4DCE-A14A-9054BBC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masonry wall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debbd3de944d3"/>
          <a:stretch xmlns:a="http://schemas.openxmlformats.org/drawingml/2006/main"/>
        </p:blipFill>
        <p:spPr>
          <a:xfrm xmlns:a="http://schemas.openxmlformats.org/drawingml/2006/main">
            <a:off x="5086350" y="2111451"/>
            <a:ext cx="6419850" cy="30637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59118-73CD-487E-869A-6E483B6E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perintah sideline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dan pilih garis berdasarkan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layer atau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20843-6BDC-44CA-BC54-82C9CD7D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 masonry wall dengan garis dinding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diberi sorotan.</a:t>
            </a:r>
          </a:p>
        </p:txBody>
      </p:sp>
    </p:spTree>
    <p:extLst>
      <p:ext uri="{BB962C8B-B14F-4D97-AF65-F5344CB8AC3E}">
        <p14:creationId xmlns:p14="http://schemas.microsoft.com/office/powerpoint/2010/main" val="1032425349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24282-21FC-4B98-9CB0-F7DBEC8D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68CFF-9319-4DB5-8119-47747A63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97A7C-81C3-4DD5-A2D3-E27FCBEA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B7F896-836E-46E9-9C10-70996CA5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opening dan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b5c86eb794e3d"/>
          <a:stretch xmlns:a="http://schemas.openxmlformats.org/drawingml/2006/main"/>
        </p:blipFill>
        <p:spPr>
          <a:xfrm xmlns:a="http://schemas.openxmlformats.org/drawingml/2006/main">
            <a:off x="5086350" y="2124186"/>
            <a:ext cx="6419850" cy="30382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0377E-E40C-4EF1-9D74-CA16DB89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Door/Window Sideline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bila diperlukan, lalu pilih nama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dengan Pick Label.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E09FE-CF22-42AA-BFD6-D5F9C46F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identifikasi opening dan masonry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 pada denah.</a:t>
            </a:r>
          </a:p>
        </p:txBody>
      </p:sp>
    </p:spTree>
    <p:extLst>
      <p:ext uri="{BB962C8B-B14F-4D97-AF65-F5344CB8AC3E}">
        <p14:creationId xmlns:p14="http://schemas.microsoft.com/office/powerpoint/2010/main" val="19783650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57E9FF-C2C9-40A1-9BC1-F8BBD685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BE762-0E51-49DC-9EF1-27028AEC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BE452-E8F1-45DA-9E5B-8F214420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E2B238-04F2-4AA8-83DA-348485C4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fbeaac2c74632"/>
          <a:stretch xmlns:a="http://schemas.openxmlformats.org/drawingml/2006/main"/>
        </p:blipFill>
        <p:spPr>
          <a:xfrm xmlns:a="http://schemas.openxmlformats.org/drawingml/2006/main">
            <a:off x="5086350" y="2013734"/>
            <a:ext cx="6419850" cy="32591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A7452-18AD-42B8-9CCF-0ED666F2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identifikasi lalu periksa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BE6DF-B6B5-40B4-8C52-04299A35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dinding dan hasil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teridentifikasi.</a:t>
            </a:r>
          </a:p>
        </p:txBody>
      </p:sp>
    </p:spTree>
    <p:extLst>
      <p:ext uri="{BB962C8B-B14F-4D97-AF65-F5344CB8AC3E}">
        <p14:creationId xmlns:p14="http://schemas.microsoft.com/office/powerpoint/2010/main" val="1139534846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ACC0A-DE72-4280-8787-3EB55FA6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B26E0-FFF3-4AC9-B2DE-933C0E85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49F5F-21A9-424A-BEE0-B2073DA7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CE4B1AB-D98B-4D5E-A86A-514EFE3A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luas dinding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c4123c6314ce0"/>
          <a:stretch xmlns:a="http://schemas.openxmlformats.org/drawingml/2006/main"/>
        </p:blipFill>
        <p:spPr>
          <a:xfrm xmlns:a="http://schemas.openxmlformats.org/drawingml/2006/main">
            <a:off x="5086350" y="2313758"/>
            <a:ext cx="6419850" cy="26591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E698E-230D-4285-B127-4B00FA33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hasil Area untuk kuantitas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architectural wall.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FEB3B-202C-4174-A5C2-9BC80FB1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dinding arsitektur dengan nilai Area.</a:t>
            </a:r>
          </a:p>
        </p:txBody>
      </p:sp>
    </p:spTree>
    <p:extLst>
      <p:ext uri="{BB962C8B-B14F-4D97-AF65-F5344CB8AC3E}">
        <p14:creationId xmlns:p14="http://schemas.microsoft.com/office/powerpoint/2010/main" val="41971858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AD30B9-2CE5-4212-834E-DAB29896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5C170-67E8-41BB-9156-589A4AD9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5EFBC-418F-406A-9C0D-5EEB3D9D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A9DAF9C-569A-4466-96FD-6887663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Arsitektur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0C549-7D45-42FA-99BE-AAD12DD3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27652-9CA4-4ADD-BB87-0F835B7D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99961-C65C-4785-84E4-DD18C802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CD41A-9535-49C7-A9CD-05991DD5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91296959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448A9-F623-4E9A-9E3A-786EB4C5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948B8-259B-46CC-9C8C-B4A2292E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8D559-9FA4-4C3E-9C5A-95AA77ED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B1992E-42B6-46A9-B2EE-CDF3A3DE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Pintu dan Jendela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793AC-654A-4BE5-8E24-28D0634E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tipe opening dari schedule dan menempatkannya pada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E4D0B-ADFC-4322-BBEB-31209531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AFEE1-03B5-412E-83D1-2FF430B3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Identify Door and Windows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4E718-30D0-45A6-9D71-2B92D8AC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Petakan kolom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BAA21-076C-4761-B2EE-DFE36226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Hasilkan tipe opening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15199-815A-4921-87D2-FD268F82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Pilih label dan jalankan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EBCBA-34C4-44C6-8E96-3E385037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dan kuantitas</a:t>
            </a:r>
          </a:p>
        </p:txBody>
      </p:sp>
    </p:spTree>
    <p:extLst>
      <p:ext uri="{BB962C8B-B14F-4D97-AF65-F5344CB8AC3E}">
        <p14:creationId xmlns:p14="http://schemas.microsoft.com/office/powerpoint/2010/main" val="179385901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62D500-A054-445A-886E-AD312DC3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4D146-65AF-4626-9423-87F429F6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6232E-CAA6-48EB-A377-B3BFFAEB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CD0A5A-1374-42EC-A8FD-5C357FF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Identify Door and Windows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dec311eb9410e"/>
          <a:stretch xmlns:a="http://schemas.openxmlformats.org/drawingml/2006/main"/>
        </p:blipFill>
        <p:spPr>
          <a:xfrm xmlns:a="http://schemas.openxmlformats.org/drawingml/2006/main">
            <a:off x="5086350" y="1868982"/>
            <a:ext cx="6419850" cy="354866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06DD9-C29E-4316-AA09-C963A6B3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Block-select seluruh CAD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diperlukan 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12198-9442-4565-8ABB-B4E319F9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 pintu dan jendela dengan area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terpilih.</a:t>
            </a:r>
          </a:p>
        </p:txBody>
      </p:sp>
    </p:spTree>
    <p:extLst>
      <p:ext uri="{BB962C8B-B14F-4D97-AF65-F5344CB8AC3E}">
        <p14:creationId xmlns:p14="http://schemas.microsoft.com/office/powerpoint/2010/main" val="416178477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C6AD8-2E9B-43D3-AE9F-761C9BF2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05D78-4D35-44A2-B521-7FA05AE5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41254-472B-4AE7-AC9E-E9A82A95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98AFA1-9ABB-4BA9-BE31-6711CA06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Petakan kolom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eb165c1d3437d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77947-94FB-4359-A1D2-7DBF7342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setiap kolom tabel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field yang tepat sebelum memilih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ACC1D-8634-4672-80BA-0D596390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pemetaan kolom schedule pintu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jendela.</a:t>
            </a:r>
          </a:p>
        </p:txBody>
      </p:sp>
    </p:spTree>
    <p:extLst>
      <p:ext uri="{BB962C8B-B14F-4D97-AF65-F5344CB8AC3E}">
        <p14:creationId xmlns:p14="http://schemas.microsoft.com/office/powerpoint/2010/main" val="2095813084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65136-C3B8-49EA-96B1-BB291FE1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9E76A-919F-4360-8103-5FA2F5C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70319-91AF-4454-962F-E85B88D2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3DA2A1-A308-4CD2-AEE0-07434A1E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Hasilkan tipe opening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bb0a0691f468f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C3E4A-5170-40D9-979E-B311A14C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tipe pintu dan jendela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muncul pada element list.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17051-2357-4CF6-8C00-F22CA75F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pemetaan kolom schedule pintu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jendela.</a:t>
            </a:r>
          </a:p>
        </p:txBody>
      </p:sp>
    </p:spTree>
    <p:extLst>
      <p:ext uri="{BB962C8B-B14F-4D97-AF65-F5344CB8AC3E}">
        <p14:creationId xmlns:p14="http://schemas.microsoft.com/office/powerpoint/2010/main" val="130729159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67989-57A8-44CE-873D-C1BF496A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103B3-5692-457B-A43B-DD110401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9C6ED-B849-44F4-B92E-6E0AC78A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5DC189-2281-41EE-B149-044EF8AF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label dan jalankan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2519cd0a1488a"/>
          <a:stretch xmlns:a="http://schemas.openxmlformats.org/drawingml/2006/main"/>
        </p:blipFill>
        <p:spPr>
          <a:xfrm xmlns:a="http://schemas.openxmlformats.org/drawingml/2006/main">
            <a:off x="5086350" y="2077536"/>
            <a:ext cx="6419850" cy="313155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4943B-0844-4054-846B-85047439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Door/Window Label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berdasarkan layer atau colour lalu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opening.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1C220-2EC5-496E-A94E-FC737481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List dengan tipe opening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identifikasi.</a:t>
            </a:r>
          </a:p>
        </p:txBody>
      </p:sp>
    </p:spTree>
    <p:extLst>
      <p:ext uri="{BB962C8B-B14F-4D97-AF65-F5344CB8AC3E}">
        <p14:creationId xmlns:p14="http://schemas.microsoft.com/office/powerpoint/2010/main" val="1805654816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AC9F1-F81A-4363-8CE3-B670D016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02B4B-AF55-4651-9A59-CBC6DBEB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203ED-3217-4FCD-BC8E-F204DC84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B22B662-9D4E-4D3E-8192-17EE39A9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dan kuantitas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78b0ad6754be7"/>
          <a:stretch xmlns:a="http://schemas.openxmlformats.org/drawingml/2006/main"/>
        </p:blipFill>
        <p:spPr>
          <a:xfrm xmlns:a="http://schemas.openxmlformats.org/drawingml/2006/main">
            <a:off x="5086350" y="2431778"/>
            <a:ext cx="6419850" cy="24230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4384C-8C72-418C-99D5-F8B7E5C2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Area of Opening serta panjang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edge yang didokumentasikan.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CFC61-0881-47CD-B233-29DD33ED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 opening dengan label terpilih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Auto Identify.</a:t>
            </a:r>
          </a:p>
        </p:txBody>
      </p:sp>
    </p:spTree>
    <p:extLst>
      <p:ext uri="{BB962C8B-B14F-4D97-AF65-F5344CB8AC3E}">
        <p14:creationId xmlns:p14="http://schemas.microsoft.com/office/powerpoint/2010/main" val="1528458606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79858-1AA6-4582-BD85-04EFB922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38F28-24B9-43D3-9671-5749C8E0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30220-E132-4A22-B2DA-EEAEBAAA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589B1C-75AE-4AAA-AA46-0BF46E45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Pintu dan Jendela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D25AE-D84C-4ABB-8471-D734DDA2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F4DEB-04E3-4C52-8D56-2AC926BD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537CA-4383-4BFC-9FC1-7ABCCDCD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DBDB1-A2B6-403A-989E-E91EB2B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620768159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C06663-42DA-41E9-9BA9-48B1377B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AD8EE-FF1B-4333-81BE-F657D095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64F50-677E-462F-91B2-C900FC3B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5BD4484-42EC-492B-8271-DB416966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Menerapkan dan Memperbarui Finishing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DD357-547E-4F34-8C94-7D4C3A09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Mengimpor finish schedule, menerapkan finishing, dan memperbarui hasilnya.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F4074-F4CF-481F-B8D3-E16C9298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37441-AA84-4CC1-90CF-793A22C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 Finish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BCDCC-B041-4305-884B-2290558B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Tetapkan material texture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3E3A0-692B-42A3-9E3B-77127D8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Terapkan finish dengan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C1C7F-D237-481F-B587-015A09F7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Gunakan Regenerate Finish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60504-9B3C-45DF-8614-4A7D88C3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model dan kuantitas finishing</a:t>
            </a:r>
          </a:p>
        </p:txBody>
      </p:sp>
    </p:spTree>
    <p:extLst>
      <p:ext uri="{BB962C8B-B14F-4D97-AF65-F5344CB8AC3E}">
        <p14:creationId xmlns:p14="http://schemas.microsoft.com/office/powerpoint/2010/main" val="866033935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AFFB6-BB3B-41D9-B580-F409FA28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77EB1-D0D9-4E67-A06F-81C31717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BA4F8-CC3E-4956-B8F7-644AC13C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F1DCA5-93C0-41D6-B4E7-D6B45814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 Finish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0556e82cd4997"/>
          <a:stretch xmlns:a="http://schemas.openxmlformats.org/drawingml/2006/main"/>
        </p:blipFill>
        <p:spPr>
          <a:xfrm xmlns:a="http://schemas.openxmlformats.org/drawingml/2006/main">
            <a:off x="5086350" y="2010606"/>
            <a:ext cx="6419850" cy="32654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4763E-8B84-464B-A2D1-BA8C57F9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Buka Draw &gt; Finish Schedule, pilih file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Excel, petakan kolom, lalu pilih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D86AD-097B-45B0-B844-372A273D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Excel Finish Schedule dan tabel pemetaan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atribut finish.</a:t>
            </a:r>
          </a:p>
        </p:txBody>
      </p:sp>
    </p:spTree>
    <p:extLst>
      <p:ext uri="{BB962C8B-B14F-4D97-AF65-F5344CB8AC3E}">
        <p14:creationId xmlns:p14="http://schemas.microsoft.com/office/powerpoint/2010/main" val="1485379862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799523-CC1B-402A-8AF0-C30E6741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9C3C9-3D90-405D-B573-2A44F76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5D9D4-F4F0-4678-899E-13AFCE0E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B178C3-3E31-455D-BC50-AF2B9EE4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Tetapkan material texture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8645ee4534727"/>
          <a:stretch xmlns:a="http://schemas.openxmlformats.org/drawingml/2006/main"/>
        </p:blipFill>
        <p:spPr>
          <a:xfrm xmlns:a="http://schemas.openxmlformats.org/drawingml/2006/main">
            <a:off x="5331833" y="1809750"/>
            <a:ext cx="59288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E11A0-3C65-4119-87FA-171C32BD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floor atau wall finishes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texture yang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664C3-55B6-4AA7-A397-26D3775D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finish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material texture.</a:t>
            </a:r>
          </a:p>
        </p:txBody>
      </p:sp>
    </p:spTree>
    <p:extLst>
      <p:ext uri="{BB962C8B-B14F-4D97-AF65-F5344CB8AC3E}">
        <p14:creationId xmlns:p14="http://schemas.microsoft.com/office/powerpoint/2010/main" val="2028283942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1E8DE-CCA9-4CBD-ABD7-0DFFBD4C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CA38D-192C-4E8A-8472-39E5F272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1AE8E-EF1D-4D6E-B600-EA634F49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DE00E3E-C5B7-4930-A63D-A0789204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Terapkan finish dengan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4f5164b9f4795"/>
          <a:stretch xmlns:a="http://schemas.openxmlformats.org/drawingml/2006/main"/>
        </p:blipFill>
        <p:spPr>
          <a:xfrm xmlns:a="http://schemas.openxmlformats.org/drawingml/2006/main">
            <a:off x="5086350" y="2108338"/>
            <a:ext cx="6419850" cy="30699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C71BB-E3F7-4710-9A21-4FC208A6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room pada architecture plan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agar material diterapkan pada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E0ED2-60A1-4D0C-A068-D462A0CE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 ruang untuk penerapan finish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menggunakan Point.</a:t>
            </a:r>
          </a:p>
        </p:txBody>
      </p:sp>
    </p:spTree>
    <p:extLst>
      <p:ext uri="{BB962C8B-B14F-4D97-AF65-F5344CB8AC3E}">
        <p14:creationId xmlns:p14="http://schemas.microsoft.com/office/powerpoint/2010/main" val="2130510780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5E1A90-04EA-4FC6-BA49-3AFD95A4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1F6B3-FF12-4FD0-9847-C8DD6E7E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0F469-2E6C-453A-98BA-EF04B031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DAF274-0295-4935-A2C7-E4A52D56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Regenerate Finish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6480861c344c5"/>
          <a:stretch xmlns:a="http://schemas.openxmlformats.org/drawingml/2006/main"/>
        </p:blipFill>
        <p:spPr>
          <a:xfrm xmlns:a="http://schemas.openxmlformats.org/drawingml/2006/main">
            <a:off x="5550547" y="1809750"/>
            <a:ext cx="549145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53EA1-F9C4-4836-9373-C9CE9990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Perbarui finish entity setelah finishing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room berubah.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D43CF-9F5D-4BFD-B800-36B89291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3D dengan material finish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dinding.</a:t>
            </a:r>
          </a:p>
        </p:txBody>
      </p:sp>
    </p:spTree>
    <p:extLst>
      <p:ext uri="{BB962C8B-B14F-4D97-AF65-F5344CB8AC3E}">
        <p14:creationId xmlns:p14="http://schemas.microsoft.com/office/powerpoint/2010/main" val="1486155196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3AA9F9-8862-493A-BB66-36C61753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775D4-A6F8-447C-8BBB-2363B071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F6210-651F-412E-AF13-89C20AB2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91477D-5440-4569-B47C-FF60A891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model dan kuantitas finishing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456fecb8b4071"/>
          <a:stretch xmlns:a="http://schemas.openxmlformats.org/drawingml/2006/main"/>
        </p:blipFill>
        <p:spPr>
          <a:xfrm xmlns:a="http://schemas.openxmlformats.org/drawingml/2006/main">
            <a:off x="5086350" y="2144802"/>
            <a:ext cx="6419850" cy="29970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E35B6-C51B-41BD-8442-BCDAF6D2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pengaruh column, exposed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beam, room boundary, dan opening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hasil.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FBEFD-3D7C-4D70-A69C-F2225728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Regenerate Finish dan area model yang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diperbarui.</a:t>
            </a:r>
          </a:p>
        </p:txBody>
      </p:sp>
    </p:spTree>
    <p:extLst>
      <p:ext uri="{BB962C8B-B14F-4D97-AF65-F5344CB8AC3E}">
        <p14:creationId xmlns:p14="http://schemas.microsoft.com/office/powerpoint/2010/main" val="2013540283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7D2433-C275-464D-827F-C0BA487B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D4CE0-F088-4A16-8234-80D7B608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16CB1-80BB-4A7C-9E4E-25CE5B10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CC0A676-5CD3-4295-BF4D-7474506B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Menerapkan dan Memperbarui Finishing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C96B5-DF2F-4A20-BE22-A0C534CB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11B86-A41F-4ED5-9AC0-CB8AFCB7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52F17-3E13-4EBE-94FB-4CFC0F6E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84F36-17B6-4401-A5E8-FDB591E1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57821408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F630F-D22C-42AD-9898-82830036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27CDB-FE4B-4438-8034-F615C5D2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4CC68-85E6-4CA2-AF67-DC660262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892DD5-6273-49B1-BB86-F1468D14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Kuantitas dan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5F144-D969-4DC5-8DBD-CA6EAA19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Ikuti alur kerja yang terdokumentasi untuk bagian ini.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273D1-383E-44F6-8CE0-E35B7DA3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9142"/>
            <a:ext cx="108204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→ Verify → Report</a:t>
            </a:r>
          </a:p>
        </p:txBody>
      </p:sp>
    </p:spTree>
    <p:extLst>
      <p:ext uri="{BB962C8B-B14F-4D97-AF65-F5344CB8AC3E}">
        <p14:creationId xmlns:p14="http://schemas.microsoft.com/office/powerpoint/2010/main" val="1468334846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0080B-65EA-405D-BE2C-851D4836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54D03-D289-4465-917A-0F063573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02CD4-E788-4D36-B472-F3A44A1B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312931-37DC-42BA-BA82-74A3880D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dan Memeriksa Kuantitas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46DA3-BC3D-404A-9CD3-419BB54F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Menghitung cakupan yang tepat dan memvalidasi deduction secara visual.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A1CE7-96FB-480E-A860-3C59B3CC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3EEF7-55E9-4B23-A0A6-CD055E14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Calculate atau Calculate Selected 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564A0-BE2F-40F2-BBC1-4C3EF65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Tentukan lantai atau elemen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74D74-62B6-4D60-9F64-FE80072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Jalankan perhitungan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EB49B-06E5-45D4-B0D3-E0C49AA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Buka View Expression pada elemen 3D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92534-23D2-45BD-8869-F680F000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dengan 3D Deduction</a:t>
            </a:r>
          </a:p>
        </p:txBody>
      </p:sp>
    </p:spTree>
    <p:extLst>
      <p:ext uri="{BB962C8B-B14F-4D97-AF65-F5344CB8AC3E}">
        <p14:creationId xmlns:p14="http://schemas.microsoft.com/office/powerpoint/2010/main" val="251269139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3892A0-AB21-4345-BECE-CA1A4222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CE079-CECC-4FD3-BAE8-AFA6E14C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0A619-407E-4B2F-A511-7B8AB83B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36DECAB-62F1-41EE-8BFD-4DD4788A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Calculate atau Calculate Selected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82dacdc594b3f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1C39E-07AB-457D-B258-17CEC3A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Calculate untuk cakupan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atau opsi selected entity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pemeriksaan terfokus.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036A6-5192-4605-9B4F-922E9B2F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2084814921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182147-E4BE-46DE-8B61-1CBE714B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1BC51-1DE7-48A6-86AE-67E25CD2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7DEAA-D726-405E-8F5E-764E3505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031CCA-AD73-4A0F-B781-696804A3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lantai atau elemen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5800671b64bb9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B882D-BB3E-44C8-BC7C-A8DC557D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cakupan mencakup semua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perubahan yang perlu diperbarui.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2A5E0-6110-49B1-B8B9-7983A00F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2010631433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92769A-B5BF-4693-B6E2-09B4E1A0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CE5B9-A786-42E1-AA5A-A815EE5B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ED4C8-C2BE-4055-BC9C-D6FA0DE7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061C7E-6D4F-49F3-992A-DB2D3E1C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perhitungan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8a50a50a04873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E851C-7BD4-4481-8549-A169CE8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Tunggu hasil selesai diperbarui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sebelum memulai verifikasi.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E6680-29D1-41C5-A17C-560015EF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2146504423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658CD8-CC11-4776-B593-F11ED79C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91841-0D23-43E7-9890-46AE5959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C283-CEB9-4CE5-9E27-92E0C27F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3CF2867-81C8-4148-868F-4EBCA3D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View Expression pada elemen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55d99c63b48ed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64EB9-EE01-454F-A285-FAD21B50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model yang relevan dan tinjau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expression terbaru.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36F80-52E2-4F77-BE21-4B96697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1999560701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9305E4-E37B-41D2-B34C-B68B868C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CE911-1A06-40E3-93E2-4CDD4698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DA095-888E-45FE-A6B4-EC68AACC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E6D63F-1CDE-437B-BA54-A882166F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dengan 3D Deduction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0c5efb1b5412f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AEC44-A836-49F9-BBCA-E847B1FA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deduction fisik sesuai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expression dan measurement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29487-44D6-4254-A67E-CEC473DE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1839696330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E6F9AD-4DF6-4423-9EAD-2FEAFFC8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0B144-C429-4CDE-BC4D-223A9C02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E5142-01D7-48BC-9A33-ED4AF3E7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BEAFDB1-7646-4209-AD59-3CA78096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dan Memeriksa Kuantitas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0D8AB-AA00-4672-8611-5A4A9CBD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AF85D-A4D8-4C04-AF5C-008A8596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2BB24-DD74-4CD6-8A28-97F0EF5C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E8B92-1966-4102-8DEC-7D2CC59B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40956709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A06389-9AAF-446D-ACDB-7EB2A952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FE441-1395-4762-95C0-3225964D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B92F5-9BBC-49D8-BDDD-B8403838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075CBD-44EF-461D-9AD5-30662789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dan Mengatur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6A62E-64AD-49D2-BB3D-5F29EBC6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Meninjau kuantitas dan menyusun hierarki laporan yang dapat diverifikasi.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334D4-1B9E-4B77-A76F-B85169FE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F3D2B-D033-40E6-9997-58FDF21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View Quantity by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BB4AB-34B1-4F96-B7FD-0D3A2FED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Set Classification and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18E63-C1F3-41E5-9965-500E824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atribut yang diperlukan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0D09F-9FBA-413F-93C0-33051B2C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Atur hierarki atribut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C37BE-648B-4441-B0C2-E73AA23C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Regenerate dan verifikasi laporan</a:t>
            </a:r>
          </a:p>
        </p:txBody>
      </p:sp>
    </p:spTree>
    <p:extLst>
      <p:ext uri="{BB962C8B-B14F-4D97-AF65-F5344CB8AC3E}">
        <p14:creationId xmlns:p14="http://schemas.microsoft.com/office/powerpoint/2010/main" val="1628890376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C7339-4BCF-4802-B9C2-969A5B37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95115-2E63-4DD6-9541-EA8D9679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46D06-198A-44FA-84D2-516DD41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2E26D52-A91C-4D30-8C10-F63FBD1B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View Quantity by Category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dc1f9eb814e73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72219-EC90-4CFA-8B11-85406CF1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category, quantity, dan unit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hasil yang telah dihitung.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9FFAD-C7A6-4748-BA77-71E43BA8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1551196009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82A121-9F6C-4AEF-8A2A-1DA780C1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17A61-1A1A-47B2-8CB5-6E28583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D0B1-2061-4041-8FEA-B5BF9058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3FF8401-ACAB-436A-AF25-69CF42D5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Set Classification and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29a40f1544e08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A819F-2B7E-4B38-8362-BDEE6270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pengaturan ini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menentukan atribut dan struktur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laporan 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DFA0B-A268-4DAE-A7CD-A345D9CF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1965911695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8A59E-F999-49F0-878C-068F75AD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9D5DF-17D8-46EA-A243-C1F6C199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957FB-DA08-41E4-9448-7157F0A4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95E6ABF-7C60-4998-A4CB-55DE988C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atribut yang diperlukan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5cb6d9aaa4092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4D76E-C2BA-4410-8049-01D80B7C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Sertakan hanya field yang dibutuhkan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oleh penerima laporan.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3B031-C02F-434C-A308-DE75527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116654357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59B4F-2089-4BDB-AC46-CD2240BC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456B9-B70C-41DF-90E8-84A58975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6D238-9E73-4480-8E99-236546C2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796B0B-7587-4A43-8FB8-04D9D89A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Atur hierarki atribut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34c5db92b4b69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02FB2-B00E-4995-88B6-194E107C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Pindahkan atribut ke atas atau bawah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mengendalikan urutan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pengelompokan.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5DCE8-40F2-4B7C-8DE6-41FB6C51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666556973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8E95CF-C253-40C9-BD4B-F9E81CF2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0A00E-FFF5-4DD5-971F-647216C9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EBF7B-323D-4959-B8C2-76DCCFB4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6ABFD8-019D-4F3F-88A0-6D1D3465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Regenerate dan verifikasi laporan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fba1fa25a42b1"/>
          <a:stretch xmlns:a="http://schemas.openxmlformats.org/drawingml/2006/main"/>
        </p:blipFill>
        <p:spPr>
          <a:xfrm xmlns:a="http://schemas.openxmlformats.org/drawingml/2006/main">
            <a:off x="5086350" y="2085049"/>
            <a:ext cx="6419850" cy="31165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E2F67-D15D-435B-BC99-09E07D43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total, unit, dan category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structure sebelum laporan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diterbitkan.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45EE5-B5C5-4DEA-B1EA-66126244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3D dan hasil akhir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quantity.</a:t>
            </a:r>
          </a:p>
        </p:txBody>
      </p:sp>
    </p:spTree>
    <p:extLst>
      <p:ext uri="{BB962C8B-B14F-4D97-AF65-F5344CB8AC3E}">
        <p14:creationId xmlns:p14="http://schemas.microsoft.com/office/powerpoint/2010/main" val="13653883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230A5-8BF5-41CB-A800-240ADB07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59D47-DA7A-4574-92ED-22D30EC2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E88D7-B6D6-4248-9DE9-4EBD6822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BAGIAN 3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65C910-3C6D-40EC-899D-C930CD0B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dan Mengatur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BF406-8692-4DDD-B75F-80547542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B4D79-9487-45E7-98E0-64FF05C3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3293D-1F23-43CB-86BB-34E81362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3B2AA-5552-46E1-A82B-097BF604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95373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2026-10-13T09:51:46.6740000Z</dcterms:created>
  <dcterms:modified xsi:type="dcterms:W3CDTF">2026-10-13T09:51:46.6740000Z</dcterms:modified>
</coreProperties>
</file>