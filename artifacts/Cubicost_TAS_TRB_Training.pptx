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116.xml" ContentType="application/vnd.openxmlformats-officedocument.presentationml.notesSlide+xml"/>
  <Override PartName="/ppt/slides/slide117.xml" ContentType="application/vnd.openxmlformats-officedocument.presentationml.slide+xml"/>
  <Override PartName="/ppt/notesSlides/notesSlide117.xml" ContentType="application/vnd.openxmlformats-officedocument.presentationml.notesSlide+xml"/>
  <Override PartName="/ppt/slides/slide118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120.xml" ContentType="application/vnd.openxmlformats-officedocument.presentationml.slide+xml"/>
  <Override PartName="/ppt/notesSlides/notesSlide120.xml" ContentType="application/vnd.openxmlformats-officedocument.presentationml.notesSlide+xml"/>
  <Override PartName="/ppt/slides/slide121.xml" ContentType="application/vnd.openxmlformats-officedocument.presentationml.slide+xml"/>
  <Override PartName="/ppt/notesSlides/notesSlide121.xml" ContentType="application/vnd.openxmlformats-officedocument.presentationml.notesSlide+xml"/>
  <Override PartName="/ppt/slides/slide122.xml" ContentType="application/vnd.openxmlformats-officedocument.presentationml.slide+xml"/>
  <Override PartName="/ppt/notesSlides/notesSlide122.xml" ContentType="application/vnd.openxmlformats-officedocument.presentationml.notesSlide+xml"/>
  <Override PartName="/ppt/slides/slide123.xml" ContentType="application/vnd.openxmlformats-officedocument.presentationml.slide+xml"/>
  <Override PartName="/ppt/notesSlides/notesSlide123.xml" ContentType="application/vnd.openxmlformats-officedocument.presentationml.notesSlide+xml"/>
  <Override PartName="/ppt/slides/slide124.xml" ContentType="application/vnd.openxmlformats-officedocument.presentationml.slide+xml"/>
  <Override PartName="/ppt/notesSlides/notesSlide124.xml" ContentType="application/vnd.openxmlformats-officedocument.presentationml.notesSlide+xml"/>
  <Override PartName="/ppt/slides/slide125.xml" ContentType="application/vnd.openxmlformats-officedocument.presentationml.slide+xml"/>
  <Override PartName="/ppt/notesSlides/notesSlide125.xml" ContentType="application/vnd.openxmlformats-officedocument.presentationml.notesSlide+xml"/>
  <Override PartName="/ppt/slides/slide126.xml" ContentType="application/vnd.openxmlformats-officedocument.presentationml.slide+xml"/>
  <Override PartName="/ppt/notesSlides/notesSlide126.xml" ContentType="application/vnd.openxmlformats-officedocument.presentationml.notesSlide+xml"/>
  <Override PartName="/ppt/slides/slide127.xml" ContentType="application/vnd.openxmlformats-officedocument.presentationml.slide+xml"/>
  <Override PartName="/ppt/notesSlides/notesSlide127.xml" ContentType="application/vnd.openxmlformats-officedocument.presentationml.notesSlide+xml"/>
  <Override PartName="/ppt/slides/slide128.xml" ContentType="application/vnd.openxmlformats-officedocument.presentationml.slide+xml"/>
  <Override PartName="/ppt/notesSlides/notesSlide128.xml" ContentType="application/vnd.openxmlformats-officedocument.presentationml.notesSlide+xml"/>
  <Override PartName="/ppt/slides/slide129.xml" ContentType="application/vnd.openxmlformats-officedocument.presentationml.slide+xml"/>
  <Override PartName="/ppt/notesSlides/notesSlide129.xml" ContentType="application/vnd.openxmlformats-officedocument.presentationml.notesSlide+xml"/>
  <Override PartName="/ppt/slides/slide130.xml" ContentType="application/vnd.openxmlformats-officedocument.presentationml.slide+xml"/>
  <Override PartName="/ppt/notesSlides/notesSlide130.xml" ContentType="application/vnd.openxmlformats-officedocument.presentationml.notesSlide+xml"/>
  <Override PartName="/ppt/slides/slide131.xml" ContentType="application/vnd.openxmlformats-officedocument.presentationml.slide+xml"/>
  <Override PartName="/ppt/notesSlides/notesSlide131.xml" ContentType="application/vnd.openxmlformats-officedocument.presentationml.notesSlide+xml"/>
  <Override PartName="/ppt/slides/slide132.xml" ContentType="application/vnd.openxmlformats-officedocument.presentationml.slide+xml"/>
  <Override PartName="/ppt/notesSlides/notesSlide132.xml" ContentType="application/vnd.openxmlformats-officedocument.presentationml.notesSlide+xml"/>
  <Override PartName="/ppt/slides/slide133.xml" ContentType="application/vnd.openxmlformats-officedocument.presentationml.slide+xml"/>
  <Override PartName="/ppt/notesSlides/notesSlide133.xml" ContentType="application/vnd.openxmlformats-officedocument.presentationml.notesSlide+xml"/>
  <Override PartName="/ppt/slides/slide216.xml" ContentType="application/vnd.openxmlformats-officedocument.presentationml.slide+xml"/>
  <Override PartName="/ppt/notesSlides/notesSlide216.xml" ContentType="application/vnd.openxmlformats-officedocument.presentationml.notesSlide+xml"/>
  <Override PartName="/ppt/slides/slide217.xml" ContentType="application/vnd.openxmlformats-officedocument.presentationml.slide+xml"/>
  <Override PartName="/ppt/notesSlides/notesSlide217.xml" ContentType="application/vnd.openxmlformats-officedocument.presentationml.notesSlide+xml"/>
  <Override PartName="/ppt/slides/slide218.xml" ContentType="application/vnd.openxmlformats-officedocument.presentationml.slide+xml"/>
  <Override PartName="/ppt/notesSlides/notesSlide218.xml" ContentType="application/vnd.openxmlformats-officedocument.presentationml.notesSlide+xml"/>
  <Override PartName="/ppt/slides/slide220.xml" ContentType="application/vnd.openxmlformats-officedocument.presentationml.slide+xml"/>
  <Override PartName="/ppt/notesSlides/notesSlide220.xml" ContentType="application/vnd.openxmlformats-officedocument.presentationml.notesSlide+xml"/>
  <Override PartName="/ppt/slides/slide221.xml" ContentType="application/vnd.openxmlformats-officedocument.presentationml.slide+xml"/>
  <Override PartName="/ppt/notesSlides/notesSlide221.xml" ContentType="application/vnd.openxmlformats-officedocument.presentationml.notesSlide+xml"/>
  <Override PartName="/ppt/slides/slide222.xml" ContentType="application/vnd.openxmlformats-officedocument.presentationml.slide+xml"/>
  <Override PartName="/ppt/notesSlides/notesSlide222.xml" ContentType="application/vnd.openxmlformats-officedocument.presentationml.notesSlide+xml"/>
  <Override PartName="/ppt/slides/slide223.xml" ContentType="application/vnd.openxmlformats-officedocument.presentationml.slide+xml"/>
  <Override PartName="/ppt/notesSlides/notesSlide223.xml" ContentType="application/vnd.openxmlformats-officedocument.presentationml.notesSlide+xml"/>
  <Override PartName="/ppt/slides/slide224.xml" ContentType="application/vnd.openxmlformats-officedocument.presentationml.slide+xml"/>
  <Override PartName="/ppt/notesSlides/notesSlide224.xml" ContentType="application/vnd.openxmlformats-officedocument.presentationml.notesSlide+xml"/>
  <Override PartName="/ppt/slides/slide225.xml" ContentType="application/vnd.openxmlformats-officedocument.presentationml.slide+xml"/>
  <Override PartName="/ppt/notesSlides/notesSlide225.xml" ContentType="application/vnd.openxmlformats-officedocument.presentationml.notesSlide+xml"/>
  <Override PartName="/ppt/slides/slide226.xml" ContentType="application/vnd.openxmlformats-officedocument.presentationml.slide+xml"/>
  <Override PartName="/ppt/notesSlides/notesSlide226.xml" ContentType="application/vnd.openxmlformats-officedocument.presentationml.notesSlide+xml"/>
  <Override PartName="/ppt/slides/slide227.xml" ContentType="application/vnd.openxmlformats-officedocument.presentationml.slide+xml"/>
  <Override PartName="/ppt/notesSlides/notesSlide227.xml" ContentType="application/vnd.openxmlformats-officedocument.presentationml.notesSlide+xml"/>
  <Override PartName="/ppt/slides/slide228.xml" ContentType="application/vnd.openxmlformats-officedocument.presentationml.slide+xml"/>
  <Override PartName="/ppt/notesSlides/notesSlide228.xml" ContentType="application/vnd.openxmlformats-officedocument.presentationml.notesSlide+xml"/>
  <Override PartName="/ppt/slides/slide229.xml" ContentType="application/vnd.openxmlformats-officedocument.presentationml.slide+xml"/>
  <Override PartName="/ppt/notesSlides/notesSlide229.xml" ContentType="application/vnd.openxmlformats-officedocument.presentationml.notesSlide+xml"/>
  <Override PartName="/ppt/slides/slide230.xml" ContentType="application/vnd.openxmlformats-officedocument.presentationml.slide+xml"/>
  <Override PartName="/ppt/notesSlides/notesSlide230.xml" ContentType="application/vnd.openxmlformats-officedocument.presentationml.notesSlide+xml"/>
  <Override PartName="/ppt/slides/slide231.xml" ContentType="application/vnd.openxmlformats-officedocument.presentationml.slide+xml"/>
  <Override PartName="/ppt/notesSlides/notesSlide231.xml" ContentType="application/vnd.openxmlformats-officedocument.presentationml.notesSlide+xml"/>
  <Override PartName="/ppt/slides/slide232.xml" ContentType="application/vnd.openxmlformats-officedocument.presentationml.slide+xml"/>
  <Override PartName="/ppt/notesSlides/notesSlide232.xml" ContentType="application/vnd.openxmlformats-officedocument.presentationml.notesSlide+xml"/>
  <Override PartName="/ppt/slides/slide233.xml" ContentType="application/vnd.openxmlformats-officedocument.presentationml.slide+xml"/>
  <Override PartName="/ppt/notesSlides/notesSlide233.xml" ContentType="application/vnd.openxmlformats-officedocument.presentationml.notesSlide+xml"/>
  <Override PartName="/ppt/slides/slide234.xml" ContentType="application/vnd.openxmlformats-officedocument.presentationml.slide+xml"/>
  <Override PartName="/ppt/notesSlides/notesSlide234.xml" ContentType="application/vnd.openxmlformats-officedocument.presentationml.notesSlide+xml"/>
  <Override PartName="/ppt/slides/slide235.xml" ContentType="application/vnd.openxmlformats-officedocument.presentationml.slide+xml"/>
  <Override PartName="/ppt/notesSlides/notesSlide235.xml" ContentType="application/vnd.openxmlformats-officedocument.presentationml.notesSlide+xml"/>
  <Override PartName="/ppt/slides/slide236.xml" ContentType="application/vnd.openxmlformats-officedocument.presentationml.slide+xml"/>
  <Override PartName="/ppt/notesSlides/notesSlide236.xml" ContentType="application/vnd.openxmlformats-officedocument.presentationml.notesSlide+xml"/>
  <Override PartName="/ppt/slides/slide237.xml" ContentType="application/vnd.openxmlformats-officedocument.presentationml.slide+xml"/>
  <Override PartName="/ppt/notesSlides/notesSlide237.xml" ContentType="application/vnd.openxmlformats-officedocument.presentationml.notesSlide+xml"/>
  <Override PartName="/ppt/slides/slide238.xml" ContentType="application/vnd.openxmlformats-officedocument.presentationml.slide+xml"/>
  <Override PartName="/ppt/notesSlides/notesSlide238.xml" ContentType="application/vnd.openxmlformats-officedocument.presentationml.notesSlide+xml"/>
  <Override PartName="/ppt/slides/slide239.xml" ContentType="application/vnd.openxmlformats-officedocument.presentationml.slide+xml"/>
  <Override PartName="/ppt/notesSlides/notesSlide239.xml" ContentType="application/vnd.openxmlformats-officedocument.presentationml.notesSlide+xml"/>
  <Override PartName="/ppt/slides/slide240.xml" ContentType="application/vnd.openxmlformats-officedocument.presentationml.slide+xml"/>
  <Override PartName="/ppt/notesSlides/notesSlide240.xml" ContentType="application/vnd.openxmlformats-officedocument.presentationml.notesSlide+xml"/>
  <Override PartName="/ppt/slides/slide241.xml" ContentType="application/vnd.openxmlformats-officedocument.presentationml.slide+xml"/>
  <Override PartName="/ppt/notesSlides/notesSlide241.xml" ContentType="application/vnd.openxmlformats-officedocument.presentationml.notesSlide+xml"/>
  <Override PartName="/ppt/slides/slide242.xml" ContentType="application/vnd.openxmlformats-officedocument.presentationml.slide+xml"/>
  <Override PartName="/ppt/notesSlides/notesSlide242.xml" ContentType="application/vnd.openxmlformats-officedocument.presentationml.notesSlide+xml"/>
  <Override PartName="/ppt/slides/slide243.xml" ContentType="application/vnd.openxmlformats-officedocument.presentationml.slide+xml"/>
  <Override PartName="/ppt/notesSlides/notesSlide243.xml" ContentType="application/vnd.openxmlformats-officedocument.presentationml.notesSlide+xml"/>
  <Override PartName="/ppt/slides/slide245.xml" ContentType="application/vnd.openxmlformats-officedocument.presentationml.slide+xml"/>
  <Override PartName="/ppt/notesSlides/notesSlide245.xml" ContentType="application/vnd.openxmlformats-officedocument.presentationml.notesSlide+xml"/>
  <Override PartName="/ppt/slides/slide246.xml" ContentType="application/vnd.openxmlformats-officedocument.presentationml.slide+xml"/>
  <Override PartName="/ppt/notesSlides/notesSlide246.xml" ContentType="application/vnd.openxmlformats-officedocument.presentationml.notesSlide+xml"/>
  <Override PartName="/ppt/slides/slide247.xml" ContentType="application/vnd.openxmlformats-officedocument.presentationml.slide+xml"/>
  <Override PartName="/ppt/notesSlides/notesSlide247.xml" ContentType="application/vnd.openxmlformats-officedocument.presentationml.notesSlide+xml"/>
  <Override PartName="/ppt/slides/slide248.xml" ContentType="application/vnd.openxmlformats-officedocument.presentationml.slide+xml"/>
  <Override PartName="/ppt/notesSlides/notesSlide248.xml" ContentType="application/vnd.openxmlformats-officedocument.presentationml.notesSlide+xml"/>
  <Override PartName="/ppt/slides/slide249.xml" ContentType="application/vnd.openxmlformats-officedocument.presentationml.slide+xml"/>
  <Override PartName="/ppt/notesSlides/notesSlide249.xml" ContentType="application/vnd.openxmlformats-officedocument.presentationml.notesSlide+xml"/>
  <Override PartName="/ppt/slides/slide250.xml" ContentType="application/vnd.openxmlformats-officedocument.presentationml.slide+xml"/>
  <Override PartName="/ppt/notesSlides/notesSlide250.xml" ContentType="application/vnd.openxmlformats-officedocument.presentationml.notesSlide+xml"/>
  <Override PartName="/ppt/slides/slide251.xml" ContentType="application/vnd.openxmlformats-officedocument.presentationml.slide+xml"/>
  <Override PartName="/ppt/notesSlides/notesSlide251.xml" ContentType="application/vnd.openxmlformats-officedocument.presentationml.notesSlide+xml"/>
  <Override PartName="/ppt/slides/slide252.xml" ContentType="application/vnd.openxmlformats-officedocument.presentationml.slide+xml"/>
  <Override PartName="/ppt/notesSlides/notesSlide252.xml" ContentType="application/vnd.openxmlformats-officedocument.presentationml.notesSlide+xml"/>
  <Override PartName="/ppt/slides/slide253.xml" ContentType="application/vnd.openxmlformats-officedocument.presentationml.slide+xml"/>
  <Override PartName="/ppt/notesSlides/notesSlide253.xml" ContentType="application/vnd.openxmlformats-officedocument.presentationml.notesSlide+xml"/>
  <Override PartName="/ppt/slides/slide254.xml" ContentType="application/vnd.openxmlformats-officedocument.presentationml.slide+xml"/>
  <Override PartName="/ppt/notesSlides/notesSlide254.xml" ContentType="application/vnd.openxmlformats-officedocument.presentationml.notesSlide+xml"/>
  <Override PartName="/ppt/slides/slide255.xml" ContentType="application/vnd.openxmlformats-officedocument.presentationml.slide+xml"/>
  <Override PartName="/ppt/notesSlides/notesSlide255.xml" ContentType="application/vnd.openxmlformats-officedocument.presentationml.notesSlide+xml"/>
  <Override PartName="/ppt/slides/slide256.xml" ContentType="application/vnd.openxmlformats-officedocument.presentationml.slide+xml"/>
  <Override PartName="/ppt/notesSlides/notesSlide256.xml" ContentType="application/vnd.openxmlformats-officedocument.presentationml.notesSlide+xml"/>
  <Override PartName="/ppt/slides/slide257.xml" ContentType="application/vnd.openxmlformats-officedocument.presentationml.slide+xml"/>
  <Override PartName="/ppt/notesSlides/notesSlide257.xml" ContentType="application/vnd.openxmlformats-officedocument.presentationml.notesSlide+xml"/>
  <Override PartName="/ppt/slides/slide258.xml" ContentType="application/vnd.openxmlformats-officedocument.presentationml.slide+xml"/>
  <Override PartName="/ppt/notesSlides/notesSlide258.xml" ContentType="application/vnd.openxmlformats-officedocument.presentationml.notesSlide+xml"/>
  <Override PartName="/ppt/slides/slide259.xml" ContentType="application/vnd.openxmlformats-officedocument.presentationml.slide+xml"/>
  <Override PartName="/ppt/notesSlides/notesSlide259.xml" ContentType="application/vnd.openxmlformats-officedocument.presentationml.notesSlide+xml"/>
  <Override PartName="/ppt/slides/slide260.xml" ContentType="application/vnd.openxmlformats-officedocument.presentationml.slide+xml"/>
  <Override PartName="/ppt/notesSlides/notesSlide260.xml" ContentType="application/vnd.openxmlformats-officedocument.presentationml.notesSlide+xml"/>
  <Override PartName="/ppt/slides/slide261.xml" ContentType="application/vnd.openxmlformats-officedocument.presentationml.slide+xml"/>
  <Override PartName="/ppt/notesSlides/notesSlide261.xml" ContentType="application/vnd.openxmlformats-officedocument.presentationml.notesSlide+xml"/>
  <Override PartName="/ppt/slides/slide262.xml" ContentType="application/vnd.openxmlformats-officedocument.presentationml.slide+xml"/>
  <Override PartName="/ppt/notesSlides/notesSlide262.xml" ContentType="application/vnd.openxmlformats-officedocument.presentationml.notesSlide+xml"/>
  <Override PartName="/ppt/slides/slide263.xml" ContentType="application/vnd.openxmlformats-officedocument.presentationml.slide+xml"/>
  <Override PartName="/ppt/notesSlides/notesSlide263.xml" ContentType="application/vnd.openxmlformats-officedocument.presentationml.notesSlide+xml"/>
  <Override PartName="/ppt/slides/slide264.xml" ContentType="application/vnd.openxmlformats-officedocument.presentationml.slide+xml"/>
  <Override PartName="/ppt/notesSlides/notesSlide264.xml" ContentType="application/vnd.openxmlformats-officedocument.presentationml.notesSlide+xml"/>
  <Override PartName="/ppt/slides/slide265.xml" ContentType="application/vnd.openxmlformats-officedocument.presentationml.slide+xml"/>
  <Override PartName="/ppt/notesSlides/notesSlide265.xml" ContentType="application/vnd.openxmlformats-officedocument.presentationml.notesSlide+xml"/>
  <Override PartName="/ppt/slides/slide266.xml" ContentType="application/vnd.openxmlformats-officedocument.presentationml.slide+xml"/>
  <Override PartName="/ppt/notesSlides/notesSlide266.xml" ContentType="application/vnd.openxmlformats-officedocument.presentationml.notesSlide+xml"/>
  <Override PartName="/ppt/slides/slide267.xml" ContentType="application/vnd.openxmlformats-officedocument.presentationml.slide+xml"/>
  <Override PartName="/ppt/notesSlides/notesSlide267.xml" ContentType="application/vnd.openxmlformats-officedocument.presentationml.notesSlide+xml"/>
  <Override PartName="/ppt/slides/slide268.xml" ContentType="application/vnd.openxmlformats-officedocument.presentationml.slide+xml"/>
  <Override PartName="/ppt/notesSlides/notesSlide268.xml" ContentType="application/vnd.openxmlformats-officedocument.presentationml.notesSlide+xml"/>
  <Override PartName="/ppt/slides/slide269.xml" ContentType="application/vnd.openxmlformats-officedocument.presentationml.slide+xml"/>
  <Override PartName="/ppt/notesSlides/notesSlide269.xml" ContentType="application/vnd.openxmlformats-officedocument.presentationml.notesSlide+xml"/>
  <Override PartName="/ppt/slides/slide270.xml" ContentType="application/vnd.openxmlformats-officedocument.presentationml.slide+xml"/>
  <Override PartName="/ppt/notesSlides/notesSlide270.xml" ContentType="application/vnd.openxmlformats-officedocument.presentationml.notesSlide+xml"/>
  <Override PartName="/ppt/slides/slide271.xml" ContentType="application/vnd.openxmlformats-officedocument.presentationml.slide+xml"/>
  <Override PartName="/ppt/notesSlides/notesSlide271.xml" ContentType="application/vnd.openxmlformats-officedocument.presentationml.notesSlide+xml"/>
  <Override PartName="/ppt/slides/slide272.xml" ContentType="application/vnd.openxmlformats-officedocument.presentationml.slide+xml"/>
  <Override PartName="/ppt/notesSlides/notesSlide272.xml" ContentType="application/vnd.openxmlformats-officedocument.presentationml.notesSlide+xml"/>
  <Override PartName="/ppt/slides/slide273.xml" ContentType="application/vnd.openxmlformats-officedocument.presentationml.slide+xml"/>
  <Override PartName="/ppt/notesSlides/notesSlide273.xml" ContentType="application/vnd.openxmlformats-officedocument.presentationml.notesSlide+xml"/>
  <Override PartName="/ppt/slides/slide274.xml" ContentType="application/vnd.openxmlformats-officedocument.presentationml.slide+xml"/>
  <Override PartName="/ppt/notesSlides/notesSlide274.xml" ContentType="application/vnd.openxmlformats-officedocument.presentationml.notesSlide+xml"/>
  <Override PartName="/ppt/slides/slide275.xml" ContentType="application/vnd.openxmlformats-officedocument.presentationml.slide+xml"/>
  <Override PartName="/ppt/notesSlides/notesSlide275.xml" ContentType="application/vnd.openxmlformats-officedocument.presentationml.notesSlide+xml"/>
  <Override PartName="/ppt/slides/slide276.xml" ContentType="application/vnd.openxmlformats-officedocument.presentationml.slide+xml"/>
  <Override PartName="/ppt/notesSlides/notesSlide276.xml" ContentType="application/vnd.openxmlformats-officedocument.presentationml.notesSlide+xml"/>
  <Override PartName="/ppt/slides/slide277.xml" ContentType="application/vnd.openxmlformats-officedocument.presentationml.slide+xml"/>
  <Override PartName="/ppt/notesSlides/notesSlide277.xml" ContentType="application/vnd.openxmlformats-officedocument.presentationml.notesSlide+xml"/>
  <Override PartName="/ppt/slides/slide278.xml" ContentType="application/vnd.openxmlformats-officedocument.presentationml.slide+xml"/>
  <Override PartName="/ppt/notesSlides/notesSlide278.xml" ContentType="application/vnd.openxmlformats-officedocument.presentationml.notesSlide+xml"/>
  <Override PartName="/ppt/slides/slide279.xml" ContentType="application/vnd.openxmlformats-officedocument.presentationml.slide+xml"/>
  <Override PartName="/ppt/notesSlides/notesSlide279.xml" ContentType="application/vnd.openxmlformats-officedocument.presentationml.notesSlide+xml"/>
  <Override PartName="/ppt/slides/slide280.xml" ContentType="application/vnd.openxmlformats-officedocument.presentationml.slide+xml"/>
  <Override PartName="/ppt/notesSlides/notesSlide280.xml" ContentType="application/vnd.openxmlformats-officedocument.presentationml.notesSlide+xml"/>
  <Override PartName="/ppt/slides/slide281.xml" ContentType="application/vnd.openxmlformats-officedocument.presentationml.slide+xml"/>
  <Override PartName="/ppt/notesSlides/notesSlide281.xml" ContentType="application/vnd.openxmlformats-officedocument.presentationml.notesSlide+xml"/>
  <Override PartName="/ppt/slides/slide282.xml" ContentType="application/vnd.openxmlformats-officedocument.presentationml.slide+xml"/>
  <Override PartName="/ppt/notesSlides/notesSlide282.xml" ContentType="application/vnd.openxmlformats-officedocument.presentationml.notesSlide+xml"/>
  <Override PartName="/ppt/slides/slide283.xml" ContentType="application/vnd.openxmlformats-officedocument.presentationml.slide+xml"/>
  <Override PartName="/ppt/notesSlides/notesSlide283.xml" ContentType="application/vnd.openxmlformats-officedocument.presentationml.notesSlide+xml"/>
  <Override PartName="/ppt/slides/slide284.xml" ContentType="application/vnd.openxmlformats-officedocument.presentationml.slide+xml"/>
  <Override PartName="/ppt/notesSlides/notesSlide284.xml" ContentType="application/vnd.openxmlformats-officedocument.presentationml.notesSlide+xml"/>
  <Override PartName="/ppt/slides/slide285.xml" ContentType="application/vnd.openxmlformats-officedocument.presentationml.slide+xml"/>
  <Override PartName="/ppt/notesSlides/notesSlide285.xml" ContentType="application/vnd.openxmlformats-officedocument.presentationml.notesSlide+xml"/>
  <Override PartName="/ppt/slides/slide286.xml" ContentType="application/vnd.openxmlformats-officedocument.presentationml.slide+xml"/>
  <Override PartName="/ppt/notesSlides/notesSlide286.xml" ContentType="application/vnd.openxmlformats-officedocument.presentationml.notesSlide+xml"/>
  <Override PartName="/ppt/slides/slide287.xml" ContentType="application/vnd.openxmlformats-officedocument.presentationml.slide+xml"/>
  <Override PartName="/ppt/notesSlides/notesSlide287.xml" ContentType="application/vnd.openxmlformats-officedocument.presentationml.notesSlide+xml"/>
  <Override PartName="/ppt/slides/slide288.xml" ContentType="application/vnd.openxmlformats-officedocument.presentationml.slide+xml"/>
  <Override PartName="/ppt/notesSlides/notesSlide288.xml" ContentType="application/vnd.openxmlformats-officedocument.presentationml.notesSlide+xml"/>
  <Override PartName="/ppt/slides/slide289.xml" ContentType="application/vnd.openxmlformats-officedocument.presentationml.slide+xml"/>
  <Override PartName="/ppt/notesSlides/notesSlide289.xml" ContentType="application/vnd.openxmlformats-officedocument.presentationml.notesSlide+xml"/>
  <Override PartName="/ppt/slides/slide290.xml" ContentType="application/vnd.openxmlformats-officedocument.presentationml.slide+xml"/>
  <Override PartName="/ppt/notesSlides/notesSlide290.xml" ContentType="application/vnd.openxmlformats-officedocument.presentationml.notesSlide+xml"/>
  <Override PartName="/ppt/slides/slide291.xml" ContentType="application/vnd.openxmlformats-officedocument.presentationml.slide+xml"/>
  <Override PartName="/ppt/notesSlides/notesSlide291.xml" ContentType="application/vnd.openxmlformats-officedocument.presentationml.notesSlide+xml"/>
  <Override PartName="/ppt/slides/slide292.xml" ContentType="application/vnd.openxmlformats-officedocument.presentationml.slide+xml"/>
  <Override PartName="/ppt/notesSlides/notesSlide292.xml" ContentType="application/vnd.openxmlformats-officedocument.presentationml.notesSlide+xml"/>
  <Override PartName="/ppt/slides/slide293.xml" ContentType="application/vnd.openxmlformats-officedocument.presentationml.slide+xml"/>
  <Override PartName="/ppt/notesSlides/notesSlide293.xml" ContentType="application/vnd.openxmlformats-officedocument.presentationml.notesSlide+xml"/>
  <Override PartName="/ppt/slides/slide294.xml" ContentType="application/vnd.openxmlformats-officedocument.presentationml.slide+xml"/>
  <Override PartName="/ppt/notesSlides/notesSlide294.xml" ContentType="application/vnd.openxmlformats-officedocument.presentationml.notesSlide+xml"/>
  <Override PartName="/ppt/slides/slide295.xml" ContentType="application/vnd.openxmlformats-officedocument.presentationml.slide+xml"/>
  <Override PartName="/ppt/notesSlides/notesSlide295.xml" ContentType="application/vnd.openxmlformats-officedocument.presentationml.notesSlide+xml"/>
  <Override PartName="/ppt/slides/slide296.xml" ContentType="application/vnd.openxmlformats-officedocument.presentationml.slide+xml"/>
  <Override PartName="/ppt/notesSlides/notesSlide296.xml" ContentType="application/vnd.openxmlformats-officedocument.presentationml.notesSlide+xml"/>
  <Override PartName="/ppt/slides/slide297.xml" ContentType="application/vnd.openxmlformats-officedocument.presentationml.slide+xml"/>
  <Override PartName="/ppt/notesSlides/notesSlide297.xml" ContentType="application/vnd.openxmlformats-officedocument.presentationml.notesSlide+xml"/>
  <Override PartName="/ppt/slides/slide298.xml" ContentType="application/vnd.openxmlformats-officedocument.presentationml.slide+xml"/>
  <Override PartName="/ppt/notesSlides/notesSlide298.xml" ContentType="application/vnd.openxmlformats-officedocument.presentationml.notesSlide+xml"/>
  <Override PartName="/ppt/slides/slide299.xml" ContentType="application/vnd.openxmlformats-officedocument.presentationml.slide+xml"/>
  <Override PartName="/ppt/notesSlides/notesSlide299.xml" ContentType="application/vnd.openxmlformats-officedocument.presentationml.notesSlide+xml"/>
  <Override PartName="/ppt/slides/slide300.xml" ContentType="application/vnd.openxmlformats-officedocument.presentationml.slide+xml"/>
  <Override PartName="/ppt/notesSlides/notesSlide300.xml" ContentType="application/vnd.openxmlformats-officedocument.presentationml.notesSlide+xml"/>
  <Override PartName="/ppt/slides/slide301.xml" ContentType="application/vnd.openxmlformats-officedocument.presentationml.slide+xml"/>
  <Override PartName="/ppt/notesSlides/notesSlide301.xml" ContentType="application/vnd.openxmlformats-officedocument.presentationml.notesSlide+xml"/>
  <Override PartName="/ppt/slides/slide302.xml" ContentType="application/vnd.openxmlformats-officedocument.presentationml.slide+xml"/>
  <Override PartName="/ppt/notesSlides/notesSlide302.xml" ContentType="application/vnd.openxmlformats-officedocument.presentationml.notesSlide+xml"/>
  <Override PartName="/ppt/slides/slide303.xml" ContentType="application/vnd.openxmlformats-officedocument.presentationml.slide+xml"/>
  <Override PartName="/ppt/notesSlides/notesSlide303.xml" ContentType="application/vnd.openxmlformats-officedocument.presentationml.notesSlide+xml"/>
  <Override PartName="/ppt/slides/slide304.xml" ContentType="application/vnd.openxmlformats-officedocument.presentationml.slide+xml"/>
  <Override PartName="/ppt/notesSlides/notesSlide304.xml" ContentType="application/vnd.openxmlformats-officedocument.presentationml.notesSlide+xml"/>
  <Override PartName="/ppt/slides/slide305.xml" ContentType="application/vnd.openxmlformats-officedocument.presentationml.slide+xml"/>
  <Override PartName="/ppt/notesSlides/notesSlide305.xml" ContentType="application/vnd.openxmlformats-officedocument.presentationml.notesSlide+xml"/>
  <Override PartName="/ppt/slides/slide306.xml" ContentType="application/vnd.openxmlformats-officedocument.presentationml.slide+xml"/>
  <Override PartName="/ppt/notesSlides/notesSlide306.xml" ContentType="application/vnd.openxmlformats-officedocument.presentationml.notesSlide+xml"/>
  <Override PartName="/ppt/slides/slide307.xml" ContentType="application/vnd.openxmlformats-officedocument.presentationml.slide+xml"/>
  <Override PartName="/ppt/notesSlides/notesSlide307.xml" ContentType="application/vnd.openxmlformats-officedocument.presentationml.notesSlide+xml"/>
  <Override PartName="/ppt/slides/slide308.xml" ContentType="application/vnd.openxmlformats-officedocument.presentationml.slide+xml"/>
  <Override PartName="/ppt/notesSlides/notesSlide308.xml" ContentType="application/vnd.openxmlformats-officedocument.presentationml.notesSlide+xml"/>
  <Override PartName="/ppt/slides/slide310.xml" ContentType="application/vnd.openxmlformats-officedocument.presentationml.slide+xml"/>
  <Override PartName="/ppt/notesSlides/notesSlide310.xml" ContentType="application/vnd.openxmlformats-officedocument.presentationml.notesSlide+xml"/>
  <Override PartName="/ppt/slides/slide311.xml" ContentType="application/vnd.openxmlformats-officedocument.presentationml.slide+xml"/>
  <Override PartName="/ppt/notesSlides/notesSlide311.xml" ContentType="application/vnd.openxmlformats-officedocument.presentationml.notesSlide+xml"/>
  <Override PartName="/ppt/slides/slide312.xml" ContentType="application/vnd.openxmlformats-officedocument.presentationml.slide+xml"/>
  <Override PartName="/ppt/notesSlides/notesSlide312.xml" ContentType="application/vnd.openxmlformats-officedocument.presentationml.notesSlide+xml"/>
  <Override PartName="/ppt/slides/slide313.xml" ContentType="application/vnd.openxmlformats-officedocument.presentationml.slide+xml"/>
  <Override PartName="/ppt/notesSlides/notesSlide313.xml" ContentType="application/vnd.openxmlformats-officedocument.presentationml.notesSlide+xml"/>
  <Override PartName="/ppt/slides/slide314.xml" ContentType="application/vnd.openxmlformats-officedocument.presentationml.slide+xml"/>
  <Override PartName="/ppt/notesSlides/notesSlide314.xml" ContentType="application/vnd.openxmlformats-officedocument.presentationml.notesSlide+xml"/>
  <Override PartName="/ppt/slides/slide315.xml" ContentType="application/vnd.openxmlformats-officedocument.presentationml.slide+xml"/>
  <Override PartName="/ppt/notesSlides/notesSlide315.xml" ContentType="application/vnd.openxmlformats-officedocument.presentationml.notesSlide+xml"/>
  <Override PartName="/ppt/slides/slide316.xml" ContentType="application/vnd.openxmlformats-officedocument.presentationml.slide+xml"/>
  <Override PartName="/ppt/notesSlides/notesSlide316.xml" ContentType="application/vnd.openxmlformats-officedocument.presentationml.notesSlide+xml"/>
  <Override PartName="/ppt/slides/slide317.xml" ContentType="application/vnd.openxmlformats-officedocument.presentationml.slide+xml"/>
  <Override PartName="/ppt/notesSlides/notesSlide317.xml" ContentType="application/vnd.openxmlformats-officedocument.presentationml.notesSlide+xml"/>
  <Override PartName="/ppt/slides/slide318.xml" ContentType="application/vnd.openxmlformats-officedocument.presentationml.slide+xml"/>
  <Override PartName="/ppt/notesSlides/notesSlide318.xml" ContentType="application/vnd.openxmlformats-officedocument.presentationml.notesSlide+xml"/>
  <Override PartName="/ppt/slides/slide319.xml" ContentType="application/vnd.openxmlformats-officedocument.presentationml.slide+xml"/>
  <Override PartName="/ppt/notesSlides/notesSlide319.xml" ContentType="application/vnd.openxmlformats-officedocument.presentationml.notesSlide+xml"/>
  <Override PartName="/ppt/slides/slide320.xml" ContentType="application/vnd.openxmlformats-officedocument.presentationml.slide+xml"/>
  <Override PartName="/ppt/notesSlides/notesSlide320.xml" ContentType="application/vnd.openxmlformats-officedocument.presentationml.notesSlide+xml"/>
  <Override PartName="/ppt/slides/slide321.xml" ContentType="application/vnd.openxmlformats-officedocument.presentationml.slide+xml"/>
  <Override PartName="/ppt/notesSlides/notesSlide321.xml" ContentType="application/vnd.openxmlformats-officedocument.presentationml.notesSlide+xml"/>
  <Override PartName="/ppt/slides/slide322.xml" ContentType="application/vnd.openxmlformats-officedocument.presentationml.slide+xml"/>
  <Override PartName="/ppt/notesSlides/notesSlide322.xml" ContentType="application/vnd.openxmlformats-officedocument.presentationml.notesSlide+xml"/>
  <Override PartName="/ppt/slides/slide323.xml" ContentType="application/vnd.openxmlformats-officedocument.presentationml.slide+xml"/>
  <Override PartName="/ppt/notesSlides/notesSlide323.xml" ContentType="application/vnd.openxmlformats-officedocument.presentationml.notesSlide+xml"/>
  <Override PartName="/ppt/slides/slide324.xml" ContentType="application/vnd.openxmlformats-officedocument.presentationml.slide+xml"/>
  <Override PartName="/ppt/notesSlides/notesSlide324.xml" ContentType="application/vnd.openxmlformats-officedocument.presentationml.notesSlide+xml"/>
  <Override PartName="/ppt/slides/slide325.xml" ContentType="application/vnd.openxmlformats-officedocument.presentationml.slide+xml"/>
  <Override PartName="/ppt/notesSlides/notesSlide325.xml" ContentType="application/vnd.openxmlformats-officedocument.presentationml.notesSlide+xml"/>
  <Override PartName="/ppt/slides/slide326.xml" ContentType="application/vnd.openxmlformats-officedocument.presentationml.slide+xml"/>
  <Override PartName="/ppt/notesSlides/notesSlide326.xml" ContentType="application/vnd.openxmlformats-officedocument.presentationml.notesSlide+xml"/>
  <Override PartName="/ppt/slides/slide327.xml" ContentType="application/vnd.openxmlformats-officedocument.presentationml.slide+xml"/>
  <Override PartName="/ppt/notesSlides/notesSlide327.xml" ContentType="application/vnd.openxmlformats-officedocument.presentationml.notesSlide+xml"/>
  <Override PartName="/ppt/slides/slide328.xml" ContentType="application/vnd.openxmlformats-officedocument.presentationml.slide+xml"/>
  <Override PartName="/ppt/notesSlides/notesSlide328.xml" ContentType="application/vnd.openxmlformats-officedocument.presentationml.notesSlide+xml"/>
  <Override PartName="/ppt/slides/slide329.xml" ContentType="application/vnd.openxmlformats-officedocument.presentationml.slide+xml"/>
  <Override PartName="/ppt/notesSlides/notesSlide329.xml" ContentType="application/vnd.openxmlformats-officedocument.presentationml.notesSlide+xml"/>
  <Override PartName="/ppt/slides/slide330.xml" ContentType="application/vnd.openxmlformats-officedocument.presentationml.slide+xml"/>
  <Override PartName="/ppt/notesSlides/notesSlide330.xml" ContentType="application/vnd.openxmlformats-officedocument.presentationml.notesSlide+xml"/>
  <Override PartName="/ppt/slides/slide331.xml" ContentType="application/vnd.openxmlformats-officedocument.presentationml.slide+xml"/>
  <Override PartName="/ppt/notesSlides/notesSlide331.xml" ContentType="application/vnd.openxmlformats-officedocument.presentationml.notesSlide+xml"/>
  <Override PartName="/ppt/slides/slide332.xml" ContentType="application/vnd.openxmlformats-officedocument.presentationml.slide+xml"/>
  <Override PartName="/ppt/notesSlides/notesSlide332.xml" ContentType="application/vnd.openxmlformats-officedocument.presentationml.notesSlide+xml"/>
  <Override PartName="/ppt/slides/slide333.xml" ContentType="application/vnd.openxmlformats-officedocument.presentationml.slide+xml"/>
  <Override PartName="/ppt/notesSlides/notesSlide333.xml" ContentType="application/vnd.openxmlformats-officedocument.presentationml.notesSlide+xml"/>
  <Override PartName="/ppt/slides/slide334.xml" ContentType="application/vnd.openxmlformats-officedocument.presentationml.slide+xml"/>
  <Override PartName="/ppt/notesSlides/notesSlide334.xml" ContentType="application/vnd.openxmlformats-officedocument.presentationml.notesSlide+xml"/>
  <Override PartName="/ppt/slides/slide561.xml" ContentType="application/vnd.openxmlformats-officedocument.presentationml.slide+xml"/>
  <Override PartName="/ppt/notesSlides/notesSlide561.xml" ContentType="application/vnd.openxmlformats-officedocument.presentationml.notesSlide+xml"/>
  <Override PartName="/ppt/slides/slide562.xml" ContentType="application/vnd.openxmlformats-officedocument.presentationml.slide+xml"/>
  <Override PartName="/ppt/notesSlides/notesSlide562.xml" ContentType="application/vnd.openxmlformats-officedocument.presentationml.notesSlide+xml"/>
  <Override PartName="/ppt/slides/slide563.xml" ContentType="application/vnd.openxmlformats-officedocument.presentationml.slide+xml"/>
  <Override PartName="/ppt/notesSlides/notesSlide563.xml" ContentType="application/vnd.openxmlformats-officedocument.presentationml.notesSlide+xml"/>
  <Override PartName="/ppt/slides/slide565.xml" ContentType="application/vnd.openxmlformats-officedocument.presentationml.slide+xml"/>
  <Override PartName="/ppt/notesSlides/notesSlide565.xml" ContentType="application/vnd.openxmlformats-officedocument.presentationml.notesSlide+xml"/>
  <Override PartName="/ppt/slides/slide566.xml" ContentType="application/vnd.openxmlformats-officedocument.presentationml.slide+xml"/>
  <Override PartName="/ppt/notesSlides/notesSlide566.xml" ContentType="application/vnd.openxmlformats-officedocument.presentationml.notesSlide+xml"/>
  <Override PartName="/ppt/slides/slide567.xml" ContentType="application/vnd.openxmlformats-officedocument.presentationml.slide+xml"/>
  <Override PartName="/ppt/notesSlides/notesSlide567.xml" ContentType="application/vnd.openxmlformats-officedocument.presentationml.notesSlide+xml"/>
  <Override PartName="/ppt/slides/slide568.xml" ContentType="application/vnd.openxmlformats-officedocument.presentationml.slide+xml"/>
  <Override PartName="/ppt/notesSlides/notesSlide568.xml" ContentType="application/vnd.openxmlformats-officedocument.presentationml.notesSlide+xml"/>
  <Override PartName="/ppt/slides/slide569.xml" ContentType="application/vnd.openxmlformats-officedocument.presentationml.slide+xml"/>
  <Override PartName="/ppt/notesSlides/notesSlide569.xml" ContentType="application/vnd.openxmlformats-officedocument.presentationml.notesSlide+xml"/>
  <Override PartName="/ppt/slides/slide570.xml" ContentType="application/vnd.openxmlformats-officedocument.presentationml.slide+xml"/>
  <Override PartName="/ppt/notesSlides/notesSlide570.xml" ContentType="application/vnd.openxmlformats-officedocument.presentationml.notesSlide+xml"/>
  <Override PartName="/ppt/slides/slide571.xml" ContentType="application/vnd.openxmlformats-officedocument.presentationml.slide+xml"/>
  <Override PartName="/ppt/notesSlides/notesSlide571.xml" ContentType="application/vnd.openxmlformats-officedocument.presentationml.notesSlide+xml"/>
  <Override PartName="/ppt/slides/slide572.xml" ContentType="application/vnd.openxmlformats-officedocument.presentationml.slide+xml"/>
  <Override PartName="/ppt/notesSlides/notesSlide572.xml" ContentType="application/vnd.openxmlformats-officedocument.presentationml.notesSlide+xml"/>
  <Override PartName="/ppt/slides/slide573.xml" ContentType="application/vnd.openxmlformats-officedocument.presentationml.slide+xml"/>
  <Override PartName="/ppt/notesSlides/notesSlide573.xml" ContentType="application/vnd.openxmlformats-officedocument.presentationml.notesSlide+xml"/>
  <Override PartName="/ppt/slides/slide574.xml" ContentType="application/vnd.openxmlformats-officedocument.presentationml.slide+xml"/>
  <Override PartName="/ppt/notesSlides/notesSlide574.xml" ContentType="application/vnd.openxmlformats-officedocument.presentationml.notesSlide+xml"/>
  <Override PartName="/ppt/slides/slide575.xml" ContentType="application/vnd.openxmlformats-officedocument.presentationml.slide+xml"/>
  <Override PartName="/ppt/notesSlides/notesSlide575.xml" ContentType="application/vnd.openxmlformats-officedocument.presentationml.notesSlide+xml"/>
  <Override PartName="/ppt/slides/slide576.xml" ContentType="application/vnd.openxmlformats-officedocument.presentationml.slide+xml"/>
  <Override PartName="/ppt/notesSlides/notesSlide576.xml" ContentType="application/vnd.openxmlformats-officedocument.presentationml.notesSlide+xml"/>
  <Override PartName="/ppt/slides/slide577.xml" ContentType="application/vnd.openxmlformats-officedocument.presentationml.slide+xml"/>
  <Override PartName="/ppt/notesSlides/notesSlide577.xml" ContentType="application/vnd.openxmlformats-officedocument.presentationml.notesSlide+xml"/>
  <Override PartName="/ppt/slides/slide578.xml" ContentType="application/vnd.openxmlformats-officedocument.presentationml.slide+xml"/>
  <Override PartName="/ppt/notesSlides/notesSlide578.xml" ContentType="application/vnd.openxmlformats-officedocument.presentationml.notesSlide+xml"/>
  <Override PartName="/ppt/slides/slide579.xml" ContentType="application/vnd.openxmlformats-officedocument.presentationml.slide+xml"/>
  <Override PartName="/ppt/notesSlides/notesSlide579.xml" ContentType="application/vnd.openxmlformats-officedocument.presentationml.notesSlide+xml"/>
  <Override PartName="/ppt/slides/slide580.xml" ContentType="application/vnd.openxmlformats-officedocument.presentationml.slide+xml"/>
  <Override PartName="/ppt/notesSlides/notesSlide580.xml" ContentType="application/vnd.openxmlformats-officedocument.presentationml.notesSlide+xml"/>
  <Override PartName="/ppt/slides/slide581.xml" ContentType="application/vnd.openxmlformats-officedocument.presentationml.slide+xml"/>
  <Override PartName="/ppt/notesSlides/notesSlide581.xml" ContentType="application/vnd.openxmlformats-officedocument.presentationml.notesSlide+xml"/>
  <Override PartName="/ppt/slides/slide582.xml" ContentType="application/vnd.openxmlformats-officedocument.presentationml.slide+xml"/>
  <Override PartName="/ppt/notesSlides/notesSlide582.xml" ContentType="application/vnd.openxmlformats-officedocument.presentationml.notesSlide+xml"/>
  <Override PartName="/ppt/slides/slide583.xml" ContentType="application/vnd.openxmlformats-officedocument.presentationml.slide+xml"/>
  <Override PartName="/ppt/notesSlides/notesSlide583.xml" ContentType="application/vnd.openxmlformats-officedocument.presentationml.notesSlide+xml"/>
  <Override PartName="/ppt/slides/slide584.xml" ContentType="application/vnd.openxmlformats-officedocument.presentationml.slide+xml"/>
  <Override PartName="/ppt/notesSlides/notesSlide584.xml" ContentType="application/vnd.openxmlformats-officedocument.presentationml.notesSlide+xml"/>
  <Override PartName="/ppt/slides/slide585.xml" ContentType="application/vnd.openxmlformats-officedocument.presentationml.slide+xml"/>
  <Override PartName="/ppt/notesSlides/notesSlide585.xml" ContentType="application/vnd.openxmlformats-officedocument.presentationml.notesSlide+xml"/>
  <Override PartName="/ppt/slides/slide586.xml" ContentType="application/vnd.openxmlformats-officedocument.presentationml.slide+xml"/>
  <Override PartName="/ppt/notesSlides/notesSlide586.xml" ContentType="application/vnd.openxmlformats-officedocument.presentationml.notesSlide+xml"/>
  <Override PartName="/ppt/slides/slide587.xml" ContentType="application/vnd.openxmlformats-officedocument.presentationml.slide+xml"/>
  <Override PartName="/ppt/notesSlides/notesSlide587.xml" ContentType="application/vnd.openxmlformats-officedocument.presentationml.notesSlide+xml"/>
  <Override PartName="/ppt/slides/slide588.xml" ContentType="application/vnd.openxmlformats-officedocument.presentationml.slide+xml"/>
  <Override PartName="/ppt/notesSlides/notesSlide588.xml" ContentType="application/vnd.openxmlformats-officedocument.presentationml.notesSlide+xml"/>
  <Override PartName="/ppt/slides/slide589.xml" ContentType="application/vnd.openxmlformats-officedocument.presentationml.slide+xml"/>
  <Override PartName="/ppt/notesSlides/notesSlide589.xml" ContentType="application/vnd.openxmlformats-officedocument.presentationml.notesSlide+xml"/>
  <Override PartName="/ppt/slides/slide590.xml" ContentType="application/vnd.openxmlformats-officedocument.presentationml.slide+xml"/>
  <Override PartName="/ppt/notesSlides/notesSlide590.xml" ContentType="application/vnd.openxmlformats-officedocument.presentationml.notesSlide+xml"/>
  <Override PartName="/ppt/slides/slide591.xml" ContentType="application/vnd.openxmlformats-officedocument.presentationml.slide+xml"/>
  <Override PartName="/ppt/notesSlides/notesSlide591.xml" ContentType="application/vnd.openxmlformats-officedocument.presentationml.notesSlide+xml"/>
  <Override PartName="/ppt/slides/slide592.xml" ContentType="application/vnd.openxmlformats-officedocument.presentationml.slide+xml"/>
  <Override PartName="/ppt/notesSlides/notesSlide592.xml" ContentType="application/vnd.openxmlformats-officedocument.presentationml.notesSlide+xml"/>
  <Override PartName="/ppt/slides/slide593.xml" ContentType="application/vnd.openxmlformats-officedocument.presentationml.slide+xml"/>
  <Override PartName="/ppt/notesSlides/notesSlide593.xml" ContentType="application/vnd.openxmlformats-officedocument.presentationml.notesSlide+xml"/>
  <Override PartName="/ppt/slides/slide594.xml" ContentType="application/vnd.openxmlformats-officedocument.presentationml.slide+xml"/>
  <Override PartName="/ppt/notesSlides/notesSlide594.xml" ContentType="application/vnd.openxmlformats-officedocument.presentationml.notesSlide+xml"/>
  <Override PartName="/ppt/slides/slide595.xml" ContentType="application/vnd.openxmlformats-officedocument.presentationml.slide+xml"/>
  <Override PartName="/ppt/notesSlides/notesSlide595.xml" ContentType="application/vnd.openxmlformats-officedocument.presentationml.notesSlide+xml"/>
  <Override PartName="/ppt/slides/slide596.xml" ContentType="application/vnd.openxmlformats-officedocument.presentationml.slide+xml"/>
  <Override PartName="/ppt/notesSlides/notesSlide596.xml" ContentType="application/vnd.openxmlformats-officedocument.presentationml.notesSlide+xml"/>
  <Override PartName="/ppt/slides/slide597.xml" ContentType="application/vnd.openxmlformats-officedocument.presentationml.slide+xml"/>
  <Override PartName="/ppt/notesSlides/notesSlide597.xml" ContentType="application/vnd.openxmlformats-officedocument.presentationml.notesSlide+xml"/>
  <Override PartName="/ppt/slides/slide598.xml" ContentType="application/vnd.openxmlformats-officedocument.presentationml.slide+xml"/>
  <Override PartName="/ppt/notesSlides/notesSlide598.xml" ContentType="application/vnd.openxmlformats-officedocument.presentationml.notesSlide+xml"/>
  <Override PartName="/ppt/slides/slide599.xml" ContentType="application/vnd.openxmlformats-officedocument.presentationml.slide+xml"/>
  <Override PartName="/ppt/notesSlides/notesSlide599.xml" ContentType="application/vnd.openxmlformats-officedocument.presentationml.notesSlide+xml"/>
  <Override PartName="/ppt/slides/slide600.xml" ContentType="application/vnd.openxmlformats-officedocument.presentationml.slide+xml"/>
  <Override PartName="/ppt/notesSlides/notesSlide600.xml" ContentType="application/vnd.openxmlformats-officedocument.presentationml.notesSlide+xml"/>
  <Override PartName="/ppt/slides/slide601.xml" ContentType="application/vnd.openxmlformats-officedocument.presentationml.slide+xml"/>
  <Override PartName="/ppt/notesSlides/notesSlide601.xml" ContentType="application/vnd.openxmlformats-officedocument.presentationml.notesSlide+xml"/>
  <Override PartName="/ppt/slides/slide602.xml" ContentType="application/vnd.openxmlformats-officedocument.presentationml.slide+xml"/>
  <Override PartName="/ppt/notesSlides/notesSlide602.xml" ContentType="application/vnd.openxmlformats-officedocument.presentationml.notesSlide+xml"/>
  <Override PartName="/ppt/slides/slide603.xml" ContentType="application/vnd.openxmlformats-officedocument.presentationml.slide+xml"/>
  <Override PartName="/ppt/notesSlides/notesSlide603.xml" ContentType="application/vnd.openxmlformats-officedocument.presentationml.notesSlide+xml"/>
  <Override PartName="/ppt/slides/slide604.xml" ContentType="application/vnd.openxmlformats-officedocument.presentationml.slide+xml"/>
  <Override PartName="/ppt/notesSlides/notesSlide604.xml" ContentType="application/vnd.openxmlformats-officedocument.presentationml.notesSlide+xml"/>
  <Override PartName="/ppt/slides/slide605.xml" ContentType="application/vnd.openxmlformats-officedocument.presentationml.slide+xml"/>
  <Override PartName="/ppt/notesSlides/notesSlide605.xml" ContentType="application/vnd.openxmlformats-officedocument.presentationml.notesSlide+xml"/>
  <Override PartName="/ppt/slides/slide606.xml" ContentType="application/vnd.openxmlformats-officedocument.presentationml.slide+xml"/>
  <Override PartName="/ppt/notesSlides/notesSlide606.xml" ContentType="application/vnd.openxmlformats-officedocument.presentationml.notesSlide+xml"/>
  <Override PartName="/ppt/slides/slide607.xml" ContentType="application/vnd.openxmlformats-officedocument.presentationml.slide+xml"/>
  <Override PartName="/ppt/notesSlides/notesSlide607.xml" ContentType="application/vnd.openxmlformats-officedocument.presentationml.notesSlide+xml"/>
  <Override PartName="/ppt/slides/slide608.xml" ContentType="application/vnd.openxmlformats-officedocument.presentationml.slide+xml"/>
  <Override PartName="/ppt/notesSlides/notesSlide608.xml" ContentType="application/vnd.openxmlformats-officedocument.presentationml.notesSlide+xml"/>
  <Override PartName="/ppt/slides/slide609.xml" ContentType="application/vnd.openxmlformats-officedocument.presentationml.slide+xml"/>
  <Override PartName="/ppt/notesSlides/notesSlide609.xml" ContentType="application/vnd.openxmlformats-officedocument.presentationml.notesSlide+xml"/>
  <Override PartName="/ppt/slides/slide610.xml" ContentType="application/vnd.openxmlformats-officedocument.presentationml.slide+xml"/>
  <Override PartName="/ppt/notesSlides/notesSlide610.xml" ContentType="application/vnd.openxmlformats-officedocument.presentationml.notesSlide+xml"/>
  <Override PartName="/ppt/slides/slide611.xml" ContentType="application/vnd.openxmlformats-officedocument.presentationml.slide+xml"/>
  <Override PartName="/ppt/notesSlides/notesSlide611.xml" ContentType="application/vnd.openxmlformats-officedocument.presentationml.notesSlide+xml"/>
  <Override PartName="/ppt/slides/slide612.xml" ContentType="application/vnd.openxmlformats-officedocument.presentationml.slide+xml"/>
  <Override PartName="/ppt/notesSlides/notesSlide612.xml" ContentType="application/vnd.openxmlformats-officedocument.presentationml.notesSlide+xml"/>
  <Override PartName="/ppt/slides/slide613.xml" ContentType="application/vnd.openxmlformats-officedocument.presentationml.slide+xml"/>
  <Override PartName="/ppt/notesSlides/notesSlide613.xml" ContentType="application/vnd.openxmlformats-officedocument.presentationml.notesSlide+xml"/>
  <Override PartName="/ppt/slides/slide614.xml" ContentType="application/vnd.openxmlformats-officedocument.presentationml.slide+xml"/>
  <Override PartName="/ppt/notesSlides/notesSlide614.xml" ContentType="application/vnd.openxmlformats-officedocument.presentationml.notesSlide+xml"/>
  <Override PartName="/ppt/slides/slide615.xml" ContentType="application/vnd.openxmlformats-officedocument.presentationml.slide+xml"/>
  <Override PartName="/ppt/notesSlides/notesSlide615.xml" ContentType="application/vnd.openxmlformats-officedocument.presentationml.notesSlide+xml"/>
  <Override PartName="/ppt/slides/slide616.xml" ContentType="application/vnd.openxmlformats-officedocument.presentationml.slide+xml"/>
  <Override PartName="/ppt/notesSlides/notesSlide616.xml" ContentType="application/vnd.openxmlformats-officedocument.presentationml.notesSlide+xml"/>
  <Override PartName="/ppt/slides/slide617.xml" ContentType="application/vnd.openxmlformats-officedocument.presentationml.slide+xml"/>
  <Override PartName="/ppt/notesSlides/notesSlide617.xml" ContentType="application/vnd.openxmlformats-officedocument.presentationml.notesSlide+xml"/>
  <Override PartName="/ppt/slides/slide618.xml" ContentType="application/vnd.openxmlformats-officedocument.presentationml.slide+xml"/>
  <Override PartName="/ppt/notesSlides/notesSlide618.xml" ContentType="application/vnd.openxmlformats-officedocument.presentationml.notesSlide+xml"/>
  <Override PartName="/ppt/slides/slide619.xml" ContentType="application/vnd.openxmlformats-officedocument.presentationml.slide+xml"/>
  <Override PartName="/ppt/notesSlides/notesSlide619.xml" ContentType="application/vnd.openxmlformats-officedocument.presentationml.notesSlide+xml"/>
  <Override PartName="/ppt/slides/slide621.xml" ContentType="application/vnd.openxmlformats-officedocument.presentationml.slide+xml"/>
  <Override PartName="/ppt/notesSlides/notesSlide621.xml" ContentType="application/vnd.openxmlformats-officedocument.presentationml.notesSlide+xml"/>
  <Override PartName="/ppt/slides/slide622.xml" ContentType="application/vnd.openxmlformats-officedocument.presentationml.slide+xml"/>
  <Override PartName="/ppt/notesSlides/notesSlide622.xml" ContentType="application/vnd.openxmlformats-officedocument.presentationml.notesSlide+xml"/>
  <Override PartName="/ppt/slides/slide623.xml" ContentType="application/vnd.openxmlformats-officedocument.presentationml.slide+xml"/>
  <Override PartName="/ppt/notesSlides/notesSlide623.xml" ContentType="application/vnd.openxmlformats-officedocument.presentationml.notesSlide+xml"/>
  <Override PartName="/ppt/slides/slide624.xml" ContentType="application/vnd.openxmlformats-officedocument.presentationml.slide+xml"/>
  <Override PartName="/ppt/notesSlides/notesSlide624.xml" ContentType="application/vnd.openxmlformats-officedocument.presentationml.notesSlide+xml"/>
  <Override PartName="/ppt/slides/slide625.xml" ContentType="application/vnd.openxmlformats-officedocument.presentationml.slide+xml"/>
  <Override PartName="/ppt/notesSlides/notesSlide625.xml" ContentType="application/vnd.openxmlformats-officedocument.presentationml.notesSlide+xml"/>
  <Override PartName="/ppt/slides/slide626.xml" ContentType="application/vnd.openxmlformats-officedocument.presentationml.slide+xml"/>
  <Override PartName="/ppt/notesSlides/notesSlide626.xml" ContentType="application/vnd.openxmlformats-officedocument.presentationml.notesSlide+xml"/>
  <Override PartName="/ppt/slides/slide627.xml" ContentType="application/vnd.openxmlformats-officedocument.presentationml.slide+xml"/>
  <Override PartName="/ppt/notesSlides/notesSlide627.xml" ContentType="application/vnd.openxmlformats-officedocument.presentationml.notesSlide+xml"/>
  <Override PartName="/ppt/slides/slide628.xml" ContentType="application/vnd.openxmlformats-officedocument.presentationml.slide+xml"/>
  <Override PartName="/ppt/notesSlides/notesSlide628.xml" ContentType="application/vnd.openxmlformats-officedocument.presentationml.notesSlide+xml"/>
  <Override PartName="/ppt/slides/slide629.xml" ContentType="application/vnd.openxmlformats-officedocument.presentationml.slide+xml"/>
  <Override PartName="/ppt/notesSlides/notesSlide629.xml" ContentType="application/vnd.openxmlformats-officedocument.presentationml.notesSlide+xml"/>
  <Override PartName="/ppt/slides/slide630.xml" ContentType="application/vnd.openxmlformats-officedocument.presentationml.slide+xml"/>
  <Override PartName="/ppt/notesSlides/notesSlide630.xml" ContentType="application/vnd.openxmlformats-officedocument.presentationml.notesSlide+xml"/>
  <Override PartName="/ppt/slides/slide631.xml" ContentType="application/vnd.openxmlformats-officedocument.presentationml.slide+xml"/>
  <Override PartName="/ppt/notesSlides/notesSlide631.xml" ContentType="application/vnd.openxmlformats-officedocument.presentationml.notesSlide+xml"/>
  <Override PartName="/ppt/slides/slide632.xml" ContentType="application/vnd.openxmlformats-officedocument.presentationml.slide+xml"/>
  <Override PartName="/ppt/notesSlides/notesSlide632.xml" ContentType="application/vnd.openxmlformats-officedocument.presentationml.notesSlide+xml"/>
  <Override PartName="/ppt/slides/slide633.xml" ContentType="application/vnd.openxmlformats-officedocument.presentationml.slide+xml"/>
  <Override PartName="/ppt/notesSlides/notesSlide633.xml" ContentType="application/vnd.openxmlformats-officedocument.presentationml.notesSlide+xml"/>
  <Override PartName="/ppt/slides/slide634.xml" ContentType="application/vnd.openxmlformats-officedocument.presentationml.slide+xml"/>
  <Override PartName="/ppt/notesSlides/notesSlide634.xml" ContentType="application/vnd.openxmlformats-officedocument.presentationml.notesSlide+xml"/>
  <Override PartName="/ppt/slides/slide635.xml" ContentType="application/vnd.openxmlformats-officedocument.presentationml.slide+xml"/>
  <Override PartName="/ppt/notesSlides/notesSlide635.xml" ContentType="application/vnd.openxmlformats-officedocument.presentationml.notesSlide+xml"/>
  <Override PartName="/ppt/slides/slide636.xml" ContentType="application/vnd.openxmlformats-officedocument.presentationml.slide+xml"/>
  <Override PartName="/ppt/notesSlides/notesSlide636.xml" ContentType="application/vnd.openxmlformats-officedocument.presentationml.notesSlide+xml"/>
  <Override PartName="/ppt/slides/slide637.xml" ContentType="application/vnd.openxmlformats-officedocument.presentationml.slide+xml"/>
  <Override PartName="/ppt/notesSlides/notesSlide637.xml" ContentType="application/vnd.openxmlformats-officedocument.presentationml.notesSlide+xml"/>
  <Override PartName="/ppt/slides/slide638.xml" ContentType="application/vnd.openxmlformats-officedocument.presentationml.slide+xml"/>
  <Override PartName="/ppt/notesSlides/notesSlide638.xml" ContentType="application/vnd.openxmlformats-officedocument.presentationml.notesSlide+xml"/>
  <Override PartName="/ppt/slides/slide639.xml" ContentType="application/vnd.openxmlformats-officedocument.presentationml.slide+xml"/>
  <Override PartName="/ppt/notesSlides/notesSlide639.xml" ContentType="application/vnd.openxmlformats-officedocument.presentationml.notesSlide+xml"/>
  <Override PartName="/ppt/slides/slide640.xml" ContentType="application/vnd.openxmlformats-officedocument.presentationml.slide+xml"/>
  <Override PartName="/ppt/notesSlides/notesSlide640.xml" ContentType="application/vnd.openxmlformats-officedocument.presentationml.notesSlide+xml"/>
  <Override PartName="/ppt/slides/slide641.xml" ContentType="application/vnd.openxmlformats-officedocument.presentationml.slide+xml"/>
  <Override PartName="/ppt/notesSlides/notesSlide641.xml" ContentType="application/vnd.openxmlformats-officedocument.presentationml.notesSlide+xml"/>
  <Override PartName="/ppt/slides/slide642.xml" ContentType="application/vnd.openxmlformats-officedocument.presentationml.slide+xml"/>
  <Override PartName="/ppt/notesSlides/notesSlide642.xml" ContentType="application/vnd.openxmlformats-officedocument.presentationml.notesSlide+xml"/>
  <Override PartName="/ppt/slides/slide643.xml" ContentType="application/vnd.openxmlformats-officedocument.presentationml.slide+xml"/>
  <Override PartName="/ppt/notesSlides/notesSlide643.xml" ContentType="application/vnd.openxmlformats-officedocument.presentationml.notesSlide+xml"/>
  <Override PartName="/ppt/slides/slide644.xml" ContentType="application/vnd.openxmlformats-officedocument.presentationml.slide+xml"/>
  <Override PartName="/ppt/notesSlides/notesSlide644.xml" ContentType="application/vnd.openxmlformats-officedocument.presentationml.notesSlide+xml"/>
  <Override PartName="/ppt/slides/slide645.xml" ContentType="application/vnd.openxmlformats-officedocument.presentationml.slide+xml"/>
  <Override PartName="/ppt/notesSlides/notesSlide645.xml" ContentType="application/vnd.openxmlformats-officedocument.presentationml.notesSlide+xml"/>
  <Override PartName="/ppt/slides/slide646.xml" ContentType="application/vnd.openxmlformats-officedocument.presentationml.slide+xml"/>
  <Override PartName="/ppt/notesSlides/notesSlide646.xml" ContentType="application/vnd.openxmlformats-officedocument.presentationml.notesSlide+xml"/>
  <Override PartName="/ppt/slides/slide647.xml" ContentType="application/vnd.openxmlformats-officedocument.presentationml.slide+xml"/>
  <Override PartName="/ppt/notesSlides/notesSlide647.xml" ContentType="application/vnd.openxmlformats-officedocument.presentationml.notesSlide+xml"/>
  <Override PartName="/ppt/slides/slide648.xml" ContentType="application/vnd.openxmlformats-officedocument.presentationml.slide+xml"/>
  <Override PartName="/ppt/notesSlides/notesSlide648.xml" ContentType="application/vnd.openxmlformats-officedocument.presentationml.notesSlide+xml"/>
  <Override PartName="/ppt/slides/slide649.xml" ContentType="application/vnd.openxmlformats-officedocument.presentationml.slide+xml"/>
  <Override PartName="/ppt/notesSlides/notesSlide649.xml" ContentType="application/vnd.openxmlformats-officedocument.presentationml.notesSlide+xml"/>
  <Override PartName="/ppt/slides/slide650.xml" ContentType="application/vnd.openxmlformats-officedocument.presentationml.slide+xml"/>
  <Override PartName="/ppt/notesSlides/notesSlide650.xml" ContentType="application/vnd.openxmlformats-officedocument.presentationml.notesSlide+xml"/>
  <Override PartName="/ppt/slides/slide651.xml" ContentType="application/vnd.openxmlformats-officedocument.presentationml.slide+xml"/>
  <Override PartName="/ppt/notesSlides/notesSlide651.xml" ContentType="application/vnd.openxmlformats-officedocument.presentationml.notesSlide+xml"/>
  <Override PartName="/ppt/slides/slide652.xml" ContentType="application/vnd.openxmlformats-officedocument.presentationml.slide+xml"/>
  <Override PartName="/ppt/notesSlides/notesSlide652.xml" ContentType="application/vnd.openxmlformats-officedocument.presentationml.notesSlide+xml"/>
  <Override PartName="/ppt/slides/slide653.xml" ContentType="application/vnd.openxmlformats-officedocument.presentationml.slide+xml"/>
  <Override PartName="/ppt/notesSlides/notesSlide653.xml" ContentType="application/vnd.openxmlformats-officedocument.presentationml.notesSlide+xml"/>
  <Override PartName="/ppt/slides/slide654.xml" ContentType="application/vnd.openxmlformats-officedocument.presentationml.slide+xml"/>
  <Override PartName="/ppt/notesSlides/notesSlide654.xml" ContentType="application/vnd.openxmlformats-officedocument.presentationml.notesSlide+xml"/>
  <Override PartName="/ppt/slides/slide655.xml" ContentType="application/vnd.openxmlformats-officedocument.presentationml.slide+xml"/>
  <Override PartName="/ppt/notesSlides/notesSlide655.xml" ContentType="application/vnd.openxmlformats-officedocument.presentationml.notesSlide+xml"/>
  <Override PartName="/ppt/slides/slide656.xml" ContentType="application/vnd.openxmlformats-officedocument.presentationml.slide+xml"/>
  <Override PartName="/ppt/notesSlides/notesSlide656.xml" ContentType="application/vnd.openxmlformats-officedocument.presentationml.notesSlide+xml"/>
  <Override PartName="/ppt/slides/slide657.xml" ContentType="application/vnd.openxmlformats-officedocument.presentationml.slide+xml"/>
  <Override PartName="/ppt/notesSlides/notesSlide657.xml" ContentType="application/vnd.openxmlformats-officedocument.presentationml.notesSlide+xml"/>
  <Override PartName="/ppt/slides/slide658.xml" ContentType="application/vnd.openxmlformats-officedocument.presentationml.slide+xml"/>
  <Override PartName="/ppt/notesSlides/notesSlide658.xml" ContentType="application/vnd.openxmlformats-officedocument.presentationml.notesSlide+xml"/>
  <Override PartName="/ppt/slides/slide659.xml" ContentType="application/vnd.openxmlformats-officedocument.presentationml.slide+xml"/>
  <Override PartName="/ppt/notesSlides/notesSlide659.xml" ContentType="application/vnd.openxmlformats-officedocument.presentationml.notesSlide+xml"/>
  <Override PartName="/ppt/slides/slide660.xml" ContentType="application/vnd.openxmlformats-officedocument.presentationml.slide+xml"/>
  <Override PartName="/ppt/notesSlides/notesSlide660.xml" ContentType="application/vnd.openxmlformats-officedocument.presentationml.notesSlide+xml"/>
  <Override PartName="/ppt/slides/slide661.xml" ContentType="application/vnd.openxmlformats-officedocument.presentationml.slide+xml"/>
  <Override PartName="/ppt/notesSlides/notesSlide661.xml" ContentType="application/vnd.openxmlformats-officedocument.presentationml.notesSlide+xml"/>
  <Override PartName="/ppt/slides/slide662.xml" ContentType="application/vnd.openxmlformats-officedocument.presentationml.slide+xml"/>
  <Override PartName="/ppt/notesSlides/notesSlide662.xml" ContentType="application/vnd.openxmlformats-officedocument.presentationml.notesSlide+xml"/>
  <Override PartName="/ppt/slides/slide663.xml" ContentType="application/vnd.openxmlformats-officedocument.presentationml.slide+xml"/>
  <Override PartName="/ppt/notesSlides/notesSlide663.xml" ContentType="application/vnd.openxmlformats-officedocument.presentationml.notesSlide+xml"/>
  <Override PartName="/ppt/slides/slide664.xml" ContentType="application/vnd.openxmlformats-officedocument.presentationml.slide+xml"/>
  <Override PartName="/ppt/notesSlides/notesSlide664.xml" ContentType="application/vnd.openxmlformats-officedocument.presentationml.notesSlide+xml"/>
  <Override PartName="/ppt/slides/slide665.xml" ContentType="application/vnd.openxmlformats-officedocument.presentationml.slide+xml"/>
  <Override PartName="/ppt/notesSlides/notesSlide665.xml" ContentType="application/vnd.openxmlformats-officedocument.presentationml.notesSlide+xml"/>
  <Override PartName="/ppt/slides/slide666.xml" ContentType="application/vnd.openxmlformats-officedocument.presentationml.slide+xml"/>
  <Override PartName="/ppt/notesSlides/notesSlide666.xml" ContentType="application/vnd.openxmlformats-officedocument.presentationml.notesSlide+xml"/>
  <Override PartName="/ppt/slides/slide667.xml" ContentType="application/vnd.openxmlformats-officedocument.presentationml.slide+xml"/>
  <Override PartName="/ppt/notesSlides/notesSlide667.xml" ContentType="application/vnd.openxmlformats-officedocument.presentationml.notesSlide+xml"/>
  <Override PartName="/ppt/slides/slide668.xml" ContentType="application/vnd.openxmlformats-officedocument.presentationml.slide+xml"/>
  <Override PartName="/ppt/notesSlides/notesSlide668.xml" ContentType="application/vnd.openxmlformats-officedocument.presentationml.notesSlide+xml"/>
  <Override PartName="/ppt/slides/slide669.xml" ContentType="application/vnd.openxmlformats-officedocument.presentationml.slide+xml"/>
  <Override PartName="/ppt/notesSlides/notesSlide669.xml" ContentType="application/vnd.openxmlformats-officedocument.presentationml.notesSlide+xml"/>
  <Override PartName="/ppt/slides/slide670.xml" ContentType="application/vnd.openxmlformats-officedocument.presentationml.slide+xml"/>
  <Override PartName="/ppt/notesSlides/notesSlide670.xml" ContentType="application/vnd.openxmlformats-officedocument.presentationml.notesSlide+xml"/>
  <Override PartName="/ppt/slides/slide671.xml" ContentType="application/vnd.openxmlformats-officedocument.presentationml.slide+xml"/>
  <Override PartName="/ppt/notesSlides/notesSlide671.xml" ContentType="application/vnd.openxmlformats-officedocument.presentationml.notesSlide+xml"/>
  <Override PartName="/ppt/slides/slide672.xml" ContentType="application/vnd.openxmlformats-officedocument.presentationml.slide+xml"/>
  <Override PartName="/ppt/notesSlides/notesSlide672.xml" ContentType="application/vnd.openxmlformats-officedocument.presentationml.notesSlide+xml"/>
  <Override PartName="/ppt/slides/slide673.xml" ContentType="application/vnd.openxmlformats-officedocument.presentationml.slide+xml"/>
  <Override PartName="/ppt/notesSlides/notesSlide673.xml" ContentType="application/vnd.openxmlformats-officedocument.presentationml.notesSlide+xml"/>
  <Override PartName="/ppt/slides/slide674.xml" ContentType="application/vnd.openxmlformats-officedocument.presentationml.slide+xml"/>
  <Override PartName="/ppt/notesSlides/notesSlide674.xml" ContentType="application/vnd.openxmlformats-officedocument.presentationml.notesSlide+xml"/>
  <Override PartName="/ppt/slides/slide675.xml" ContentType="application/vnd.openxmlformats-officedocument.presentationml.slide+xml"/>
  <Override PartName="/ppt/notesSlides/notesSlide675.xml" ContentType="application/vnd.openxmlformats-officedocument.presentationml.notesSlide+xml"/>
  <Override PartName="/ppt/slides/slide676.xml" ContentType="application/vnd.openxmlformats-officedocument.presentationml.slide+xml"/>
  <Override PartName="/ppt/notesSlides/notesSlide676.xml" ContentType="application/vnd.openxmlformats-officedocument.presentationml.notesSlide+xml"/>
  <Override PartName="/ppt/slides/slide678.xml" ContentType="application/vnd.openxmlformats-officedocument.presentationml.slide+xml"/>
  <Override PartName="/ppt/notesSlides/notesSlide678.xml" ContentType="application/vnd.openxmlformats-officedocument.presentationml.notesSlide+xml"/>
  <Override PartName="/ppt/slides/slide679.xml" ContentType="application/vnd.openxmlformats-officedocument.presentationml.slide+xml"/>
  <Override PartName="/ppt/notesSlides/notesSlide679.xml" ContentType="application/vnd.openxmlformats-officedocument.presentationml.notesSlide+xml"/>
  <Override PartName="/ppt/slides/slide680.xml" ContentType="application/vnd.openxmlformats-officedocument.presentationml.slide+xml"/>
  <Override PartName="/ppt/notesSlides/notesSlide680.xml" ContentType="application/vnd.openxmlformats-officedocument.presentationml.notesSlide+xml"/>
  <Override PartName="/ppt/slides/slide681.xml" ContentType="application/vnd.openxmlformats-officedocument.presentationml.slide+xml"/>
  <Override PartName="/ppt/notesSlides/notesSlide681.xml" ContentType="application/vnd.openxmlformats-officedocument.presentationml.notesSlide+xml"/>
  <Override PartName="/ppt/slides/slide682.xml" ContentType="application/vnd.openxmlformats-officedocument.presentationml.slide+xml"/>
  <Override PartName="/ppt/notesSlides/notesSlide682.xml" ContentType="application/vnd.openxmlformats-officedocument.presentationml.notesSlide+xml"/>
  <Override PartName="/ppt/slides/slide683.xml" ContentType="application/vnd.openxmlformats-officedocument.presentationml.slide+xml"/>
  <Override PartName="/ppt/notesSlides/notesSlide683.xml" ContentType="application/vnd.openxmlformats-officedocument.presentationml.notesSlide+xml"/>
  <Override PartName="/ppt/slides/slide684.xml" ContentType="application/vnd.openxmlformats-officedocument.presentationml.slide+xml"/>
  <Override PartName="/ppt/notesSlides/notesSlide684.xml" ContentType="application/vnd.openxmlformats-officedocument.presentationml.notesSlide+xml"/>
  <Override PartName="/ppt/slides/slide685.xml" ContentType="application/vnd.openxmlformats-officedocument.presentationml.slide+xml"/>
  <Override PartName="/ppt/notesSlides/notesSlide685.xml" ContentType="application/vnd.openxmlformats-officedocument.presentationml.notesSlide+xml"/>
  <Override PartName="/ppt/slides/slide686.xml" ContentType="application/vnd.openxmlformats-officedocument.presentationml.slide+xml"/>
  <Override PartName="/ppt/notesSlides/notesSlide686.xml" ContentType="application/vnd.openxmlformats-officedocument.presentationml.notesSlide+xml"/>
  <Override PartName="/ppt/slides/slide687.xml" ContentType="application/vnd.openxmlformats-officedocument.presentationml.slide+xml"/>
  <Override PartName="/ppt/notesSlides/notesSlide687.xml" ContentType="application/vnd.openxmlformats-officedocument.presentationml.notesSlide+xml"/>
  <Override PartName="/ppt/slides/slide688.xml" ContentType="application/vnd.openxmlformats-officedocument.presentationml.slide+xml"/>
  <Override PartName="/ppt/notesSlides/notesSlide688.xml" ContentType="application/vnd.openxmlformats-officedocument.presentationml.notesSlide+xml"/>
  <Override PartName="/ppt/slides/slide689.xml" ContentType="application/vnd.openxmlformats-officedocument.presentationml.slide+xml"/>
  <Override PartName="/ppt/notesSlides/notesSlide689.xml" ContentType="application/vnd.openxmlformats-officedocument.presentationml.notesSlide+xml"/>
  <Override PartName="/ppt/slides/slide690.xml" ContentType="application/vnd.openxmlformats-officedocument.presentationml.slide+xml"/>
  <Override PartName="/ppt/notesSlides/notesSlide690.xml" ContentType="application/vnd.openxmlformats-officedocument.presentationml.notesSlide+xml"/>
  <Override PartName="/ppt/slides/slide691.xml" ContentType="application/vnd.openxmlformats-officedocument.presentationml.slide+xml"/>
  <Override PartName="/ppt/notesSlides/notesSlide691.xml" ContentType="application/vnd.openxmlformats-officedocument.presentationml.notesSlide+xml"/>
  <Override PartName="/ppt/slides/slide774.xml" ContentType="application/vnd.openxmlformats-officedocument.presentationml.slide+xml"/>
  <Override PartName="/ppt/notesSlides/notesSlide774.xml" ContentType="application/vnd.openxmlformats-officedocument.presentationml.notesSlide+xml"/>
  <Override PartName="/ppt/slides/slide775.xml" ContentType="application/vnd.openxmlformats-officedocument.presentationml.slide+xml"/>
  <Override PartName="/ppt/notesSlides/notesSlide775.xml" ContentType="application/vnd.openxmlformats-officedocument.presentationml.notesSlide+xml"/>
  <Override PartName="/ppt/slides/slide776.xml" ContentType="application/vnd.openxmlformats-officedocument.presentationml.slide+xml"/>
  <Override PartName="/ppt/notesSlides/notesSlide776.xml" ContentType="application/vnd.openxmlformats-officedocument.presentationml.notesSlide+xml"/>
  <Override PartName="/ppt/slides/slide778.xml" ContentType="application/vnd.openxmlformats-officedocument.presentationml.slide+xml"/>
  <Override PartName="/ppt/notesSlides/notesSlide778.xml" ContentType="application/vnd.openxmlformats-officedocument.presentationml.notesSlide+xml"/>
  <Override PartName="/ppt/slides/slide779.xml" ContentType="application/vnd.openxmlformats-officedocument.presentationml.slide+xml"/>
  <Override PartName="/ppt/notesSlides/notesSlide779.xml" ContentType="application/vnd.openxmlformats-officedocument.presentationml.notesSlide+xml"/>
  <Override PartName="/ppt/slides/slide780.xml" ContentType="application/vnd.openxmlformats-officedocument.presentationml.slide+xml"/>
  <Override PartName="/ppt/notesSlides/notesSlide780.xml" ContentType="application/vnd.openxmlformats-officedocument.presentationml.notesSlide+xml"/>
  <Override PartName="/ppt/slides/slide781.xml" ContentType="application/vnd.openxmlformats-officedocument.presentationml.slide+xml"/>
  <Override PartName="/ppt/notesSlides/notesSlide781.xml" ContentType="application/vnd.openxmlformats-officedocument.presentationml.notesSlide+xml"/>
  <Override PartName="/ppt/slides/slide782.xml" ContentType="application/vnd.openxmlformats-officedocument.presentationml.slide+xml"/>
  <Override PartName="/ppt/notesSlides/notesSlide782.xml" ContentType="application/vnd.openxmlformats-officedocument.presentationml.notesSlide+xml"/>
  <Override PartName="/ppt/slides/slide783.xml" ContentType="application/vnd.openxmlformats-officedocument.presentationml.slide+xml"/>
  <Override PartName="/ppt/notesSlides/notesSlide783.xml" ContentType="application/vnd.openxmlformats-officedocument.presentationml.notesSlide+xml"/>
  <Override PartName="/ppt/slides/slide784.xml" ContentType="application/vnd.openxmlformats-officedocument.presentationml.slide+xml"/>
  <Override PartName="/ppt/notesSlides/notesSlide784.xml" ContentType="application/vnd.openxmlformats-officedocument.presentationml.notesSlide+xml"/>
  <Override PartName="/ppt/slides/slide785.xml" ContentType="application/vnd.openxmlformats-officedocument.presentationml.slide+xml"/>
  <Override PartName="/ppt/notesSlides/notesSlide785.xml" ContentType="application/vnd.openxmlformats-officedocument.presentationml.notesSlide+xml"/>
  <Override PartName="/ppt/slides/slide786.xml" ContentType="application/vnd.openxmlformats-officedocument.presentationml.slide+xml"/>
  <Override PartName="/ppt/notesSlides/notesSlide786.xml" ContentType="application/vnd.openxmlformats-officedocument.presentationml.notesSlide+xml"/>
  <Override PartName="/ppt/slides/slide787.xml" ContentType="application/vnd.openxmlformats-officedocument.presentationml.slide+xml"/>
  <Override PartName="/ppt/notesSlides/notesSlide787.xml" ContentType="application/vnd.openxmlformats-officedocument.presentationml.notesSlide+xml"/>
  <Override PartName="/ppt/slides/slide788.xml" ContentType="application/vnd.openxmlformats-officedocument.presentationml.slide+xml"/>
  <Override PartName="/ppt/notesSlides/notesSlide788.xml" ContentType="application/vnd.openxmlformats-officedocument.presentationml.notesSlide+xml"/>
  <Override PartName="/ppt/slides/slide789.xml" ContentType="application/vnd.openxmlformats-officedocument.presentationml.slide+xml"/>
  <Override PartName="/ppt/notesSlides/notesSlide789.xml" ContentType="application/vnd.openxmlformats-officedocument.presentationml.notesSlide+xml"/>
  <Override PartName="/ppt/slides/slide790.xml" ContentType="application/vnd.openxmlformats-officedocument.presentationml.slide+xml"/>
  <Override PartName="/ppt/notesSlides/notesSlide790.xml" ContentType="application/vnd.openxmlformats-officedocument.presentationml.notesSlide+xml"/>
  <Override PartName="/ppt/slides/slide791.xml" ContentType="application/vnd.openxmlformats-officedocument.presentationml.slide+xml"/>
  <Override PartName="/ppt/notesSlides/notesSlide791.xml" ContentType="application/vnd.openxmlformats-officedocument.presentationml.notesSlide+xml"/>
  <Override PartName="/ppt/slides/slide792.xml" ContentType="application/vnd.openxmlformats-officedocument.presentationml.slide+xml"/>
  <Override PartName="/ppt/notesSlides/notesSlide792.xml" ContentType="application/vnd.openxmlformats-officedocument.presentationml.notesSlide+xml"/>
  <Override PartName="/ppt/slides/slide793.xml" ContentType="application/vnd.openxmlformats-officedocument.presentationml.slide+xml"/>
  <Override PartName="/ppt/notesSlides/notesSlide793.xml" ContentType="application/vnd.openxmlformats-officedocument.presentationml.notesSlide+xml"/>
  <Override PartName="/ppt/slides/slide794.xml" ContentType="application/vnd.openxmlformats-officedocument.presentationml.slide+xml"/>
  <Override PartName="/ppt/notesSlides/notesSlide794.xml" ContentType="application/vnd.openxmlformats-officedocument.presentationml.notesSlide+xml"/>
  <Override PartName="/ppt/slides/slide795.xml" ContentType="application/vnd.openxmlformats-officedocument.presentationml.slide+xml"/>
  <Override PartName="/ppt/notesSlides/notesSlide795.xml" ContentType="application/vnd.openxmlformats-officedocument.presentationml.notesSlide+xml"/>
  <Override PartName="/ppt/slides/slide796.xml" ContentType="application/vnd.openxmlformats-officedocument.presentationml.slide+xml"/>
  <Override PartName="/ppt/notesSlides/notesSlide796.xml" ContentType="application/vnd.openxmlformats-officedocument.presentationml.notesSlide+xml"/>
  <Override PartName="/ppt/slides/slide797.xml" ContentType="application/vnd.openxmlformats-officedocument.presentationml.slide+xml"/>
  <Override PartName="/ppt/notesSlides/notesSlide797.xml" ContentType="application/vnd.openxmlformats-officedocument.presentationml.notesSlide+xml"/>
  <Override PartName="/ppt/slides/slide798.xml" ContentType="application/vnd.openxmlformats-officedocument.presentationml.slide+xml"/>
  <Override PartName="/ppt/notesSlides/notesSlide798.xml" ContentType="application/vnd.openxmlformats-officedocument.presentationml.notesSlide+xml"/>
  <Override PartName="/ppt/slides/slide799.xml" ContentType="application/vnd.openxmlformats-officedocument.presentationml.slide+xml"/>
  <Override PartName="/ppt/notesSlides/notesSlide799.xml" ContentType="application/vnd.openxmlformats-officedocument.presentationml.notesSlide+xml"/>
  <Override PartName="/ppt/slides/slide800.xml" ContentType="application/vnd.openxmlformats-officedocument.presentationml.slide+xml"/>
  <Override PartName="/ppt/notesSlides/notesSlide800.xml" ContentType="application/vnd.openxmlformats-officedocument.presentationml.notesSlide+xml"/>
  <Override PartName="/ppt/slides/slide801.xml" ContentType="application/vnd.openxmlformats-officedocument.presentationml.slide+xml"/>
  <Override PartName="/ppt/notesSlides/notesSlide801.xml" ContentType="application/vnd.openxmlformats-officedocument.presentationml.notesSlide+xml"/>
  <Override PartName="/ppt/slides/slide803.xml" ContentType="application/vnd.openxmlformats-officedocument.presentationml.slide+xml"/>
  <Override PartName="/ppt/notesSlides/notesSlide803.xml" ContentType="application/vnd.openxmlformats-officedocument.presentationml.notesSlide+xml"/>
  <Override PartName="/ppt/slides/slide804.xml" ContentType="application/vnd.openxmlformats-officedocument.presentationml.slide+xml"/>
  <Override PartName="/ppt/notesSlides/notesSlide804.xml" ContentType="application/vnd.openxmlformats-officedocument.presentationml.notesSlide+xml"/>
  <Override PartName="/ppt/slides/slide805.xml" ContentType="application/vnd.openxmlformats-officedocument.presentationml.slide+xml"/>
  <Override PartName="/ppt/notesSlides/notesSlide805.xml" ContentType="application/vnd.openxmlformats-officedocument.presentationml.notesSlide+xml"/>
  <Override PartName="/ppt/slides/slide806.xml" ContentType="application/vnd.openxmlformats-officedocument.presentationml.slide+xml"/>
  <Override PartName="/ppt/notesSlides/notesSlide806.xml" ContentType="application/vnd.openxmlformats-officedocument.presentationml.notesSlide+xml"/>
  <Override PartName="/ppt/slides/slide807.xml" ContentType="application/vnd.openxmlformats-officedocument.presentationml.slide+xml"/>
  <Override PartName="/ppt/notesSlides/notesSlide807.xml" ContentType="application/vnd.openxmlformats-officedocument.presentationml.notesSlide+xml"/>
  <Override PartName="/ppt/slides/slide808.xml" ContentType="application/vnd.openxmlformats-officedocument.presentationml.slide+xml"/>
  <Override PartName="/ppt/notesSlides/notesSlide808.xml" ContentType="application/vnd.openxmlformats-officedocument.presentationml.notesSlide+xml"/>
  <Override PartName="/ppt/slides/slide809.xml" ContentType="application/vnd.openxmlformats-officedocument.presentationml.slide+xml"/>
  <Override PartName="/ppt/notesSlides/notesSlide809.xml" ContentType="application/vnd.openxmlformats-officedocument.presentationml.notesSlide+xml"/>
  <Override PartName="/ppt/slides/slide810.xml" ContentType="application/vnd.openxmlformats-officedocument.presentationml.slide+xml"/>
  <Override PartName="/ppt/notesSlides/notesSlide810.xml" ContentType="application/vnd.openxmlformats-officedocument.presentationml.notesSlide+xml"/>
  <Override PartName="/ppt/slides/slide811.xml" ContentType="application/vnd.openxmlformats-officedocument.presentationml.slide+xml"/>
  <Override PartName="/ppt/notesSlides/notesSlide811.xml" ContentType="application/vnd.openxmlformats-officedocument.presentationml.notesSlide+xml"/>
  <Override PartName="/ppt/slides/slide812.xml" ContentType="application/vnd.openxmlformats-officedocument.presentationml.slide+xml"/>
  <Override PartName="/ppt/notesSlides/notesSlide812.xml" ContentType="application/vnd.openxmlformats-officedocument.presentationml.notesSlide+xml"/>
  <Override PartName="/ppt/slides/slide813.xml" ContentType="application/vnd.openxmlformats-officedocument.presentationml.slide+xml"/>
  <Override PartName="/ppt/notesSlides/notesSlide813.xml" ContentType="application/vnd.openxmlformats-officedocument.presentationml.notesSlide+xml"/>
  <Override PartName="/ppt/slides/slide814.xml" ContentType="application/vnd.openxmlformats-officedocument.presentationml.slide+xml"/>
  <Override PartName="/ppt/notesSlides/notesSlide814.xml" ContentType="application/vnd.openxmlformats-officedocument.presentationml.notesSlide+xml"/>
  <Override PartName="/ppt/slides/slide815.xml" ContentType="application/vnd.openxmlformats-officedocument.presentationml.slide+xml"/>
  <Override PartName="/ppt/notesSlides/notesSlide815.xml" ContentType="application/vnd.openxmlformats-officedocument.presentationml.notesSlide+xml"/>
  <Override PartName="/ppt/slides/slide816.xml" ContentType="application/vnd.openxmlformats-officedocument.presentationml.slide+xml"/>
  <Override PartName="/ppt/notesSlides/notesSlide816.xml" ContentType="application/vnd.openxmlformats-officedocument.presentationml.notesSlide+xml"/>
  <Override PartName="/ppt/slides/slide817.xml" ContentType="application/vnd.openxmlformats-officedocument.presentationml.slide+xml"/>
  <Override PartName="/ppt/notesSlides/notesSlide817.xml" ContentType="application/vnd.openxmlformats-officedocument.presentationml.notesSlide+xml"/>
  <Override PartName="/ppt/slides/slide818.xml" ContentType="application/vnd.openxmlformats-officedocument.presentationml.slide+xml"/>
  <Override PartName="/ppt/notesSlides/notesSlide818.xml" ContentType="application/vnd.openxmlformats-officedocument.presentationml.notesSlide+xml"/>
  <Override PartName="/ppt/slides/slide819.xml" ContentType="application/vnd.openxmlformats-officedocument.presentationml.slide+xml"/>
  <Override PartName="/ppt/notesSlides/notesSlide819.xml" ContentType="application/vnd.openxmlformats-officedocument.presentationml.notesSlide+xml"/>
  <Override PartName="/ppt/slides/slide820.xml" ContentType="application/vnd.openxmlformats-officedocument.presentationml.slide+xml"/>
  <Override PartName="/ppt/notesSlides/notesSlide820.xml" ContentType="application/vnd.openxmlformats-officedocument.presentationml.notesSlide+xml"/>
  <Override PartName="/ppt/slides/slide821.xml" ContentType="application/vnd.openxmlformats-officedocument.presentationml.slide+xml"/>
  <Override PartName="/ppt/notesSlides/notesSlide821.xml" ContentType="application/vnd.openxmlformats-officedocument.presentationml.notesSlide+xml"/>
  <Override PartName="/ppt/slides/slide822.xml" ContentType="application/vnd.openxmlformats-officedocument.presentationml.slide+xml"/>
  <Override PartName="/ppt/notesSlides/notesSlide822.xml" ContentType="application/vnd.openxmlformats-officedocument.presentationml.notesSlide+xml"/>
  <Override PartName="/ppt/slides/slide823.xml" ContentType="application/vnd.openxmlformats-officedocument.presentationml.slide+xml"/>
  <Override PartName="/ppt/notesSlides/notesSlide823.xml" ContentType="application/vnd.openxmlformats-officedocument.presentationml.notesSlide+xml"/>
  <Override PartName="/ppt/slides/slide824.xml" ContentType="application/vnd.openxmlformats-officedocument.presentationml.slide+xml"/>
  <Override PartName="/ppt/notesSlides/notesSlide824.xml" ContentType="application/vnd.openxmlformats-officedocument.presentationml.notesSlide+xml"/>
  <Override PartName="/ppt/slides/slide825.xml" ContentType="application/vnd.openxmlformats-officedocument.presentationml.slide+xml"/>
  <Override PartName="/ppt/notesSlides/notesSlide825.xml" ContentType="application/vnd.openxmlformats-officedocument.presentationml.notesSlide+xml"/>
  <Override PartName="/ppt/slides/slide826.xml" ContentType="application/vnd.openxmlformats-officedocument.presentationml.slide+xml"/>
  <Override PartName="/ppt/notesSlides/notesSlide826.xml" ContentType="application/vnd.openxmlformats-officedocument.presentationml.notesSlide+xml"/>
  <Override PartName="/ppt/slides/slide827.xml" ContentType="application/vnd.openxmlformats-officedocument.presentationml.slide+xml"/>
  <Override PartName="/ppt/notesSlides/notesSlide827.xml" ContentType="application/vnd.openxmlformats-officedocument.presentationml.notesSlide+xml"/>
  <Override PartName="/ppt/slides/slide828.xml" ContentType="application/vnd.openxmlformats-officedocument.presentationml.slide+xml"/>
  <Override PartName="/ppt/notesSlides/notesSlide828.xml" ContentType="application/vnd.openxmlformats-officedocument.presentationml.notesSlide+xml"/>
  <Override PartName="/ppt/slides/slide829.xml" ContentType="application/vnd.openxmlformats-officedocument.presentationml.slide+xml"/>
  <Override PartName="/ppt/notesSlides/notesSlide829.xml" ContentType="application/vnd.openxmlformats-officedocument.presentationml.notesSlide+xml"/>
  <Override PartName="/ppt/slides/slide830.xml" ContentType="application/vnd.openxmlformats-officedocument.presentationml.slide+xml"/>
  <Override PartName="/ppt/notesSlides/notesSlide830.xml" ContentType="application/vnd.openxmlformats-officedocument.presentationml.notesSlide+xml"/>
  <Override PartName="/ppt/slides/slide831.xml" ContentType="application/vnd.openxmlformats-officedocument.presentationml.slide+xml"/>
  <Override PartName="/ppt/notesSlides/notesSlide831.xml" ContentType="application/vnd.openxmlformats-officedocument.presentationml.notesSlide+xml"/>
  <Override PartName="/ppt/slides/slide832.xml" ContentType="application/vnd.openxmlformats-officedocument.presentationml.slide+xml"/>
  <Override PartName="/ppt/notesSlides/notesSlide832.xml" ContentType="application/vnd.openxmlformats-officedocument.presentationml.notesSlide+xml"/>
  <Override PartName="/ppt/slides/slide833.xml" ContentType="application/vnd.openxmlformats-officedocument.presentationml.slide+xml"/>
  <Override PartName="/ppt/notesSlides/notesSlide833.xml" ContentType="application/vnd.openxmlformats-officedocument.presentationml.notesSlide+xml"/>
  <Override PartName="/ppt/slides/slide834.xml" ContentType="application/vnd.openxmlformats-officedocument.presentationml.slide+xml"/>
  <Override PartName="/ppt/notesSlides/notesSlide834.xml" ContentType="application/vnd.openxmlformats-officedocument.presentationml.notesSlide+xml"/>
  <Override PartName="/ppt/slides/slide835.xml" ContentType="application/vnd.openxmlformats-officedocument.presentationml.slide+xml"/>
  <Override PartName="/ppt/notesSlides/notesSlide835.xml" ContentType="application/vnd.openxmlformats-officedocument.presentationml.notesSlide+xml"/>
  <Override PartName="/ppt/slides/slide836.xml" ContentType="application/vnd.openxmlformats-officedocument.presentationml.slide+xml"/>
  <Override PartName="/ppt/notesSlides/notesSlide836.xml" ContentType="application/vnd.openxmlformats-officedocument.presentationml.notesSlide+xml"/>
  <Override PartName="/ppt/slides/slide837.xml" ContentType="application/vnd.openxmlformats-officedocument.presentationml.slide+xml"/>
  <Override PartName="/ppt/notesSlides/notesSlide837.xml" ContentType="application/vnd.openxmlformats-officedocument.presentationml.notesSlide+xml"/>
  <Override PartName="/ppt/slides/slide838.xml" ContentType="application/vnd.openxmlformats-officedocument.presentationml.slide+xml"/>
  <Override PartName="/ppt/notesSlides/notesSlide838.xml" ContentType="application/vnd.openxmlformats-officedocument.presentationml.notesSlide+xml"/>
  <Override PartName="/ppt/slides/slide839.xml" ContentType="application/vnd.openxmlformats-officedocument.presentationml.slide+xml"/>
  <Override PartName="/ppt/notesSlides/notesSlide839.xml" ContentType="application/vnd.openxmlformats-officedocument.presentationml.notesSlide+xml"/>
  <Override PartName="/ppt/slides/slide840.xml" ContentType="application/vnd.openxmlformats-officedocument.presentationml.slide+xml"/>
  <Override PartName="/ppt/notesSlides/notesSlide840.xml" ContentType="application/vnd.openxmlformats-officedocument.presentationml.notesSlide+xml"/>
  <Override PartName="/ppt/slides/slide841.xml" ContentType="application/vnd.openxmlformats-officedocument.presentationml.slide+xml"/>
  <Override PartName="/ppt/notesSlides/notesSlide841.xml" ContentType="application/vnd.openxmlformats-officedocument.presentationml.notesSlide+xml"/>
  <Override PartName="/ppt/slides/slide842.xml" ContentType="application/vnd.openxmlformats-officedocument.presentationml.slide+xml"/>
  <Override PartName="/ppt/notesSlides/notesSlide842.xml" ContentType="application/vnd.openxmlformats-officedocument.presentationml.notesSlide+xml"/>
  <Override PartName="/ppt/slides/slide843.xml" ContentType="application/vnd.openxmlformats-officedocument.presentationml.slide+xml"/>
  <Override PartName="/ppt/notesSlides/notesSlide843.xml" ContentType="application/vnd.openxmlformats-officedocument.presentationml.notesSlide+xml"/>
  <Override PartName="/ppt/slides/slide844.xml" ContentType="application/vnd.openxmlformats-officedocument.presentationml.slide+xml"/>
  <Override PartName="/ppt/notesSlides/notesSlide844.xml" ContentType="application/vnd.openxmlformats-officedocument.presentationml.notesSlide+xml"/>
  <Override PartName="/ppt/slides/slide845.xml" ContentType="application/vnd.openxmlformats-officedocument.presentationml.slide+xml"/>
  <Override PartName="/ppt/notesSlides/notesSlide845.xml" ContentType="application/vnd.openxmlformats-officedocument.presentationml.notesSlide+xml"/>
  <Override PartName="/ppt/slides/slide846.xml" ContentType="application/vnd.openxmlformats-officedocument.presentationml.slide+xml"/>
  <Override PartName="/ppt/notesSlides/notesSlide846.xml" ContentType="application/vnd.openxmlformats-officedocument.presentationml.notesSlide+xml"/>
  <Override PartName="/ppt/slides/slide847.xml" ContentType="application/vnd.openxmlformats-officedocument.presentationml.slide+xml"/>
  <Override PartName="/ppt/notesSlides/notesSlide847.xml" ContentType="application/vnd.openxmlformats-officedocument.presentationml.notesSlide+xml"/>
  <Override PartName="/ppt/slides/slide848.xml" ContentType="application/vnd.openxmlformats-officedocument.presentationml.slide+xml"/>
  <Override PartName="/ppt/notesSlides/notesSlide848.xml" ContentType="application/vnd.openxmlformats-officedocument.presentationml.notesSlide+xml"/>
  <Override PartName="/ppt/slides/slide849.xml" ContentType="application/vnd.openxmlformats-officedocument.presentationml.slide+xml"/>
  <Override PartName="/ppt/notesSlides/notesSlide849.xml" ContentType="application/vnd.openxmlformats-officedocument.presentationml.notesSlide+xml"/>
  <Override PartName="/ppt/slides/slide850.xml" ContentType="application/vnd.openxmlformats-officedocument.presentationml.slide+xml"/>
  <Override PartName="/ppt/notesSlides/notesSlide850.xml" ContentType="application/vnd.openxmlformats-officedocument.presentationml.notesSlide+xml"/>
  <Override PartName="/ppt/slides/slide851.xml" ContentType="application/vnd.openxmlformats-officedocument.presentationml.slide+xml"/>
  <Override PartName="/ppt/notesSlides/notesSlide851.xml" ContentType="application/vnd.openxmlformats-officedocument.presentationml.notesSlide+xml"/>
  <Override PartName="/ppt/slides/slide852.xml" ContentType="application/vnd.openxmlformats-officedocument.presentationml.slide+xml"/>
  <Override PartName="/ppt/notesSlides/notesSlide852.xml" ContentType="application/vnd.openxmlformats-officedocument.presentationml.notesSlide+xml"/>
  <Override PartName="/ppt/slides/slide853.xml" ContentType="application/vnd.openxmlformats-officedocument.presentationml.slide+xml"/>
  <Override PartName="/ppt/notesSlides/notesSlide853.xml" ContentType="application/vnd.openxmlformats-officedocument.presentationml.notesSlide+xml"/>
  <Override PartName="/ppt/slides/slide854.xml" ContentType="application/vnd.openxmlformats-officedocument.presentationml.slide+xml"/>
  <Override PartName="/ppt/notesSlides/notesSlide854.xml" ContentType="application/vnd.openxmlformats-officedocument.presentationml.notesSlide+xml"/>
  <Override PartName="/ppt/slides/slide855.xml" ContentType="application/vnd.openxmlformats-officedocument.presentationml.slide+xml"/>
  <Override PartName="/ppt/notesSlides/notesSlide855.xml" ContentType="application/vnd.openxmlformats-officedocument.presentationml.notesSlide+xml"/>
  <Override PartName="/ppt/slides/slide856.xml" ContentType="application/vnd.openxmlformats-officedocument.presentationml.slide+xml"/>
  <Override PartName="/ppt/notesSlides/notesSlide856.xml" ContentType="application/vnd.openxmlformats-officedocument.presentationml.notesSlide+xml"/>
  <Override PartName="/ppt/slides/slide857.xml" ContentType="application/vnd.openxmlformats-officedocument.presentationml.slide+xml"/>
  <Override PartName="/ppt/notesSlides/notesSlide857.xml" ContentType="application/vnd.openxmlformats-officedocument.presentationml.notesSlide+xml"/>
  <Override PartName="/ppt/slides/slide858.xml" ContentType="application/vnd.openxmlformats-officedocument.presentationml.slide+xml"/>
  <Override PartName="/ppt/notesSlides/notesSlide858.xml" ContentType="application/vnd.openxmlformats-officedocument.presentationml.notesSlide+xml"/>
  <Override PartName="/ppt/slides/slide859.xml" ContentType="application/vnd.openxmlformats-officedocument.presentationml.slide+xml"/>
  <Override PartName="/ppt/notesSlides/notesSlide859.xml" ContentType="application/vnd.openxmlformats-officedocument.presentationml.notesSlide+xml"/>
  <Override PartName="/ppt/slides/slide860.xml" ContentType="application/vnd.openxmlformats-officedocument.presentationml.slide+xml"/>
  <Override PartName="/ppt/notesSlides/notesSlide860.xml" ContentType="application/vnd.openxmlformats-officedocument.presentationml.notesSlide+xml"/>
  <Override PartName="/ppt/slides/slide861.xml" ContentType="application/vnd.openxmlformats-officedocument.presentationml.slide+xml"/>
  <Override PartName="/ppt/notesSlides/notesSlide861.xml" ContentType="application/vnd.openxmlformats-officedocument.presentationml.notesSlide+xml"/>
  <Override PartName="/ppt/slides/slide862.xml" ContentType="application/vnd.openxmlformats-officedocument.presentationml.slide+xml"/>
  <Override PartName="/ppt/notesSlides/notesSlide862.xml" ContentType="application/vnd.openxmlformats-officedocument.presentationml.notesSlide+xml"/>
  <Override PartName="/ppt/slides/slide863.xml" ContentType="application/vnd.openxmlformats-officedocument.presentationml.slide+xml"/>
  <Override PartName="/ppt/notesSlides/notesSlide863.xml" ContentType="application/vnd.openxmlformats-officedocument.presentationml.notesSlide+xml"/>
  <Override PartName="/ppt/slides/slide864.xml" ContentType="application/vnd.openxmlformats-officedocument.presentationml.slide+xml"/>
  <Override PartName="/ppt/notesSlides/notesSlide864.xml" ContentType="application/vnd.openxmlformats-officedocument.presentationml.notesSlide+xml"/>
  <Override PartName="/ppt/slides/slide865.xml" ContentType="application/vnd.openxmlformats-officedocument.presentationml.slide+xml"/>
  <Override PartName="/ppt/notesSlides/notesSlide865.xml" ContentType="application/vnd.openxmlformats-officedocument.presentationml.notesSlide+xml"/>
  <Override PartName="/ppt/slides/slide866.xml" ContentType="application/vnd.openxmlformats-officedocument.presentationml.slide+xml"/>
  <Override PartName="/ppt/notesSlides/notesSlide866.xml" ContentType="application/vnd.openxmlformats-officedocument.presentationml.notesSlide+xml"/>
  <Override PartName="/ppt/slides/slide868.xml" ContentType="application/vnd.openxmlformats-officedocument.presentationml.slide+xml"/>
  <Override PartName="/ppt/notesSlides/notesSlide868.xml" ContentType="application/vnd.openxmlformats-officedocument.presentationml.notesSlide+xml"/>
  <Override PartName="/ppt/slides/slide869.xml" ContentType="application/vnd.openxmlformats-officedocument.presentationml.slide+xml"/>
  <Override PartName="/ppt/notesSlides/notesSlide869.xml" ContentType="application/vnd.openxmlformats-officedocument.presentationml.notesSlide+xml"/>
  <Override PartName="/ppt/slides/slide870.xml" ContentType="application/vnd.openxmlformats-officedocument.presentationml.slide+xml"/>
  <Override PartName="/ppt/notesSlides/notesSlide870.xml" ContentType="application/vnd.openxmlformats-officedocument.presentationml.notesSlide+xml"/>
  <Override PartName="/ppt/slides/slide871.xml" ContentType="application/vnd.openxmlformats-officedocument.presentationml.slide+xml"/>
  <Override PartName="/ppt/notesSlides/notesSlide871.xml" ContentType="application/vnd.openxmlformats-officedocument.presentationml.notesSlide+xml"/>
  <Override PartName="/ppt/slides/slide872.xml" ContentType="application/vnd.openxmlformats-officedocument.presentationml.slide+xml"/>
  <Override PartName="/ppt/notesSlides/notesSlide872.xml" ContentType="application/vnd.openxmlformats-officedocument.presentationml.notesSlide+xml"/>
  <Override PartName="/ppt/slides/slide873.xml" ContentType="application/vnd.openxmlformats-officedocument.presentationml.slide+xml"/>
  <Override PartName="/ppt/notesSlides/notesSlide873.xml" ContentType="application/vnd.openxmlformats-officedocument.presentationml.notesSlide+xml"/>
  <Override PartName="/ppt/slides/slide874.xml" ContentType="application/vnd.openxmlformats-officedocument.presentationml.slide+xml"/>
  <Override PartName="/ppt/notesSlides/notesSlide874.xml" ContentType="application/vnd.openxmlformats-officedocument.presentationml.notesSlide+xml"/>
  <Override PartName="/ppt/slides/slide875.xml" ContentType="application/vnd.openxmlformats-officedocument.presentationml.slide+xml"/>
  <Override PartName="/ppt/notesSlides/notesSlide875.xml" ContentType="application/vnd.openxmlformats-officedocument.presentationml.notesSlide+xml"/>
  <Override PartName="/ppt/slides/slide876.xml" ContentType="application/vnd.openxmlformats-officedocument.presentationml.slide+xml"/>
  <Override PartName="/ppt/notesSlides/notesSlide876.xml" ContentType="application/vnd.openxmlformats-officedocument.presentationml.notesSlide+xml"/>
  <Override PartName="/ppt/slides/slide877.xml" ContentType="application/vnd.openxmlformats-officedocument.presentationml.slide+xml"/>
  <Override PartName="/ppt/notesSlides/notesSlide877.xml" ContentType="application/vnd.openxmlformats-officedocument.presentationml.notesSlide+xml"/>
  <Override PartName="/ppt/slides/slide878.xml" ContentType="application/vnd.openxmlformats-officedocument.presentationml.slide+xml"/>
  <Override PartName="/ppt/notesSlides/notesSlide878.xml" ContentType="application/vnd.openxmlformats-officedocument.presentationml.notesSlide+xml"/>
  <Override PartName="/ppt/slides/slide879.xml" ContentType="application/vnd.openxmlformats-officedocument.presentationml.slide+xml"/>
  <Override PartName="/ppt/notesSlides/notesSlide879.xml" ContentType="application/vnd.openxmlformats-officedocument.presentationml.notesSlide+xml"/>
  <Override PartName="/ppt/slides/slide880.xml" ContentType="application/vnd.openxmlformats-officedocument.presentationml.slide+xml"/>
  <Override PartName="/ppt/notesSlides/notesSlide880.xml" ContentType="application/vnd.openxmlformats-officedocument.presentationml.notesSlide+xml"/>
  <Override PartName="/ppt/slides/slide881.xml" ContentType="application/vnd.openxmlformats-officedocument.presentationml.slide+xml"/>
  <Override PartName="/ppt/notesSlides/notesSlide881.xml" ContentType="application/vnd.openxmlformats-officedocument.presentationml.notesSlide+xml"/>
  <Override PartName="/ppt/slides/slide882.xml" ContentType="application/vnd.openxmlformats-officedocument.presentationml.slide+xml"/>
  <Override PartName="/ppt/notesSlides/notesSlide882.xml" ContentType="application/vnd.openxmlformats-officedocument.presentationml.notesSlide+xml"/>
  <Override PartName="/ppt/slides/slide883.xml" ContentType="application/vnd.openxmlformats-officedocument.presentationml.slide+xml"/>
  <Override PartName="/ppt/notesSlides/notesSlide883.xml" ContentType="application/vnd.openxmlformats-officedocument.presentationml.notesSlide+xml"/>
  <Override PartName="/ppt/slides/slide884.xml" ContentType="application/vnd.openxmlformats-officedocument.presentationml.slide+xml"/>
  <Override PartName="/ppt/notesSlides/notesSlide884.xml" ContentType="application/vnd.openxmlformats-officedocument.presentationml.notesSlide+xml"/>
  <Override PartName="/ppt/slides/slide885.xml" ContentType="application/vnd.openxmlformats-officedocument.presentationml.slide+xml"/>
  <Override PartName="/ppt/notesSlides/notesSlide885.xml" ContentType="application/vnd.openxmlformats-officedocument.presentationml.notesSlide+xml"/>
  <Override PartName="/ppt/slides/slide886.xml" ContentType="application/vnd.openxmlformats-officedocument.presentationml.slide+xml"/>
  <Override PartName="/ppt/notesSlides/notesSlide886.xml" ContentType="application/vnd.openxmlformats-officedocument.presentationml.notesSlide+xml"/>
  <Override PartName="/ppt/slides/slide887.xml" ContentType="application/vnd.openxmlformats-officedocument.presentationml.slide+xml"/>
  <Override PartName="/ppt/notesSlides/notesSlide887.xml" ContentType="application/vnd.openxmlformats-officedocument.presentationml.notesSlide+xml"/>
  <Override PartName="/ppt/slides/slide888.xml" ContentType="application/vnd.openxmlformats-officedocument.presentationml.slide+xml"/>
  <Override PartName="/ppt/notesSlides/notesSlide888.xml" ContentType="application/vnd.openxmlformats-officedocument.presentationml.notesSlide+xml"/>
  <Override PartName="/ppt/slides/slide889.xml" ContentType="application/vnd.openxmlformats-officedocument.presentationml.slide+xml"/>
  <Override PartName="/ppt/notesSlides/notesSlide889.xml" ContentType="application/vnd.openxmlformats-officedocument.presentationml.notesSlide+xml"/>
  <Override PartName="/ppt/slides/slide890.xml" ContentType="application/vnd.openxmlformats-officedocument.presentationml.slide+xml"/>
  <Override PartName="/ppt/notesSlides/notesSlide890.xml" ContentType="application/vnd.openxmlformats-officedocument.presentationml.notesSlide+xml"/>
  <Override PartName="/ppt/slides/slide891.xml" ContentType="application/vnd.openxmlformats-officedocument.presentationml.slide+xml"/>
  <Override PartName="/ppt/notesSlides/notesSlide891.xml" ContentType="application/vnd.openxmlformats-officedocument.presentationml.notesSlide+xml"/>
  <Override PartName="/ppt/slides/slide892.xml" ContentType="application/vnd.openxmlformats-officedocument.presentationml.slide+xml"/>
  <Override PartName="/ppt/notesSlides/notesSlide89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bf208e0f7241f1" /><Relationship Type="http://schemas.openxmlformats.org/officeDocument/2006/relationships/extended-properties" Target="/docProps/app.xml" Id="R083ae527f0f54fd8" /><Relationship Type="http://schemas.openxmlformats.org/officeDocument/2006/relationships/officeDocument" Target="/ppt/presentation.xml" Id="R934bc43a7b4d45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9a2d6f383e44e3"/>
  </p:sldMasterIdLst>
  <p:notesMasterIdLst>
    <p:notesMasterId xmlns:r="http://schemas.openxmlformats.org/officeDocument/2006/relationships" r:id="R5e37de057b654d87"/>
  </p:notesMasterIdLst>
  <p:sldIdLst>
    <p:sldId xmlns:r="http://schemas.openxmlformats.org/officeDocument/2006/relationships" id="258" r:id="R40094fe98a0f473a"/>
    <p:sldId xmlns:r="http://schemas.openxmlformats.org/officeDocument/2006/relationships" id="259" r:id="R7128ade9cd3a4486"/>
    <p:sldId xmlns:r="http://schemas.openxmlformats.org/officeDocument/2006/relationships" id="260" r:id="R3fa5cb9f5fae407c"/>
    <p:sldId xmlns:r="http://schemas.openxmlformats.org/officeDocument/2006/relationships" id="262" r:id="Rce9e16de6af94f70"/>
    <p:sldId xmlns:r="http://schemas.openxmlformats.org/officeDocument/2006/relationships" id="263" r:id="Rf0cdad58be9f4354"/>
    <p:sldId xmlns:r="http://schemas.openxmlformats.org/officeDocument/2006/relationships" id="264" r:id="R63c82b6643604c9d"/>
    <p:sldId xmlns:r="http://schemas.openxmlformats.org/officeDocument/2006/relationships" id="265" r:id="R9af1300de4af44e5"/>
    <p:sldId xmlns:r="http://schemas.openxmlformats.org/officeDocument/2006/relationships" id="266" r:id="Rfa09ffc7098e4a83"/>
    <p:sldId xmlns:r="http://schemas.openxmlformats.org/officeDocument/2006/relationships" id="267" r:id="R016f291ad9984300"/>
    <p:sldId xmlns:r="http://schemas.openxmlformats.org/officeDocument/2006/relationships" id="268" r:id="R8258f4b89e9e475a"/>
    <p:sldId xmlns:r="http://schemas.openxmlformats.org/officeDocument/2006/relationships" id="269" r:id="Rb4da36bdea35441c"/>
    <p:sldId xmlns:r="http://schemas.openxmlformats.org/officeDocument/2006/relationships" id="270" r:id="R0a56cf83ce354a84"/>
    <p:sldId xmlns:r="http://schemas.openxmlformats.org/officeDocument/2006/relationships" id="271" r:id="R5393fc0078b846df"/>
    <p:sldId xmlns:r="http://schemas.openxmlformats.org/officeDocument/2006/relationships" id="272" r:id="R84ddd92621164bc7"/>
    <p:sldId xmlns:r="http://schemas.openxmlformats.org/officeDocument/2006/relationships" id="273" r:id="Rb0ff659f95b14fd5"/>
    <p:sldId xmlns:r="http://schemas.openxmlformats.org/officeDocument/2006/relationships" id="274" r:id="R3038f77d8c454836"/>
    <p:sldId xmlns:r="http://schemas.openxmlformats.org/officeDocument/2006/relationships" id="275" r:id="R609f5b69062b4773"/>
    <p:sldId xmlns:r="http://schemas.openxmlformats.org/officeDocument/2006/relationships" id="276" r:id="R96dc9e8175ef41ec"/>
    <p:sldId xmlns:r="http://schemas.openxmlformats.org/officeDocument/2006/relationships" id="277" r:id="R6da20d919d8d4885"/>
    <p:sldId xmlns:r="http://schemas.openxmlformats.org/officeDocument/2006/relationships" id="278" r:id="R4e1fa1ef88f848c5"/>
    <p:sldId xmlns:r="http://schemas.openxmlformats.org/officeDocument/2006/relationships" id="279" r:id="R140444638af54929"/>
    <p:sldId xmlns:r="http://schemas.openxmlformats.org/officeDocument/2006/relationships" id="280" r:id="Raf8da585c53c4e2b"/>
    <p:sldId xmlns:r="http://schemas.openxmlformats.org/officeDocument/2006/relationships" id="281" r:id="R8443cc35386843c6"/>
    <p:sldId xmlns:r="http://schemas.openxmlformats.org/officeDocument/2006/relationships" id="282" r:id="R849ccf365b00449a"/>
    <p:sldId xmlns:r="http://schemas.openxmlformats.org/officeDocument/2006/relationships" id="283" r:id="R9f03e18c99014361"/>
    <p:sldId xmlns:r="http://schemas.openxmlformats.org/officeDocument/2006/relationships" id="284" r:id="R7b9aeeca69f44bae"/>
    <p:sldId xmlns:r="http://schemas.openxmlformats.org/officeDocument/2006/relationships" id="285" r:id="R6d0ec5b088c84267"/>
    <p:sldId xmlns:r="http://schemas.openxmlformats.org/officeDocument/2006/relationships" id="286" r:id="R1f03abbd7af948bd"/>
    <p:sldId xmlns:r="http://schemas.openxmlformats.org/officeDocument/2006/relationships" id="287" r:id="R83dc571cf4b94ad1"/>
    <p:sldId xmlns:r="http://schemas.openxmlformats.org/officeDocument/2006/relationships" id="288" r:id="R11f842e37cef44ea"/>
    <p:sldId xmlns:r="http://schemas.openxmlformats.org/officeDocument/2006/relationships" id="289" r:id="R49c65711d9ef4aa0"/>
    <p:sldId xmlns:r="http://schemas.openxmlformats.org/officeDocument/2006/relationships" id="290" r:id="Rf7e310eadc5c4216"/>
    <p:sldId xmlns:r="http://schemas.openxmlformats.org/officeDocument/2006/relationships" id="291" r:id="R85424894c2fa44b4"/>
    <p:sldId xmlns:r="http://schemas.openxmlformats.org/officeDocument/2006/relationships" id="292" r:id="Re5df5ad81ae14455"/>
    <p:sldId xmlns:r="http://schemas.openxmlformats.org/officeDocument/2006/relationships" id="293" r:id="Rb646d23f294c47cb"/>
    <p:sldId xmlns:r="http://schemas.openxmlformats.org/officeDocument/2006/relationships" id="294" r:id="Rdc7d0bf8474d4637"/>
    <p:sldId xmlns:r="http://schemas.openxmlformats.org/officeDocument/2006/relationships" id="295" r:id="Rf2f38397e64a4ac3"/>
    <p:sldId xmlns:r="http://schemas.openxmlformats.org/officeDocument/2006/relationships" id="296" r:id="R5b219163703b4fe4"/>
    <p:sldId xmlns:r="http://schemas.openxmlformats.org/officeDocument/2006/relationships" id="297" r:id="R747d051d08b2463b"/>
    <p:sldId xmlns:r="http://schemas.openxmlformats.org/officeDocument/2006/relationships" id="298" r:id="R92866f608b5f4a88"/>
    <p:sldId xmlns:r="http://schemas.openxmlformats.org/officeDocument/2006/relationships" id="299" r:id="R9283d282dbd8429e"/>
    <p:sldId xmlns:r="http://schemas.openxmlformats.org/officeDocument/2006/relationships" id="300" r:id="Rc340facfa09e4446"/>
    <p:sldId xmlns:r="http://schemas.openxmlformats.org/officeDocument/2006/relationships" id="301" r:id="R89467d9bcd4b47c5"/>
    <p:sldId xmlns:r="http://schemas.openxmlformats.org/officeDocument/2006/relationships" id="302" r:id="Rf9e26bb719a84441"/>
    <p:sldId xmlns:r="http://schemas.openxmlformats.org/officeDocument/2006/relationships" id="303" r:id="R99a1849a93fd4147"/>
    <p:sldId xmlns:r="http://schemas.openxmlformats.org/officeDocument/2006/relationships" id="304" r:id="R026ebf26ccc44cb1"/>
    <p:sldId xmlns:r="http://schemas.openxmlformats.org/officeDocument/2006/relationships" id="305" r:id="R1cbc38e23c7f40cb"/>
    <p:sldId xmlns:r="http://schemas.openxmlformats.org/officeDocument/2006/relationships" id="306" r:id="R6a2b00cd2e6f4dbd"/>
    <p:sldId xmlns:r="http://schemas.openxmlformats.org/officeDocument/2006/relationships" id="307" r:id="R052fdf93b62f4597"/>
    <p:sldId xmlns:r="http://schemas.openxmlformats.org/officeDocument/2006/relationships" id="308" r:id="R0204361deb19413d"/>
    <p:sldId xmlns:r="http://schemas.openxmlformats.org/officeDocument/2006/relationships" id="309" r:id="R271718991e4e4455"/>
    <p:sldId xmlns:r="http://schemas.openxmlformats.org/officeDocument/2006/relationships" id="310" r:id="R48b6c8ca79614a56"/>
    <p:sldId xmlns:r="http://schemas.openxmlformats.org/officeDocument/2006/relationships" id="311" r:id="R3ff351c4cb534f01"/>
    <p:sldId xmlns:r="http://schemas.openxmlformats.org/officeDocument/2006/relationships" id="312" r:id="Re63a223be5884424"/>
    <p:sldId xmlns:r="http://schemas.openxmlformats.org/officeDocument/2006/relationships" id="313" r:id="Reba96e9a88be455d"/>
    <p:sldId xmlns:r="http://schemas.openxmlformats.org/officeDocument/2006/relationships" id="314" r:id="Rf377a4cf1cb54b3f"/>
    <p:sldId xmlns:r="http://schemas.openxmlformats.org/officeDocument/2006/relationships" id="315" r:id="Rf37886f102294395"/>
    <p:sldId xmlns:r="http://schemas.openxmlformats.org/officeDocument/2006/relationships" id="316" r:id="Refe12b98bc344e82"/>
    <p:sldId xmlns:r="http://schemas.openxmlformats.org/officeDocument/2006/relationships" id="318" r:id="R83765a6b94364c73"/>
    <p:sldId xmlns:r="http://schemas.openxmlformats.org/officeDocument/2006/relationships" id="319" r:id="Red1b936c7f404f93"/>
    <p:sldId xmlns:r="http://schemas.openxmlformats.org/officeDocument/2006/relationships" id="320" r:id="Rd848cd98d8214460"/>
    <p:sldId xmlns:r="http://schemas.openxmlformats.org/officeDocument/2006/relationships" id="321" r:id="R16897865d026430c"/>
    <p:sldId xmlns:r="http://schemas.openxmlformats.org/officeDocument/2006/relationships" id="322" r:id="R1cb5ff3b1c154ceb"/>
    <p:sldId xmlns:r="http://schemas.openxmlformats.org/officeDocument/2006/relationships" id="323" r:id="R5122bea93fc4414a"/>
    <p:sldId xmlns:r="http://schemas.openxmlformats.org/officeDocument/2006/relationships" id="324" r:id="R0da372f113904fa8"/>
    <p:sldId xmlns:r="http://schemas.openxmlformats.org/officeDocument/2006/relationships" id="325" r:id="Rda00ba0dceed420d"/>
    <p:sldId xmlns:r="http://schemas.openxmlformats.org/officeDocument/2006/relationships" id="326" r:id="Rc94c9beb05a94f48"/>
    <p:sldId xmlns:r="http://schemas.openxmlformats.org/officeDocument/2006/relationships" id="327" r:id="Rfa2c262570c94914"/>
    <p:sldId xmlns:r="http://schemas.openxmlformats.org/officeDocument/2006/relationships" id="328" r:id="Rae833b7f92bf4d25"/>
    <p:sldId xmlns:r="http://schemas.openxmlformats.org/officeDocument/2006/relationships" id="329" r:id="Re6b65d81949a4615"/>
    <p:sldId xmlns:r="http://schemas.openxmlformats.org/officeDocument/2006/relationships" id="330" r:id="R6572106f69894766"/>
    <p:sldId xmlns:r="http://schemas.openxmlformats.org/officeDocument/2006/relationships" id="331" r:id="R442a27206b684557"/>
    <p:sldId xmlns:r="http://schemas.openxmlformats.org/officeDocument/2006/relationships" id="332" r:id="Rdd88bdd4945c449c"/>
    <p:sldId xmlns:r="http://schemas.openxmlformats.org/officeDocument/2006/relationships" id="333" r:id="R8611a3be64104697"/>
    <p:sldId xmlns:r="http://schemas.openxmlformats.org/officeDocument/2006/relationships" id="334" r:id="Re2bc34eca57549b9"/>
    <p:sldId xmlns:r="http://schemas.openxmlformats.org/officeDocument/2006/relationships" id="335" r:id="Rc730d4e6522441a0"/>
    <p:sldId xmlns:r="http://schemas.openxmlformats.org/officeDocument/2006/relationships" id="336" r:id="Rf363b9788bca4bb7"/>
    <p:sldId xmlns:r="http://schemas.openxmlformats.org/officeDocument/2006/relationships" id="337" r:id="R99d0541f0b0f4b46"/>
    <p:sldId xmlns:r="http://schemas.openxmlformats.org/officeDocument/2006/relationships" id="338" r:id="Rcdd45b9b57844da3"/>
    <p:sldId xmlns:r="http://schemas.openxmlformats.org/officeDocument/2006/relationships" id="339" r:id="R842ffcc221a94ce3"/>
    <p:sldId xmlns:r="http://schemas.openxmlformats.org/officeDocument/2006/relationships" id="340" r:id="R359c247681d246a7"/>
    <p:sldId xmlns:r="http://schemas.openxmlformats.org/officeDocument/2006/relationships" id="341" r:id="R67fd3eb8cfce472d"/>
    <p:sldId xmlns:r="http://schemas.openxmlformats.org/officeDocument/2006/relationships" id="342" r:id="R20d7d31ca39d41b2"/>
    <p:sldId xmlns:r="http://schemas.openxmlformats.org/officeDocument/2006/relationships" id="343" r:id="Re013485f5ba04754"/>
    <p:sldId xmlns:r="http://schemas.openxmlformats.org/officeDocument/2006/relationships" id="344" r:id="Re4ed9eabe41e4925"/>
    <p:sldId xmlns:r="http://schemas.openxmlformats.org/officeDocument/2006/relationships" id="345" r:id="R8a1a22c0055e4fb6"/>
    <p:sldId xmlns:r="http://schemas.openxmlformats.org/officeDocument/2006/relationships" id="346" r:id="R32fe5d9f9c5243d5"/>
    <p:sldId xmlns:r="http://schemas.openxmlformats.org/officeDocument/2006/relationships" id="347" r:id="R65f5bb664bdf41e6"/>
    <p:sldId xmlns:r="http://schemas.openxmlformats.org/officeDocument/2006/relationships" id="348" r:id="R394fd557df9a417e"/>
    <p:sldId xmlns:r="http://schemas.openxmlformats.org/officeDocument/2006/relationships" id="349" r:id="Re13af011b9404d23"/>
    <p:sldId xmlns:r="http://schemas.openxmlformats.org/officeDocument/2006/relationships" id="350" r:id="Rf6806c6cb850498d"/>
    <p:sldId xmlns:r="http://schemas.openxmlformats.org/officeDocument/2006/relationships" id="351" r:id="R7796bd93e02341c5"/>
    <p:sldId xmlns:r="http://schemas.openxmlformats.org/officeDocument/2006/relationships" id="352" r:id="Rb970b5bb72fe4fee"/>
    <p:sldId xmlns:r="http://schemas.openxmlformats.org/officeDocument/2006/relationships" id="353" r:id="R2a7bb38ca42b41a8"/>
    <p:sldId xmlns:r="http://schemas.openxmlformats.org/officeDocument/2006/relationships" id="354" r:id="Ree61c481b77a4c7a"/>
    <p:sldId xmlns:r="http://schemas.openxmlformats.org/officeDocument/2006/relationships" id="355" r:id="Rd02aa0b84dc140f0"/>
    <p:sldId xmlns:r="http://schemas.openxmlformats.org/officeDocument/2006/relationships" id="356" r:id="Rce9a590360cf484c"/>
    <p:sldId xmlns:r="http://schemas.openxmlformats.org/officeDocument/2006/relationships" id="357" r:id="R6f28dae22c1042e2"/>
    <p:sldId xmlns:r="http://schemas.openxmlformats.org/officeDocument/2006/relationships" id="358" r:id="R55864a6afa7d458e"/>
    <p:sldId xmlns:r="http://schemas.openxmlformats.org/officeDocument/2006/relationships" id="359" r:id="Raf221285c48d417f"/>
    <p:sldId xmlns:r="http://schemas.openxmlformats.org/officeDocument/2006/relationships" id="360" r:id="R19c690b938c4460b"/>
    <p:sldId xmlns:r="http://schemas.openxmlformats.org/officeDocument/2006/relationships" id="361" r:id="R05153adb8fb44fbf"/>
    <p:sldId xmlns:r="http://schemas.openxmlformats.org/officeDocument/2006/relationships" id="362" r:id="R04f4efdbf0ad4fba"/>
    <p:sldId xmlns:r="http://schemas.openxmlformats.org/officeDocument/2006/relationships" id="363" r:id="Rf01cbde78e614f9e"/>
    <p:sldId xmlns:r="http://schemas.openxmlformats.org/officeDocument/2006/relationships" id="364" r:id="Ree942a7e61a7419e"/>
    <p:sldId xmlns:r="http://schemas.openxmlformats.org/officeDocument/2006/relationships" id="365" r:id="R2bf1b7ad1ebe4f08"/>
    <p:sldId xmlns:r="http://schemas.openxmlformats.org/officeDocument/2006/relationships" id="366" r:id="R9507627b0fea4543"/>
    <p:sldId xmlns:r="http://schemas.openxmlformats.org/officeDocument/2006/relationships" id="367" r:id="R4abace65dee94b6f"/>
    <p:sldId xmlns:r="http://schemas.openxmlformats.org/officeDocument/2006/relationships" id="368" r:id="Ra94a723866204af3"/>
    <p:sldId xmlns:r="http://schemas.openxmlformats.org/officeDocument/2006/relationships" id="369" r:id="Rfd619e8542ad4a1c"/>
    <p:sldId xmlns:r="http://schemas.openxmlformats.org/officeDocument/2006/relationships" id="370" r:id="R00a95921822b4d96"/>
    <p:sldId xmlns:r="http://schemas.openxmlformats.org/officeDocument/2006/relationships" id="371" r:id="R971be3370ffd4f80"/>
    <p:sldId xmlns:r="http://schemas.openxmlformats.org/officeDocument/2006/relationships" id="372" r:id="R8792f9de34de49b8"/>
    <p:sldId xmlns:r="http://schemas.openxmlformats.org/officeDocument/2006/relationships" id="373" r:id="Rf70ff64922a84794"/>
    <p:sldId xmlns:r="http://schemas.openxmlformats.org/officeDocument/2006/relationships" id="375" r:id="Ref5d4a58551b4156"/>
    <p:sldId xmlns:r="http://schemas.openxmlformats.org/officeDocument/2006/relationships" id="376" r:id="R87381faa395a40f1"/>
    <p:sldId xmlns:r="http://schemas.openxmlformats.org/officeDocument/2006/relationships" id="377" r:id="R53622f8ddbd74119"/>
    <p:sldId xmlns:r="http://schemas.openxmlformats.org/officeDocument/2006/relationships" id="378" r:id="Rb5ec4ffcc5064830"/>
    <p:sldId xmlns:r="http://schemas.openxmlformats.org/officeDocument/2006/relationships" id="379" r:id="R4c256263b6c24f69"/>
    <p:sldId xmlns:r="http://schemas.openxmlformats.org/officeDocument/2006/relationships" id="380" r:id="Rc3991d67b0c74ad7"/>
    <p:sldId xmlns:r="http://schemas.openxmlformats.org/officeDocument/2006/relationships" id="381" r:id="Rc26ad8f1fb714969"/>
    <p:sldId xmlns:r="http://schemas.openxmlformats.org/officeDocument/2006/relationships" id="382" r:id="Re491d28fef434a82"/>
    <p:sldId xmlns:r="http://schemas.openxmlformats.org/officeDocument/2006/relationships" id="383" r:id="Rc5282c279fd44132"/>
    <p:sldId xmlns:r="http://schemas.openxmlformats.org/officeDocument/2006/relationships" id="384" r:id="Raf02087019af4e60"/>
    <p:sldId xmlns:r="http://schemas.openxmlformats.org/officeDocument/2006/relationships" id="385" r:id="Rdfed820d7c5043c7"/>
    <p:sldId xmlns:r="http://schemas.openxmlformats.org/officeDocument/2006/relationships" id="386" r:id="R8b21c983322f4d0a"/>
    <p:sldId xmlns:r="http://schemas.openxmlformats.org/officeDocument/2006/relationships" id="387" r:id="Rf469b89b0e0b4968"/>
    <p:sldId xmlns:r="http://schemas.openxmlformats.org/officeDocument/2006/relationships" id="388" r:id="R6162c7831867488a"/>
    <p:sldId xmlns:r="http://schemas.openxmlformats.org/officeDocument/2006/relationships" id="471" r:id="Rb4aac9ad477c463d"/>
    <p:sldId xmlns:r="http://schemas.openxmlformats.org/officeDocument/2006/relationships" id="472" r:id="R7b8922a2728d4c19"/>
    <p:sldId xmlns:r="http://schemas.openxmlformats.org/officeDocument/2006/relationships" id="473" r:id="R05a604c003c4409e"/>
    <p:sldId xmlns:r="http://schemas.openxmlformats.org/officeDocument/2006/relationships" id="475" r:id="R983afab66a3c4cbd"/>
    <p:sldId xmlns:r="http://schemas.openxmlformats.org/officeDocument/2006/relationships" id="476" r:id="R0e5e153be8344cb5"/>
    <p:sldId xmlns:r="http://schemas.openxmlformats.org/officeDocument/2006/relationships" id="477" r:id="Rde0b47deb44c4d1e"/>
    <p:sldId xmlns:r="http://schemas.openxmlformats.org/officeDocument/2006/relationships" id="478" r:id="R2570ded316c94f0b"/>
    <p:sldId xmlns:r="http://schemas.openxmlformats.org/officeDocument/2006/relationships" id="479" r:id="R0ff3db40a8be4cc8"/>
    <p:sldId xmlns:r="http://schemas.openxmlformats.org/officeDocument/2006/relationships" id="480" r:id="R754430891db44809"/>
    <p:sldId xmlns:r="http://schemas.openxmlformats.org/officeDocument/2006/relationships" id="481" r:id="Rba8f455b62234054"/>
    <p:sldId xmlns:r="http://schemas.openxmlformats.org/officeDocument/2006/relationships" id="482" r:id="R1adfd22ec18f419c"/>
    <p:sldId xmlns:r="http://schemas.openxmlformats.org/officeDocument/2006/relationships" id="483" r:id="Rd81d1dbe44db488a"/>
    <p:sldId xmlns:r="http://schemas.openxmlformats.org/officeDocument/2006/relationships" id="484" r:id="R1fdad9f71c8a4adf"/>
    <p:sldId xmlns:r="http://schemas.openxmlformats.org/officeDocument/2006/relationships" id="485" r:id="R507a21e512134979"/>
    <p:sldId xmlns:r="http://schemas.openxmlformats.org/officeDocument/2006/relationships" id="486" r:id="R58dd0493934f4ba9"/>
    <p:sldId xmlns:r="http://schemas.openxmlformats.org/officeDocument/2006/relationships" id="487" r:id="R6bcd03244e0d4040"/>
    <p:sldId xmlns:r="http://schemas.openxmlformats.org/officeDocument/2006/relationships" id="488" r:id="R120afaf4658d4d23"/>
    <p:sldId xmlns:r="http://schemas.openxmlformats.org/officeDocument/2006/relationships" id="489" r:id="R6641f114806a4a2e"/>
    <p:sldId xmlns:r="http://schemas.openxmlformats.org/officeDocument/2006/relationships" id="490" r:id="R6fa8a1530b0f4062"/>
    <p:sldId xmlns:r="http://schemas.openxmlformats.org/officeDocument/2006/relationships" id="491" r:id="R32b3556272464236"/>
    <p:sldId xmlns:r="http://schemas.openxmlformats.org/officeDocument/2006/relationships" id="492" r:id="Rd2c7a2faf767469f"/>
    <p:sldId xmlns:r="http://schemas.openxmlformats.org/officeDocument/2006/relationships" id="493" r:id="Refce47b81f7f4407"/>
    <p:sldId xmlns:r="http://schemas.openxmlformats.org/officeDocument/2006/relationships" id="494" r:id="R4696c41e816a437c"/>
    <p:sldId xmlns:r="http://schemas.openxmlformats.org/officeDocument/2006/relationships" id="495" r:id="Rf5d11c3a496e44a8"/>
    <p:sldId xmlns:r="http://schemas.openxmlformats.org/officeDocument/2006/relationships" id="496" r:id="Rf63c127eeea54783"/>
    <p:sldId xmlns:r="http://schemas.openxmlformats.org/officeDocument/2006/relationships" id="497" r:id="R7a992c06b4c84cb8"/>
    <p:sldId xmlns:r="http://schemas.openxmlformats.org/officeDocument/2006/relationships" id="498" r:id="R3b348d9e1bcb452d"/>
    <p:sldId xmlns:r="http://schemas.openxmlformats.org/officeDocument/2006/relationships" id="500" r:id="R7b4579708f3d45a5"/>
    <p:sldId xmlns:r="http://schemas.openxmlformats.org/officeDocument/2006/relationships" id="501" r:id="R19c1539b98a744c1"/>
    <p:sldId xmlns:r="http://schemas.openxmlformats.org/officeDocument/2006/relationships" id="502" r:id="R46f2422d67e24633"/>
    <p:sldId xmlns:r="http://schemas.openxmlformats.org/officeDocument/2006/relationships" id="503" r:id="R9a29dfb2c0cd4339"/>
    <p:sldId xmlns:r="http://schemas.openxmlformats.org/officeDocument/2006/relationships" id="504" r:id="R6847962007824d39"/>
    <p:sldId xmlns:r="http://schemas.openxmlformats.org/officeDocument/2006/relationships" id="505" r:id="R7dbb88c6aa4b441e"/>
    <p:sldId xmlns:r="http://schemas.openxmlformats.org/officeDocument/2006/relationships" id="506" r:id="R92aa4d8da0094cad"/>
    <p:sldId xmlns:r="http://schemas.openxmlformats.org/officeDocument/2006/relationships" id="507" r:id="R288668d69e344cb0"/>
    <p:sldId xmlns:r="http://schemas.openxmlformats.org/officeDocument/2006/relationships" id="508" r:id="Rc69333b1ef6f4942"/>
    <p:sldId xmlns:r="http://schemas.openxmlformats.org/officeDocument/2006/relationships" id="509" r:id="R4b6bac96238443d1"/>
    <p:sldId xmlns:r="http://schemas.openxmlformats.org/officeDocument/2006/relationships" id="510" r:id="Rae6bda88ace7446d"/>
    <p:sldId xmlns:r="http://schemas.openxmlformats.org/officeDocument/2006/relationships" id="511" r:id="R03eeac2e0af74dd2"/>
    <p:sldId xmlns:r="http://schemas.openxmlformats.org/officeDocument/2006/relationships" id="512" r:id="R938b5c18a47b4bff"/>
    <p:sldId xmlns:r="http://schemas.openxmlformats.org/officeDocument/2006/relationships" id="513" r:id="R2d19ddf2cbe2469a"/>
    <p:sldId xmlns:r="http://schemas.openxmlformats.org/officeDocument/2006/relationships" id="514" r:id="R889893efcf974df6"/>
    <p:sldId xmlns:r="http://schemas.openxmlformats.org/officeDocument/2006/relationships" id="515" r:id="R0c2076d3187d436c"/>
    <p:sldId xmlns:r="http://schemas.openxmlformats.org/officeDocument/2006/relationships" id="516" r:id="Re8c25e15706e4d2e"/>
    <p:sldId xmlns:r="http://schemas.openxmlformats.org/officeDocument/2006/relationships" id="517" r:id="R26848c506cee4d94"/>
    <p:sldId xmlns:r="http://schemas.openxmlformats.org/officeDocument/2006/relationships" id="518" r:id="R8a56b1ec7d864b88"/>
    <p:sldId xmlns:r="http://schemas.openxmlformats.org/officeDocument/2006/relationships" id="519" r:id="R0117c88212324e92"/>
    <p:sldId xmlns:r="http://schemas.openxmlformats.org/officeDocument/2006/relationships" id="520" r:id="Rd9c139f66fe84eb2"/>
    <p:sldId xmlns:r="http://schemas.openxmlformats.org/officeDocument/2006/relationships" id="521" r:id="R3fbf193124c74099"/>
    <p:sldId xmlns:r="http://schemas.openxmlformats.org/officeDocument/2006/relationships" id="522" r:id="R922e084261db4248"/>
    <p:sldId xmlns:r="http://schemas.openxmlformats.org/officeDocument/2006/relationships" id="523" r:id="R361d23c424254b45"/>
    <p:sldId xmlns:r="http://schemas.openxmlformats.org/officeDocument/2006/relationships" id="524" r:id="R7f82aa6f1bf94fba"/>
    <p:sldId xmlns:r="http://schemas.openxmlformats.org/officeDocument/2006/relationships" id="525" r:id="Rd7ea774d483146ac"/>
    <p:sldId xmlns:r="http://schemas.openxmlformats.org/officeDocument/2006/relationships" id="526" r:id="R68ca01a9534646ee"/>
    <p:sldId xmlns:r="http://schemas.openxmlformats.org/officeDocument/2006/relationships" id="527" r:id="Rc8b3613554824467"/>
    <p:sldId xmlns:r="http://schemas.openxmlformats.org/officeDocument/2006/relationships" id="528" r:id="R7fcf20015b7c4e8d"/>
    <p:sldId xmlns:r="http://schemas.openxmlformats.org/officeDocument/2006/relationships" id="529" r:id="Ra14c1c546491449c"/>
    <p:sldId xmlns:r="http://schemas.openxmlformats.org/officeDocument/2006/relationships" id="530" r:id="Rcc5afa6f55354190"/>
    <p:sldId xmlns:r="http://schemas.openxmlformats.org/officeDocument/2006/relationships" id="531" r:id="R4eb2164863f944b3"/>
    <p:sldId xmlns:r="http://schemas.openxmlformats.org/officeDocument/2006/relationships" id="532" r:id="R2cc626268328483d"/>
    <p:sldId xmlns:r="http://schemas.openxmlformats.org/officeDocument/2006/relationships" id="533" r:id="R424d45d1472a4a4b"/>
    <p:sldId xmlns:r="http://schemas.openxmlformats.org/officeDocument/2006/relationships" id="534" r:id="Ra0be793f87c84fae"/>
    <p:sldId xmlns:r="http://schemas.openxmlformats.org/officeDocument/2006/relationships" id="535" r:id="R68ea39ba46254ef5"/>
    <p:sldId xmlns:r="http://schemas.openxmlformats.org/officeDocument/2006/relationships" id="536" r:id="Ra915bd9637314c95"/>
    <p:sldId xmlns:r="http://schemas.openxmlformats.org/officeDocument/2006/relationships" id="537" r:id="R3fd10352e82545e3"/>
    <p:sldId xmlns:r="http://schemas.openxmlformats.org/officeDocument/2006/relationships" id="538" r:id="Re25e57286f60441e"/>
    <p:sldId xmlns:r="http://schemas.openxmlformats.org/officeDocument/2006/relationships" id="539" r:id="R0977387e8c674cb3"/>
    <p:sldId xmlns:r="http://schemas.openxmlformats.org/officeDocument/2006/relationships" id="540" r:id="Rd5d132c89d2f4188"/>
    <p:sldId xmlns:r="http://schemas.openxmlformats.org/officeDocument/2006/relationships" id="541" r:id="Rf0fbf2044dd94a69"/>
    <p:sldId xmlns:r="http://schemas.openxmlformats.org/officeDocument/2006/relationships" id="542" r:id="Ra2d45dd88bef4e70"/>
    <p:sldId xmlns:r="http://schemas.openxmlformats.org/officeDocument/2006/relationships" id="543" r:id="Rb93389d6c2e84071"/>
    <p:sldId xmlns:r="http://schemas.openxmlformats.org/officeDocument/2006/relationships" id="544" r:id="Rf49918cba2d7485a"/>
    <p:sldId xmlns:r="http://schemas.openxmlformats.org/officeDocument/2006/relationships" id="545" r:id="R692fcdebd2f14435"/>
    <p:sldId xmlns:r="http://schemas.openxmlformats.org/officeDocument/2006/relationships" id="546" r:id="Rbae30551f8914ff0"/>
    <p:sldId xmlns:r="http://schemas.openxmlformats.org/officeDocument/2006/relationships" id="547" r:id="Rbb9e975c8c32417a"/>
    <p:sldId xmlns:r="http://schemas.openxmlformats.org/officeDocument/2006/relationships" id="548" r:id="R01ca4f0952ee4ff3"/>
    <p:sldId xmlns:r="http://schemas.openxmlformats.org/officeDocument/2006/relationships" id="549" r:id="R66d246f06eeb4f1a"/>
    <p:sldId xmlns:r="http://schemas.openxmlformats.org/officeDocument/2006/relationships" id="550" r:id="R844ee082cdd340ed"/>
    <p:sldId xmlns:r="http://schemas.openxmlformats.org/officeDocument/2006/relationships" id="551" r:id="Rd98dec23d0ba4ba5"/>
    <p:sldId xmlns:r="http://schemas.openxmlformats.org/officeDocument/2006/relationships" id="552" r:id="R8d7e995c1fa84770"/>
    <p:sldId xmlns:r="http://schemas.openxmlformats.org/officeDocument/2006/relationships" id="553" r:id="R471a8e57e52148f2"/>
    <p:sldId xmlns:r="http://schemas.openxmlformats.org/officeDocument/2006/relationships" id="554" r:id="R9961c43a86de4f6a"/>
    <p:sldId xmlns:r="http://schemas.openxmlformats.org/officeDocument/2006/relationships" id="555" r:id="Rbc30205bad284b8e"/>
    <p:sldId xmlns:r="http://schemas.openxmlformats.org/officeDocument/2006/relationships" id="556" r:id="R7a5c0648ab6347c1"/>
    <p:sldId xmlns:r="http://schemas.openxmlformats.org/officeDocument/2006/relationships" id="557" r:id="Rd982a58b9918453f"/>
    <p:sldId xmlns:r="http://schemas.openxmlformats.org/officeDocument/2006/relationships" id="558" r:id="Re2b6f41f99fb430f"/>
    <p:sldId xmlns:r="http://schemas.openxmlformats.org/officeDocument/2006/relationships" id="559" r:id="Rf26e6fe236884246"/>
    <p:sldId xmlns:r="http://schemas.openxmlformats.org/officeDocument/2006/relationships" id="560" r:id="R4d367accf24645d8"/>
    <p:sldId xmlns:r="http://schemas.openxmlformats.org/officeDocument/2006/relationships" id="561" r:id="R4d8b94807a7d4115"/>
    <p:sldId xmlns:r="http://schemas.openxmlformats.org/officeDocument/2006/relationships" id="562" r:id="Rfa4f6a726e684d25"/>
    <p:sldId xmlns:r="http://schemas.openxmlformats.org/officeDocument/2006/relationships" id="563" r:id="Re76ac2a392e84630"/>
    <p:sldId xmlns:r="http://schemas.openxmlformats.org/officeDocument/2006/relationships" id="565" r:id="R96c56e7d7d934f25"/>
    <p:sldId xmlns:r="http://schemas.openxmlformats.org/officeDocument/2006/relationships" id="566" r:id="R477c22a97345487e"/>
    <p:sldId xmlns:r="http://schemas.openxmlformats.org/officeDocument/2006/relationships" id="567" r:id="Rad9ac0d741a646b6"/>
    <p:sldId xmlns:r="http://schemas.openxmlformats.org/officeDocument/2006/relationships" id="568" r:id="Rb4c6837ce36a4239"/>
    <p:sldId xmlns:r="http://schemas.openxmlformats.org/officeDocument/2006/relationships" id="569" r:id="R1777b21f3d024fd0"/>
    <p:sldId xmlns:r="http://schemas.openxmlformats.org/officeDocument/2006/relationships" id="570" r:id="Re4c97019564143cf"/>
    <p:sldId xmlns:r="http://schemas.openxmlformats.org/officeDocument/2006/relationships" id="571" r:id="R13cb2d8dd73240be"/>
    <p:sldId xmlns:r="http://schemas.openxmlformats.org/officeDocument/2006/relationships" id="572" r:id="R274c9e49c08d490c"/>
    <p:sldId xmlns:r="http://schemas.openxmlformats.org/officeDocument/2006/relationships" id="573" r:id="Ra24dc4f6380d483c"/>
    <p:sldId xmlns:r="http://schemas.openxmlformats.org/officeDocument/2006/relationships" id="574" r:id="R31eb8f8b3c2143bf"/>
    <p:sldId xmlns:r="http://schemas.openxmlformats.org/officeDocument/2006/relationships" id="575" r:id="Rc4352d143f724a10"/>
    <p:sldId xmlns:r="http://schemas.openxmlformats.org/officeDocument/2006/relationships" id="576" r:id="R1e9bee20cbbe46bc"/>
    <p:sldId xmlns:r="http://schemas.openxmlformats.org/officeDocument/2006/relationships" id="577" r:id="Rd858e72ee302457d"/>
    <p:sldId xmlns:r="http://schemas.openxmlformats.org/officeDocument/2006/relationships" id="578" r:id="R932b1e8b4ee2447e"/>
    <p:sldId xmlns:r="http://schemas.openxmlformats.org/officeDocument/2006/relationships" id="579" r:id="Rfb74e8a708d6499a"/>
    <p:sldId xmlns:r="http://schemas.openxmlformats.org/officeDocument/2006/relationships" id="580" r:id="R7752f5467164467d"/>
    <p:sldId xmlns:r="http://schemas.openxmlformats.org/officeDocument/2006/relationships" id="581" r:id="Rf9e87b5972644453"/>
    <p:sldId xmlns:r="http://schemas.openxmlformats.org/officeDocument/2006/relationships" id="582" r:id="R4d6ab55dac0147c6"/>
    <p:sldId xmlns:r="http://schemas.openxmlformats.org/officeDocument/2006/relationships" id="583" r:id="R18a3336ba7894288"/>
    <p:sldId xmlns:r="http://schemas.openxmlformats.org/officeDocument/2006/relationships" id="584" r:id="R6d3272d60c004152"/>
    <p:sldId xmlns:r="http://schemas.openxmlformats.org/officeDocument/2006/relationships" id="585" r:id="Ra2e0e02c3d934d39"/>
    <p:sldId xmlns:r="http://schemas.openxmlformats.org/officeDocument/2006/relationships" id="586" r:id="Rf8203622b56d4e19"/>
    <p:sldId xmlns:r="http://schemas.openxmlformats.org/officeDocument/2006/relationships" id="587" r:id="R4991ae10dbfa43fc"/>
    <p:sldId xmlns:r="http://schemas.openxmlformats.org/officeDocument/2006/relationships" id="588" r:id="R801a991249714db3"/>
    <p:sldId xmlns:r="http://schemas.openxmlformats.org/officeDocument/2006/relationships" id="589" r:id="Rc6746c4d177b491a"/>
    <p:sldId xmlns:r="http://schemas.openxmlformats.org/officeDocument/2006/relationships" id="816" r:id="R6800b74a6d244d69"/>
    <p:sldId xmlns:r="http://schemas.openxmlformats.org/officeDocument/2006/relationships" id="817" r:id="R46e9e6e87b6942d2"/>
    <p:sldId xmlns:r="http://schemas.openxmlformats.org/officeDocument/2006/relationships" id="818" r:id="R9c90d927a6734c6f"/>
    <p:sldId xmlns:r="http://schemas.openxmlformats.org/officeDocument/2006/relationships" id="820" r:id="R9421c2143ee44e51"/>
    <p:sldId xmlns:r="http://schemas.openxmlformats.org/officeDocument/2006/relationships" id="821" r:id="Rb183b1a05d184ebe"/>
    <p:sldId xmlns:r="http://schemas.openxmlformats.org/officeDocument/2006/relationships" id="822" r:id="Rf89aff16a1fb4526"/>
    <p:sldId xmlns:r="http://schemas.openxmlformats.org/officeDocument/2006/relationships" id="823" r:id="R41a09e81e9af4c4b"/>
    <p:sldId xmlns:r="http://schemas.openxmlformats.org/officeDocument/2006/relationships" id="824" r:id="R9512271234844f62"/>
    <p:sldId xmlns:r="http://schemas.openxmlformats.org/officeDocument/2006/relationships" id="825" r:id="R344314e20b534361"/>
    <p:sldId xmlns:r="http://schemas.openxmlformats.org/officeDocument/2006/relationships" id="826" r:id="Ra5e6f2bd3cf54837"/>
    <p:sldId xmlns:r="http://schemas.openxmlformats.org/officeDocument/2006/relationships" id="827" r:id="R050c6d4c1c7f4c44"/>
    <p:sldId xmlns:r="http://schemas.openxmlformats.org/officeDocument/2006/relationships" id="828" r:id="R306a003fa4934541"/>
    <p:sldId xmlns:r="http://schemas.openxmlformats.org/officeDocument/2006/relationships" id="829" r:id="R533e0fa55964419d"/>
    <p:sldId xmlns:r="http://schemas.openxmlformats.org/officeDocument/2006/relationships" id="830" r:id="Re6c26009b74e48d3"/>
    <p:sldId xmlns:r="http://schemas.openxmlformats.org/officeDocument/2006/relationships" id="831" r:id="R3124beebae99426f"/>
    <p:sldId xmlns:r="http://schemas.openxmlformats.org/officeDocument/2006/relationships" id="832" r:id="Rb0e54b79a0ac46d2"/>
    <p:sldId xmlns:r="http://schemas.openxmlformats.org/officeDocument/2006/relationships" id="833" r:id="R1b33703f03194897"/>
    <p:sldId xmlns:r="http://schemas.openxmlformats.org/officeDocument/2006/relationships" id="834" r:id="R6632856ccfa74cb3"/>
    <p:sldId xmlns:r="http://schemas.openxmlformats.org/officeDocument/2006/relationships" id="835" r:id="R8b26133756364672"/>
    <p:sldId xmlns:r="http://schemas.openxmlformats.org/officeDocument/2006/relationships" id="836" r:id="R645ce468ab184bef"/>
    <p:sldId xmlns:r="http://schemas.openxmlformats.org/officeDocument/2006/relationships" id="837" r:id="R141c315a4fab497e"/>
    <p:sldId xmlns:r="http://schemas.openxmlformats.org/officeDocument/2006/relationships" id="838" r:id="R2ac0a1b088c2406b"/>
    <p:sldId xmlns:r="http://schemas.openxmlformats.org/officeDocument/2006/relationships" id="839" r:id="Rb81db77509094277"/>
    <p:sldId xmlns:r="http://schemas.openxmlformats.org/officeDocument/2006/relationships" id="840" r:id="R30566c42899e459a"/>
    <p:sldId xmlns:r="http://schemas.openxmlformats.org/officeDocument/2006/relationships" id="841" r:id="Re4aff5cced2c4765"/>
    <p:sldId xmlns:r="http://schemas.openxmlformats.org/officeDocument/2006/relationships" id="842" r:id="Rf7f9e6ef231a4a1b"/>
    <p:sldId xmlns:r="http://schemas.openxmlformats.org/officeDocument/2006/relationships" id="843" r:id="Re16a9aad89b24bbd"/>
    <p:sldId xmlns:r="http://schemas.openxmlformats.org/officeDocument/2006/relationships" id="844" r:id="R4f11cfe2d91b4f64"/>
    <p:sldId xmlns:r="http://schemas.openxmlformats.org/officeDocument/2006/relationships" id="845" r:id="Raaa90e9eb9a646a5"/>
    <p:sldId xmlns:r="http://schemas.openxmlformats.org/officeDocument/2006/relationships" id="846" r:id="R27d153d4c50c4781"/>
    <p:sldId xmlns:r="http://schemas.openxmlformats.org/officeDocument/2006/relationships" id="847" r:id="Re1e0ef3ec6f647cd"/>
    <p:sldId xmlns:r="http://schemas.openxmlformats.org/officeDocument/2006/relationships" id="848" r:id="R30f91bd06c8e494f"/>
    <p:sldId xmlns:r="http://schemas.openxmlformats.org/officeDocument/2006/relationships" id="849" r:id="R65a4fcb1b36848f4"/>
    <p:sldId xmlns:r="http://schemas.openxmlformats.org/officeDocument/2006/relationships" id="850" r:id="R5bb2078ff6134d01"/>
    <p:sldId xmlns:r="http://schemas.openxmlformats.org/officeDocument/2006/relationships" id="851" r:id="R1f0afb12b7ef4c01"/>
    <p:sldId xmlns:r="http://schemas.openxmlformats.org/officeDocument/2006/relationships" id="852" r:id="R316666ad9ad34aa8"/>
    <p:sldId xmlns:r="http://schemas.openxmlformats.org/officeDocument/2006/relationships" id="853" r:id="Rd1efb0014bb04db2"/>
    <p:sldId xmlns:r="http://schemas.openxmlformats.org/officeDocument/2006/relationships" id="854" r:id="Re6d2ddc775aa4b0f"/>
    <p:sldId xmlns:r="http://schemas.openxmlformats.org/officeDocument/2006/relationships" id="855" r:id="R872fcc9fc6d74e15"/>
    <p:sldId xmlns:r="http://schemas.openxmlformats.org/officeDocument/2006/relationships" id="856" r:id="Re24416511f494de2"/>
    <p:sldId xmlns:r="http://schemas.openxmlformats.org/officeDocument/2006/relationships" id="857" r:id="Ra171128e4c634616"/>
    <p:sldId xmlns:r="http://schemas.openxmlformats.org/officeDocument/2006/relationships" id="858" r:id="R58517a65dafa4840"/>
    <p:sldId xmlns:r="http://schemas.openxmlformats.org/officeDocument/2006/relationships" id="859" r:id="Rdb1bc954e1ea44e7"/>
    <p:sldId xmlns:r="http://schemas.openxmlformats.org/officeDocument/2006/relationships" id="860" r:id="Reebf28d5923b4f1f"/>
    <p:sldId xmlns:r="http://schemas.openxmlformats.org/officeDocument/2006/relationships" id="861" r:id="R7248bab2f9ab4813"/>
    <p:sldId xmlns:r="http://schemas.openxmlformats.org/officeDocument/2006/relationships" id="862" r:id="Rde97bc1087254109"/>
    <p:sldId xmlns:r="http://schemas.openxmlformats.org/officeDocument/2006/relationships" id="863" r:id="R80e740378b1c4ce8"/>
    <p:sldId xmlns:r="http://schemas.openxmlformats.org/officeDocument/2006/relationships" id="864" r:id="Reb24df71aec74fcb"/>
    <p:sldId xmlns:r="http://schemas.openxmlformats.org/officeDocument/2006/relationships" id="865" r:id="R361936fa36004694"/>
    <p:sldId xmlns:r="http://schemas.openxmlformats.org/officeDocument/2006/relationships" id="866" r:id="Rfe7e592490174bff"/>
    <p:sldId xmlns:r="http://schemas.openxmlformats.org/officeDocument/2006/relationships" id="867" r:id="Rb8ffbc2449804412"/>
    <p:sldId xmlns:r="http://schemas.openxmlformats.org/officeDocument/2006/relationships" id="868" r:id="Rdc98e5b9fea149f2"/>
    <p:sldId xmlns:r="http://schemas.openxmlformats.org/officeDocument/2006/relationships" id="869" r:id="R1c256d1283844a9a"/>
    <p:sldId xmlns:r="http://schemas.openxmlformats.org/officeDocument/2006/relationships" id="870" r:id="Rf6c47fe023fd4a6f"/>
    <p:sldId xmlns:r="http://schemas.openxmlformats.org/officeDocument/2006/relationships" id="871" r:id="R9533618706204d4a"/>
    <p:sldId xmlns:r="http://schemas.openxmlformats.org/officeDocument/2006/relationships" id="872" r:id="R3ad24a4768a84709"/>
    <p:sldId xmlns:r="http://schemas.openxmlformats.org/officeDocument/2006/relationships" id="873" r:id="R72d4af6c3d9c4585"/>
    <p:sldId xmlns:r="http://schemas.openxmlformats.org/officeDocument/2006/relationships" id="874" r:id="Rf3d103bd7f504f5c"/>
    <p:sldId xmlns:r="http://schemas.openxmlformats.org/officeDocument/2006/relationships" id="876" r:id="R03c445d2d1cb4631"/>
    <p:sldId xmlns:r="http://schemas.openxmlformats.org/officeDocument/2006/relationships" id="877" r:id="R4b5a40a9066c493d"/>
    <p:sldId xmlns:r="http://schemas.openxmlformats.org/officeDocument/2006/relationships" id="878" r:id="R5e755d93d2e04c9f"/>
    <p:sldId xmlns:r="http://schemas.openxmlformats.org/officeDocument/2006/relationships" id="879" r:id="R3fb2d179ad3a45fb"/>
    <p:sldId xmlns:r="http://schemas.openxmlformats.org/officeDocument/2006/relationships" id="880" r:id="Rdf003b488f33431a"/>
    <p:sldId xmlns:r="http://schemas.openxmlformats.org/officeDocument/2006/relationships" id="881" r:id="R78cc1c8161ab48bc"/>
    <p:sldId xmlns:r="http://schemas.openxmlformats.org/officeDocument/2006/relationships" id="882" r:id="Rfb46c77fc18a416d"/>
    <p:sldId xmlns:r="http://schemas.openxmlformats.org/officeDocument/2006/relationships" id="883" r:id="R5cb475d6b4a74900"/>
    <p:sldId xmlns:r="http://schemas.openxmlformats.org/officeDocument/2006/relationships" id="884" r:id="Rd6e5a9ea95394c8e"/>
    <p:sldId xmlns:r="http://schemas.openxmlformats.org/officeDocument/2006/relationships" id="885" r:id="R8fea1bccb8024b8a"/>
    <p:sldId xmlns:r="http://schemas.openxmlformats.org/officeDocument/2006/relationships" id="886" r:id="R1a3c2d55f3174690"/>
    <p:sldId xmlns:r="http://schemas.openxmlformats.org/officeDocument/2006/relationships" id="887" r:id="Rbc0580684d9b43b7"/>
    <p:sldId xmlns:r="http://schemas.openxmlformats.org/officeDocument/2006/relationships" id="888" r:id="R8319b2ec58f1478b"/>
    <p:sldId xmlns:r="http://schemas.openxmlformats.org/officeDocument/2006/relationships" id="889" r:id="Rdba9d82fbc8d4e08"/>
    <p:sldId xmlns:r="http://schemas.openxmlformats.org/officeDocument/2006/relationships" id="890" r:id="Rd1fd75bc5af44912"/>
    <p:sldId xmlns:r="http://schemas.openxmlformats.org/officeDocument/2006/relationships" id="891" r:id="R654f8c66b1f74250"/>
    <p:sldId xmlns:r="http://schemas.openxmlformats.org/officeDocument/2006/relationships" id="892" r:id="R9b16b9f056164081"/>
    <p:sldId xmlns:r="http://schemas.openxmlformats.org/officeDocument/2006/relationships" id="893" r:id="R681c3fdbf2b54691"/>
    <p:sldId xmlns:r="http://schemas.openxmlformats.org/officeDocument/2006/relationships" id="894" r:id="Rda65cc5df10f4011"/>
    <p:sldId xmlns:r="http://schemas.openxmlformats.org/officeDocument/2006/relationships" id="895" r:id="Re691bc375fed41af"/>
    <p:sldId xmlns:r="http://schemas.openxmlformats.org/officeDocument/2006/relationships" id="896" r:id="Rfbeae78b4f314311"/>
    <p:sldId xmlns:r="http://schemas.openxmlformats.org/officeDocument/2006/relationships" id="897" r:id="Red7750bd79b64b50"/>
    <p:sldId xmlns:r="http://schemas.openxmlformats.org/officeDocument/2006/relationships" id="898" r:id="Rfb8faee2244e44f8"/>
    <p:sldId xmlns:r="http://schemas.openxmlformats.org/officeDocument/2006/relationships" id="899" r:id="R49d2ae9daef14fee"/>
    <p:sldId xmlns:r="http://schemas.openxmlformats.org/officeDocument/2006/relationships" id="900" r:id="Rbec6a62b6be0415a"/>
    <p:sldId xmlns:r="http://schemas.openxmlformats.org/officeDocument/2006/relationships" id="901" r:id="R503a6c8da6404d59"/>
    <p:sldId xmlns:r="http://schemas.openxmlformats.org/officeDocument/2006/relationships" id="902" r:id="R9073f05d50264f08"/>
    <p:sldId xmlns:r="http://schemas.openxmlformats.org/officeDocument/2006/relationships" id="903" r:id="Ref2ccc1a358443b1"/>
    <p:sldId xmlns:r="http://schemas.openxmlformats.org/officeDocument/2006/relationships" id="904" r:id="Re8f41d82654c47b8"/>
    <p:sldId xmlns:r="http://schemas.openxmlformats.org/officeDocument/2006/relationships" id="905" r:id="R5c32fb5591ed447e"/>
    <p:sldId xmlns:r="http://schemas.openxmlformats.org/officeDocument/2006/relationships" id="906" r:id="Rf2f13252091f40fc"/>
    <p:sldId xmlns:r="http://schemas.openxmlformats.org/officeDocument/2006/relationships" id="907" r:id="R983827ca51a64eda"/>
    <p:sldId xmlns:r="http://schemas.openxmlformats.org/officeDocument/2006/relationships" id="908" r:id="R12cbfacda6b041ee"/>
    <p:sldId xmlns:r="http://schemas.openxmlformats.org/officeDocument/2006/relationships" id="909" r:id="R26d1e787f0ee4247"/>
    <p:sldId xmlns:r="http://schemas.openxmlformats.org/officeDocument/2006/relationships" id="910" r:id="R2ae631a480884a89"/>
    <p:sldId xmlns:r="http://schemas.openxmlformats.org/officeDocument/2006/relationships" id="911" r:id="Rc38dbb678d0c44ec"/>
    <p:sldId xmlns:r="http://schemas.openxmlformats.org/officeDocument/2006/relationships" id="912" r:id="Reb37e5d02fd3480b"/>
    <p:sldId xmlns:r="http://schemas.openxmlformats.org/officeDocument/2006/relationships" id="913" r:id="R65dcf5ae48b24922"/>
    <p:sldId xmlns:r="http://schemas.openxmlformats.org/officeDocument/2006/relationships" id="914" r:id="Rc39346e151ed4298"/>
    <p:sldId xmlns:r="http://schemas.openxmlformats.org/officeDocument/2006/relationships" id="915" r:id="Rc7c9dc9f709048d3"/>
    <p:sldId xmlns:r="http://schemas.openxmlformats.org/officeDocument/2006/relationships" id="916" r:id="R0ddfe41a21204ca0"/>
    <p:sldId xmlns:r="http://schemas.openxmlformats.org/officeDocument/2006/relationships" id="917" r:id="R74b9dc191f9e4d05"/>
    <p:sldId xmlns:r="http://schemas.openxmlformats.org/officeDocument/2006/relationships" id="918" r:id="Rb1871f53b8fa4636"/>
    <p:sldId xmlns:r="http://schemas.openxmlformats.org/officeDocument/2006/relationships" id="919" r:id="R63014beffeee46e8"/>
    <p:sldId xmlns:r="http://schemas.openxmlformats.org/officeDocument/2006/relationships" id="920" r:id="R1e41fe0564c94f87"/>
    <p:sldId xmlns:r="http://schemas.openxmlformats.org/officeDocument/2006/relationships" id="921" r:id="Rb40bbf226be0451d"/>
    <p:sldId xmlns:r="http://schemas.openxmlformats.org/officeDocument/2006/relationships" id="922" r:id="R85448bb2e73e434d"/>
    <p:sldId xmlns:r="http://schemas.openxmlformats.org/officeDocument/2006/relationships" id="923" r:id="Rcd1998a7d89546ee"/>
    <p:sldId xmlns:r="http://schemas.openxmlformats.org/officeDocument/2006/relationships" id="924" r:id="R72b06152b63e4585"/>
    <p:sldId xmlns:r="http://schemas.openxmlformats.org/officeDocument/2006/relationships" id="925" r:id="R8dc3eb9075d74990"/>
    <p:sldId xmlns:r="http://schemas.openxmlformats.org/officeDocument/2006/relationships" id="926" r:id="R19ec9b75f1064c3e"/>
    <p:sldId xmlns:r="http://schemas.openxmlformats.org/officeDocument/2006/relationships" id="927" r:id="R7b7c44a18af94c80"/>
    <p:sldId xmlns:r="http://schemas.openxmlformats.org/officeDocument/2006/relationships" id="928" r:id="R5a5cb9c050264900"/>
    <p:sldId xmlns:r="http://schemas.openxmlformats.org/officeDocument/2006/relationships" id="929" r:id="R09fd81e54a784020"/>
    <p:sldId xmlns:r="http://schemas.openxmlformats.org/officeDocument/2006/relationships" id="930" r:id="R2d739c96f89e4d0f"/>
    <p:sldId xmlns:r="http://schemas.openxmlformats.org/officeDocument/2006/relationships" id="931" r:id="R7849349d17dc4e95"/>
    <p:sldId xmlns:r="http://schemas.openxmlformats.org/officeDocument/2006/relationships" id="933" r:id="R66d207940f794b5e"/>
    <p:sldId xmlns:r="http://schemas.openxmlformats.org/officeDocument/2006/relationships" id="934" r:id="Rb2ca8c87b8c34aa1"/>
    <p:sldId xmlns:r="http://schemas.openxmlformats.org/officeDocument/2006/relationships" id="935" r:id="R75c49b4ba9c24dc1"/>
    <p:sldId xmlns:r="http://schemas.openxmlformats.org/officeDocument/2006/relationships" id="936" r:id="R1a00774788fd4938"/>
    <p:sldId xmlns:r="http://schemas.openxmlformats.org/officeDocument/2006/relationships" id="937" r:id="R659bebf66de34e9c"/>
    <p:sldId xmlns:r="http://schemas.openxmlformats.org/officeDocument/2006/relationships" id="938" r:id="R68f82c36c73d41a8"/>
    <p:sldId xmlns:r="http://schemas.openxmlformats.org/officeDocument/2006/relationships" id="939" r:id="R93621cc573f34b58"/>
    <p:sldId xmlns:r="http://schemas.openxmlformats.org/officeDocument/2006/relationships" id="940" r:id="Rcfed3596b8424c0e"/>
    <p:sldId xmlns:r="http://schemas.openxmlformats.org/officeDocument/2006/relationships" id="941" r:id="R5de32501428f4ef2"/>
    <p:sldId xmlns:r="http://schemas.openxmlformats.org/officeDocument/2006/relationships" id="942" r:id="Rf54c357cba4c42ee"/>
    <p:sldId xmlns:r="http://schemas.openxmlformats.org/officeDocument/2006/relationships" id="943" r:id="Rbec02146f9204401"/>
    <p:sldId xmlns:r="http://schemas.openxmlformats.org/officeDocument/2006/relationships" id="944" r:id="Re777adbe06894a62"/>
    <p:sldId xmlns:r="http://schemas.openxmlformats.org/officeDocument/2006/relationships" id="945" r:id="Rd073099c897e4065"/>
    <p:sldId xmlns:r="http://schemas.openxmlformats.org/officeDocument/2006/relationships" id="946" r:id="R6548e10b8a2a4466"/>
    <p:sldId xmlns:r="http://schemas.openxmlformats.org/officeDocument/2006/relationships" id="1029" r:id="Reb8c1b7f3de642ed"/>
    <p:sldId xmlns:r="http://schemas.openxmlformats.org/officeDocument/2006/relationships" id="1030" r:id="R4ca376796fbc4a60"/>
    <p:sldId xmlns:r="http://schemas.openxmlformats.org/officeDocument/2006/relationships" id="1031" r:id="Rda707e00fbc0474d"/>
    <p:sldId xmlns:r="http://schemas.openxmlformats.org/officeDocument/2006/relationships" id="1033" r:id="R42ca46d045b64ef6"/>
    <p:sldId xmlns:r="http://schemas.openxmlformats.org/officeDocument/2006/relationships" id="1034" r:id="R91db4362d8304087"/>
    <p:sldId xmlns:r="http://schemas.openxmlformats.org/officeDocument/2006/relationships" id="1035" r:id="Re52d9a253d574b17"/>
    <p:sldId xmlns:r="http://schemas.openxmlformats.org/officeDocument/2006/relationships" id="1036" r:id="Rb8f29fc33dc5445e"/>
    <p:sldId xmlns:r="http://schemas.openxmlformats.org/officeDocument/2006/relationships" id="1037" r:id="Rc19e34aea0294c6a"/>
    <p:sldId xmlns:r="http://schemas.openxmlformats.org/officeDocument/2006/relationships" id="1038" r:id="R90f9313b40d640e0"/>
    <p:sldId xmlns:r="http://schemas.openxmlformats.org/officeDocument/2006/relationships" id="1039" r:id="R9c85c26f94b5443b"/>
    <p:sldId xmlns:r="http://schemas.openxmlformats.org/officeDocument/2006/relationships" id="1040" r:id="Rcc509a0aa72b4e9b"/>
    <p:sldId xmlns:r="http://schemas.openxmlformats.org/officeDocument/2006/relationships" id="1041" r:id="R2fbc45c94a9b4287"/>
    <p:sldId xmlns:r="http://schemas.openxmlformats.org/officeDocument/2006/relationships" id="1042" r:id="R53032602e2b142cb"/>
    <p:sldId xmlns:r="http://schemas.openxmlformats.org/officeDocument/2006/relationships" id="1043" r:id="R6151127dc2904808"/>
    <p:sldId xmlns:r="http://schemas.openxmlformats.org/officeDocument/2006/relationships" id="1044" r:id="Rc0a11240e1c34354"/>
    <p:sldId xmlns:r="http://schemas.openxmlformats.org/officeDocument/2006/relationships" id="1045" r:id="Rcd80921594964243"/>
    <p:sldId xmlns:r="http://schemas.openxmlformats.org/officeDocument/2006/relationships" id="1046" r:id="R12cb6cfb60234473"/>
    <p:sldId xmlns:r="http://schemas.openxmlformats.org/officeDocument/2006/relationships" id="1047" r:id="R71f194fb89694b97"/>
    <p:sldId xmlns:r="http://schemas.openxmlformats.org/officeDocument/2006/relationships" id="1048" r:id="R1e578008304b478a"/>
    <p:sldId xmlns:r="http://schemas.openxmlformats.org/officeDocument/2006/relationships" id="1049" r:id="R29167ad1afb34c78"/>
    <p:sldId xmlns:r="http://schemas.openxmlformats.org/officeDocument/2006/relationships" id="1050" r:id="R2d406bcb25e6465e"/>
    <p:sldId xmlns:r="http://schemas.openxmlformats.org/officeDocument/2006/relationships" id="1051" r:id="R8aed7ab8d4584ecf"/>
    <p:sldId xmlns:r="http://schemas.openxmlformats.org/officeDocument/2006/relationships" id="1052" r:id="Re68193b7e32a4f51"/>
    <p:sldId xmlns:r="http://schemas.openxmlformats.org/officeDocument/2006/relationships" id="1053" r:id="Ra38c3ca32d244b4d"/>
    <p:sldId xmlns:r="http://schemas.openxmlformats.org/officeDocument/2006/relationships" id="1054" r:id="R6e784ac21ce849e9"/>
    <p:sldId xmlns:r="http://schemas.openxmlformats.org/officeDocument/2006/relationships" id="1055" r:id="R003206c640744ff9"/>
    <p:sldId xmlns:r="http://schemas.openxmlformats.org/officeDocument/2006/relationships" id="1056" r:id="R4039c29169004b71"/>
    <p:sldId xmlns:r="http://schemas.openxmlformats.org/officeDocument/2006/relationships" id="1058" r:id="Rb786375f7f7448ea"/>
    <p:sldId xmlns:r="http://schemas.openxmlformats.org/officeDocument/2006/relationships" id="1059" r:id="Rfb6a42d46d1044aa"/>
    <p:sldId xmlns:r="http://schemas.openxmlformats.org/officeDocument/2006/relationships" id="1060" r:id="Rc2fdacea94f34c51"/>
    <p:sldId xmlns:r="http://schemas.openxmlformats.org/officeDocument/2006/relationships" id="1061" r:id="R71b159878d894f6c"/>
    <p:sldId xmlns:r="http://schemas.openxmlformats.org/officeDocument/2006/relationships" id="1062" r:id="R62dfff2e7e7741cd"/>
    <p:sldId xmlns:r="http://schemas.openxmlformats.org/officeDocument/2006/relationships" id="1063" r:id="Rc67e957a0d824483"/>
    <p:sldId xmlns:r="http://schemas.openxmlformats.org/officeDocument/2006/relationships" id="1064" r:id="Rbf8a5bd3995444e9"/>
    <p:sldId xmlns:r="http://schemas.openxmlformats.org/officeDocument/2006/relationships" id="1065" r:id="R3f106797e51a4370"/>
    <p:sldId xmlns:r="http://schemas.openxmlformats.org/officeDocument/2006/relationships" id="1066" r:id="R14ebfbdbad7f48aa"/>
    <p:sldId xmlns:r="http://schemas.openxmlformats.org/officeDocument/2006/relationships" id="1067" r:id="Rd9e050953cf3402d"/>
    <p:sldId xmlns:r="http://schemas.openxmlformats.org/officeDocument/2006/relationships" id="1068" r:id="R7c44c79f98254f70"/>
    <p:sldId xmlns:r="http://schemas.openxmlformats.org/officeDocument/2006/relationships" id="1069" r:id="R4e03f00b886845bd"/>
    <p:sldId xmlns:r="http://schemas.openxmlformats.org/officeDocument/2006/relationships" id="1070" r:id="R9f84ae1ca6484b86"/>
    <p:sldId xmlns:r="http://schemas.openxmlformats.org/officeDocument/2006/relationships" id="1071" r:id="R8795862321784cd0"/>
    <p:sldId xmlns:r="http://schemas.openxmlformats.org/officeDocument/2006/relationships" id="1072" r:id="R6e4a4dc124234272"/>
    <p:sldId xmlns:r="http://schemas.openxmlformats.org/officeDocument/2006/relationships" id="1073" r:id="R07694465fb26425e"/>
    <p:sldId xmlns:r="http://schemas.openxmlformats.org/officeDocument/2006/relationships" id="1074" r:id="Rfefd77b740634d93"/>
    <p:sldId xmlns:r="http://schemas.openxmlformats.org/officeDocument/2006/relationships" id="1075" r:id="R4c849984e2624ecc"/>
    <p:sldId xmlns:r="http://schemas.openxmlformats.org/officeDocument/2006/relationships" id="1076" r:id="R3292864ba60542e0"/>
    <p:sldId xmlns:r="http://schemas.openxmlformats.org/officeDocument/2006/relationships" id="1077" r:id="Re99d36bc36ea401a"/>
    <p:sldId xmlns:r="http://schemas.openxmlformats.org/officeDocument/2006/relationships" id="1078" r:id="Rb3e360290ac84029"/>
    <p:sldId xmlns:r="http://schemas.openxmlformats.org/officeDocument/2006/relationships" id="1079" r:id="R5293db82eaaa4c6b"/>
    <p:sldId xmlns:r="http://schemas.openxmlformats.org/officeDocument/2006/relationships" id="1080" r:id="Ree8701b4a53d4be9"/>
    <p:sldId xmlns:r="http://schemas.openxmlformats.org/officeDocument/2006/relationships" id="1081" r:id="Rf6e66f5999694458"/>
    <p:sldId xmlns:r="http://schemas.openxmlformats.org/officeDocument/2006/relationships" id="1082" r:id="R916b051a605240d3"/>
    <p:sldId xmlns:r="http://schemas.openxmlformats.org/officeDocument/2006/relationships" id="1083" r:id="R5e49722cf0084aee"/>
    <p:sldId xmlns:r="http://schemas.openxmlformats.org/officeDocument/2006/relationships" id="1084" r:id="Red50293491974c9e"/>
    <p:sldId xmlns:r="http://schemas.openxmlformats.org/officeDocument/2006/relationships" id="1085" r:id="R3a1692c714b94fe7"/>
    <p:sldId xmlns:r="http://schemas.openxmlformats.org/officeDocument/2006/relationships" id="1086" r:id="Rb8a3fb1ba7ff4f16"/>
    <p:sldId xmlns:r="http://schemas.openxmlformats.org/officeDocument/2006/relationships" id="1087" r:id="R9c3b27cbdd064f1d"/>
    <p:sldId xmlns:r="http://schemas.openxmlformats.org/officeDocument/2006/relationships" id="1088" r:id="R649768228cc84381"/>
    <p:sldId xmlns:r="http://schemas.openxmlformats.org/officeDocument/2006/relationships" id="1089" r:id="Ra8ce4a929f714eba"/>
    <p:sldId xmlns:r="http://schemas.openxmlformats.org/officeDocument/2006/relationships" id="1090" r:id="R3e6a82458e8b4db9"/>
    <p:sldId xmlns:r="http://schemas.openxmlformats.org/officeDocument/2006/relationships" id="1091" r:id="R32a900a182904f61"/>
    <p:sldId xmlns:r="http://schemas.openxmlformats.org/officeDocument/2006/relationships" id="1092" r:id="R5d4ed20eb9be4c7f"/>
    <p:sldId xmlns:r="http://schemas.openxmlformats.org/officeDocument/2006/relationships" id="1093" r:id="R89dffefedff74712"/>
    <p:sldId xmlns:r="http://schemas.openxmlformats.org/officeDocument/2006/relationships" id="1094" r:id="R8c79b317d0f94cc7"/>
    <p:sldId xmlns:r="http://schemas.openxmlformats.org/officeDocument/2006/relationships" id="1095" r:id="R0f7eda4e0b22484e"/>
    <p:sldId xmlns:r="http://schemas.openxmlformats.org/officeDocument/2006/relationships" id="1096" r:id="R80328d745507407f"/>
    <p:sldId xmlns:r="http://schemas.openxmlformats.org/officeDocument/2006/relationships" id="1097" r:id="Rd63e0021bc6b4fa9"/>
    <p:sldId xmlns:r="http://schemas.openxmlformats.org/officeDocument/2006/relationships" id="1098" r:id="Ref66a3f93599420f"/>
    <p:sldId xmlns:r="http://schemas.openxmlformats.org/officeDocument/2006/relationships" id="1099" r:id="Rd1c8965499424733"/>
    <p:sldId xmlns:r="http://schemas.openxmlformats.org/officeDocument/2006/relationships" id="1100" r:id="R84fb3bc0dd72476a"/>
    <p:sldId xmlns:r="http://schemas.openxmlformats.org/officeDocument/2006/relationships" id="1101" r:id="Rafafc5e5f5314af8"/>
    <p:sldId xmlns:r="http://schemas.openxmlformats.org/officeDocument/2006/relationships" id="1102" r:id="Re0054b36823f4f70"/>
    <p:sldId xmlns:r="http://schemas.openxmlformats.org/officeDocument/2006/relationships" id="1103" r:id="Rc495bb1fe6fa4644"/>
    <p:sldId xmlns:r="http://schemas.openxmlformats.org/officeDocument/2006/relationships" id="1104" r:id="R8280c0b104054113"/>
    <p:sldId xmlns:r="http://schemas.openxmlformats.org/officeDocument/2006/relationships" id="1105" r:id="R150a6c45b0244450"/>
    <p:sldId xmlns:r="http://schemas.openxmlformats.org/officeDocument/2006/relationships" id="1106" r:id="Rcce0ea62f57642d1"/>
    <p:sldId xmlns:r="http://schemas.openxmlformats.org/officeDocument/2006/relationships" id="1107" r:id="R59296d85c3c347af"/>
    <p:sldId xmlns:r="http://schemas.openxmlformats.org/officeDocument/2006/relationships" id="1108" r:id="Rf9f407893d064e93"/>
    <p:sldId xmlns:r="http://schemas.openxmlformats.org/officeDocument/2006/relationships" id="1109" r:id="R54d53ee6e98c4361"/>
    <p:sldId xmlns:r="http://schemas.openxmlformats.org/officeDocument/2006/relationships" id="1110" r:id="Rb3dbd02cfaed4f80"/>
    <p:sldId xmlns:r="http://schemas.openxmlformats.org/officeDocument/2006/relationships" id="1111" r:id="Rd55f09aa60894981"/>
    <p:sldId xmlns:r="http://schemas.openxmlformats.org/officeDocument/2006/relationships" id="1112" r:id="Rb17d4a48b93d46cd"/>
    <p:sldId xmlns:r="http://schemas.openxmlformats.org/officeDocument/2006/relationships" id="1113" r:id="Rae8705744b1b434a"/>
    <p:sldId xmlns:r="http://schemas.openxmlformats.org/officeDocument/2006/relationships" id="1114" r:id="Rf1bec08cb6d746eb"/>
    <p:sldId xmlns:r="http://schemas.openxmlformats.org/officeDocument/2006/relationships" id="1115" r:id="R20c65e22f84b4ccd"/>
    <p:sldId xmlns:r="http://schemas.openxmlformats.org/officeDocument/2006/relationships" id="1116" r:id="R50973434a0aa43c7"/>
    <p:sldId xmlns:r="http://schemas.openxmlformats.org/officeDocument/2006/relationships" id="1117" r:id="Rf6abd5f40ba64aa8"/>
    <p:sldId xmlns:r="http://schemas.openxmlformats.org/officeDocument/2006/relationships" id="1118" r:id="R662250cb8b3345b4"/>
    <p:sldId xmlns:r="http://schemas.openxmlformats.org/officeDocument/2006/relationships" id="1119" r:id="R4cf791dfb6504e1d"/>
    <p:sldId xmlns:r="http://schemas.openxmlformats.org/officeDocument/2006/relationships" id="1120" r:id="Rf7c4be689cce424e"/>
    <p:sldId xmlns:r="http://schemas.openxmlformats.org/officeDocument/2006/relationships" id="1121" r:id="R17c8c93b8dc34190"/>
    <p:sldId xmlns:r="http://schemas.openxmlformats.org/officeDocument/2006/relationships" id="1123" r:id="R4923830bd166498f"/>
    <p:sldId xmlns:r="http://schemas.openxmlformats.org/officeDocument/2006/relationships" id="1124" r:id="R7ecba9eb6988490b"/>
    <p:sldId xmlns:r="http://schemas.openxmlformats.org/officeDocument/2006/relationships" id="1125" r:id="R12aeca112cf94cce"/>
    <p:sldId xmlns:r="http://schemas.openxmlformats.org/officeDocument/2006/relationships" id="1126" r:id="R60ac075dfd104797"/>
    <p:sldId xmlns:r="http://schemas.openxmlformats.org/officeDocument/2006/relationships" id="1127" r:id="R313c80ca67b6400d"/>
    <p:sldId xmlns:r="http://schemas.openxmlformats.org/officeDocument/2006/relationships" id="1128" r:id="Rd553f7566bc140c9"/>
    <p:sldId xmlns:r="http://schemas.openxmlformats.org/officeDocument/2006/relationships" id="1129" r:id="R7487bd856fd44f93"/>
    <p:sldId xmlns:r="http://schemas.openxmlformats.org/officeDocument/2006/relationships" id="1130" r:id="R84bf555e3bd54321"/>
    <p:sldId xmlns:r="http://schemas.openxmlformats.org/officeDocument/2006/relationships" id="1131" r:id="R94c99df5904b4634"/>
    <p:sldId xmlns:r="http://schemas.openxmlformats.org/officeDocument/2006/relationships" id="1132" r:id="Rb1ed8c11e707469d"/>
    <p:sldId xmlns:r="http://schemas.openxmlformats.org/officeDocument/2006/relationships" id="1133" r:id="R5481b69433914250"/>
    <p:sldId xmlns:r="http://schemas.openxmlformats.org/officeDocument/2006/relationships" id="1134" r:id="R5f42bf6c9f5c4eac"/>
    <p:sldId xmlns:r="http://schemas.openxmlformats.org/officeDocument/2006/relationships" id="1135" r:id="Rf4917867757745f5"/>
    <p:sldId xmlns:r="http://schemas.openxmlformats.org/officeDocument/2006/relationships" id="1136" r:id="R6cbad796b38544f9"/>
    <p:sldId xmlns:r="http://schemas.openxmlformats.org/officeDocument/2006/relationships" id="1137" r:id="Rb55c2cca43184185"/>
    <p:sldId xmlns:r="http://schemas.openxmlformats.org/officeDocument/2006/relationships" id="1138" r:id="R9b628d5ce6e54dcb"/>
    <p:sldId xmlns:r="http://schemas.openxmlformats.org/officeDocument/2006/relationships" id="1139" r:id="R0a29cb934e3d4305"/>
    <p:sldId xmlns:r="http://schemas.openxmlformats.org/officeDocument/2006/relationships" id="1140" r:id="R6a07ceb30aed4826"/>
    <p:sldId xmlns:r="http://schemas.openxmlformats.org/officeDocument/2006/relationships" id="1141" r:id="Rf6e0427a89064beb"/>
    <p:sldId xmlns:r="http://schemas.openxmlformats.org/officeDocument/2006/relationships" id="1142" r:id="Rc6fdd850a82f4540"/>
    <p:sldId xmlns:r="http://schemas.openxmlformats.org/officeDocument/2006/relationships" id="1143" r:id="R950ef9988baa406a"/>
    <p:sldId xmlns:r="http://schemas.openxmlformats.org/officeDocument/2006/relationships" id="1144" r:id="R82fcae7acd904cc5"/>
    <p:sldId xmlns:r="http://schemas.openxmlformats.org/officeDocument/2006/relationships" id="1145" r:id="R293f169cf9bf40ef"/>
    <p:sldId xmlns:r="http://schemas.openxmlformats.org/officeDocument/2006/relationships" id="1146" r:id="R42e9df6178d24b41"/>
    <p:sldId xmlns:r="http://schemas.openxmlformats.org/officeDocument/2006/relationships" id="1147" r:id="R74576e1d519044c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dfccaab1d44dcb" /><Relationship Type="http://schemas.openxmlformats.org/officeDocument/2006/relationships/slideMaster" Target="/ppt/slideMasters/slideMaster1.xml" Id="R859a2d6f383e44e3" /><Relationship Type="http://schemas.openxmlformats.org/officeDocument/2006/relationships/notesMaster" Target="/ppt/notesMasters/notesMaster1.xml" Id="R5e37de057b654d87" /><Relationship Type="http://schemas.openxmlformats.org/officeDocument/2006/relationships/presProps" Target="/ppt/presProps.xml" Id="R9bbf88e3c2af431c" /><Relationship Type="http://schemas.openxmlformats.org/officeDocument/2006/relationships/tableStyles" Target="/ppt/tableStyles.xml" Id="Rb312e35cdbd74e7c" /><Relationship Type="http://schemas.openxmlformats.org/officeDocument/2006/relationships/slide" Target="/ppt/slides/slide3.xml" Id="R40094fe98a0f473a" /><Relationship Type="http://schemas.openxmlformats.org/officeDocument/2006/relationships/slide" Target="/ppt/slides/slide4.xml" Id="R7128ade9cd3a4486" /><Relationship Type="http://schemas.openxmlformats.org/officeDocument/2006/relationships/slide" Target="/ppt/slides/slide5.xml" Id="R3fa5cb9f5fae407c" /><Relationship Type="http://schemas.openxmlformats.org/officeDocument/2006/relationships/slide" Target="/ppt/slides/slide7.xml" Id="Rce9e16de6af94f70" /><Relationship Type="http://schemas.openxmlformats.org/officeDocument/2006/relationships/slide" Target="/ppt/slides/slide8.xml" Id="Rf0cdad58be9f4354" /><Relationship Type="http://schemas.openxmlformats.org/officeDocument/2006/relationships/slide" Target="/ppt/slides/slide9.xml" Id="R63c82b6643604c9d" /><Relationship Type="http://schemas.openxmlformats.org/officeDocument/2006/relationships/slide" Target="/ppt/slides/slide10.xml" Id="R9af1300de4af44e5" /><Relationship Type="http://schemas.openxmlformats.org/officeDocument/2006/relationships/slide" Target="/ppt/slides/slide11.xml" Id="Rfa09ffc7098e4a83" /><Relationship Type="http://schemas.openxmlformats.org/officeDocument/2006/relationships/slide" Target="/ppt/slides/slide12.xml" Id="R016f291ad9984300" /><Relationship Type="http://schemas.openxmlformats.org/officeDocument/2006/relationships/slide" Target="/ppt/slides/slide13.xml" Id="R8258f4b89e9e475a" /><Relationship Type="http://schemas.openxmlformats.org/officeDocument/2006/relationships/slide" Target="/ppt/slides/slide14.xml" Id="Rb4da36bdea35441c" /><Relationship Type="http://schemas.openxmlformats.org/officeDocument/2006/relationships/slide" Target="/ppt/slides/slide15.xml" Id="R0a56cf83ce354a84" /><Relationship Type="http://schemas.openxmlformats.org/officeDocument/2006/relationships/slide" Target="/ppt/slides/slide16.xml" Id="R5393fc0078b846df" /><Relationship Type="http://schemas.openxmlformats.org/officeDocument/2006/relationships/slide" Target="/ppt/slides/slide17.xml" Id="R84ddd92621164bc7" /><Relationship Type="http://schemas.openxmlformats.org/officeDocument/2006/relationships/slide" Target="/ppt/slides/slide18.xml" Id="Rb0ff659f95b14fd5" /><Relationship Type="http://schemas.openxmlformats.org/officeDocument/2006/relationships/slide" Target="/ppt/slides/slide19.xml" Id="R3038f77d8c454836" /><Relationship Type="http://schemas.openxmlformats.org/officeDocument/2006/relationships/slide" Target="/ppt/slides/slide20.xml" Id="R609f5b69062b4773" /><Relationship Type="http://schemas.openxmlformats.org/officeDocument/2006/relationships/slide" Target="/ppt/slides/slide21.xml" Id="R96dc9e8175ef41ec" /><Relationship Type="http://schemas.openxmlformats.org/officeDocument/2006/relationships/slide" Target="/ppt/slides/slide22.xml" Id="R6da20d919d8d4885" /><Relationship Type="http://schemas.openxmlformats.org/officeDocument/2006/relationships/slide" Target="/ppt/slides/slide23.xml" Id="R4e1fa1ef88f848c5" /><Relationship Type="http://schemas.openxmlformats.org/officeDocument/2006/relationships/slide" Target="/ppt/slides/slide24.xml" Id="R140444638af54929" /><Relationship Type="http://schemas.openxmlformats.org/officeDocument/2006/relationships/slide" Target="/ppt/slides/slide25.xml" Id="Raf8da585c53c4e2b" /><Relationship Type="http://schemas.openxmlformats.org/officeDocument/2006/relationships/slide" Target="/ppt/slides/slide26.xml" Id="R8443cc35386843c6" /><Relationship Type="http://schemas.openxmlformats.org/officeDocument/2006/relationships/slide" Target="/ppt/slides/slide27.xml" Id="R849ccf365b00449a" /><Relationship Type="http://schemas.openxmlformats.org/officeDocument/2006/relationships/slide" Target="/ppt/slides/slide28.xml" Id="R9f03e18c99014361" /><Relationship Type="http://schemas.openxmlformats.org/officeDocument/2006/relationships/slide" Target="/ppt/slides/slide29.xml" Id="R7b9aeeca69f44bae" /><Relationship Type="http://schemas.openxmlformats.org/officeDocument/2006/relationships/slide" Target="/ppt/slides/slide30.xml" Id="R6d0ec5b088c84267" /><Relationship Type="http://schemas.openxmlformats.org/officeDocument/2006/relationships/slide" Target="/ppt/slides/slide31.xml" Id="R1f03abbd7af948bd" /><Relationship Type="http://schemas.openxmlformats.org/officeDocument/2006/relationships/slide" Target="/ppt/slides/slide32.xml" Id="R83dc571cf4b94ad1" /><Relationship Type="http://schemas.openxmlformats.org/officeDocument/2006/relationships/slide" Target="/ppt/slides/slide33.xml" Id="R11f842e37cef44ea" /><Relationship Type="http://schemas.openxmlformats.org/officeDocument/2006/relationships/slide" Target="/ppt/slides/slide34.xml" Id="R49c65711d9ef4aa0" /><Relationship Type="http://schemas.openxmlformats.org/officeDocument/2006/relationships/slide" Target="/ppt/slides/slide35.xml" Id="Rf7e310eadc5c4216" /><Relationship Type="http://schemas.openxmlformats.org/officeDocument/2006/relationships/slide" Target="/ppt/slides/slide36.xml" Id="R85424894c2fa44b4" /><Relationship Type="http://schemas.openxmlformats.org/officeDocument/2006/relationships/slide" Target="/ppt/slides/slide37.xml" Id="Re5df5ad81ae14455" /><Relationship Type="http://schemas.openxmlformats.org/officeDocument/2006/relationships/slide" Target="/ppt/slides/slide38.xml" Id="Rb646d23f294c47cb" /><Relationship Type="http://schemas.openxmlformats.org/officeDocument/2006/relationships/slide" Target="/ppt/slides/slide39.xml" Id="Rdc7d0bf8474d4637" /><Relationship Type="http://schemas.openxmlformats.org/officeDocument/2006/relationships/slide" Target="/ppt/slides/slide40.xml" Id="Rf2f38397e64a4ac3" /><Relationship Type="http://schemas.openxmlformats.org/officeDocument/2006/relationships/slide" Target="/ppt/slides/slide41.xml" Id="R5b219163703b4fe4" /><Relationship Type="http://schemas.openxmlformats.org/officeDocument/2006/relationships/slide" Target="/ppt/slides/slide42.xml" Id="R747d051d08b2463b" /><Relationship Type="http://schemas.openxmlformats.org/officeDocument/2006/relationships/slide" Target="/ppt/slides/slide43.xml" Id="R92866f608b5f4a88" /><Relationship Type="http://schemas.openxmlformats.org/officeDocument/2006/relationships/slide" Target="/ppt/slides/slide44.xml" Id="R9283d282dbd8429e" /><Relationship Type="http://schemas.openxmlformats.org/officeDocument/2006/relationships/slide" Target="/ppt/slides/slide45.xml" Id="Rc340facfa09e4446" /><Relationship Type="http://schemas.openxmlformats.org/officeDocument/2006/relationships/slide" Target="/ppt/slides/slide46.xml" Id="R89467d9bcd4b47c5" /><Relationship Type="http://schemas.openxmlformats.org/officeDocument/2006/relationships/slide" Target="/ppt/slides/slide47.xml" Id="Rf9e26bb719a84441" /><Relationship Type="http://schemas.openxmlformats.org/officeDocument/2006/relationships/slide" Target="/ppt/slides/slide48.xml" Id="R99a1849a93fd4147" /><Relationship Type="http://schemas.openxmlformats.org/officeDocument/2006/relationships/slide" Target="/ppt/slides/slide49.xml" Id="R026ebf26ccc44cb1" /><Relationship Type="http://schemas.openxmlformats.org/officeDocument/2006/relationships/slide" Target="/ppt/slides/slide50.xml" Id="R1cbc38e23c7f40cb" /><Relationship Type="http://schemas.openxmlformats.org/officeDocument/2006/relationships/slide" Target="/ppt/slides/slide51.xml" Id="R6a2b00cd2e6f4dbd" /><Relationship Type="http://schemas.openxmlformats.org/officeDocument/2006/relationships/slide" Target="/ppt/slides/slide52.xml" Id="R052fdf93b62f4597" /><Relationship Type="http://schemas.openxmlformats.org/officeDocument/2006/relationships/slide" Target="/ppt/slides/slide53.xml" Id="R0204361deb19413d" /><Relationship Type="http://schemas.openxmlformats.org/officeDocument/2006/relationships/slide" Target="/ppt/slides/slide54.xml" Id="R271718991e4e4455" /><Relationship Type="http://schemas.openxmlformats.org/officeDocument/2006/relationships/slide" Target="/ppt/slides/slide55.xml" Id="R48b6c8ca79614a56" /><Relationship Type="http://schemas.openxmlformats.org/officeDocument/2006/relationships/slide" Target="/ppt/slides/slide56.xml" Id="R3ff351c4cb534f01" /><Relationship Type="http://schemas.openxmlformats.org/officeDocument/2006/relationships/slide" Target="/ppt/slides/slide57.xml" Id="Re63a223be5884424" /><Relationship Type="http://schemas.openxmlformats.org/officeDocument/2006/relationships/slide" Target="/ppt/slides/slide58.xml" Id="Reba96e9a88be455d" /><Relationship Type="http://schemas.openxmlformats.org/officeDocument/2006/relationships/slide" Target="/ppt/slides/slide59.xml" Id="Rf377a4cf1cb54b3f" /><Relationship Type="http://schemas.openxmlformats.org/officeDocument/2006/relationships/slide" Target="/ppt/slides/slide60.xml" Id="Rf37886f102294395" /><Relationship Type="http://schemas.openxmlformats.org/officeDocument/2006/relationships/slide" Target="/ppt/slides/slide61.xml" Id="Refe12b98bc344e82" /><Relationship Type="http://schemas.openxmlformats.org/officeDocument/2006/relationships/slide" Target="/ppt/slides/slide63.xml" Id="R83765a6b94364c73" /><Relationship Type="http://schemas.openxmlformats.org/officeDocument/2006/relationships/slide" Target="/ppt/slides/slide64.xml" Id="Red1b936c7f404f93" /><Relationship Type="http://schemas.openxmlformats.org/officeDocument/2006/relationships/slide" Target="/ppt/slides/slide65.xml" Id="Rd848cd98d8214460" /><Relationship Type="http://schemas.openxmlformats.org/officeDocument/2006/relationships/slide" Target="/ppt/slides/slide66.xml" Id="R16897865d026430c" /><Relationship Type="http://schemas.openxmlformats.org/officeDocument/2006/relationships/slide" Target="/ppt/slides/slide67.xml" Id="R1cb5ff3b1c154ceb" /><Relationship Type="http://schemas.openxmlformats.org/officeDocument/2006/relationships/slide" Target="/ppt/slides/slide68.xml" Id="R5122bea93fc4414a" /><Relationship Type="http://schemas.openxmlformats.org/officeDocument/2006/relationships/slide" Target="/ppt/slides/slide69.xml" Id="R0da372f113904fa8" /><Relationship Type="http://schemas.openxmlformats.org/officeDocument/2006/relationships/slide" Target="/ppt/slides/slide70.xml" Id="Rda00ba0dceed420d" /><Relationship Type="http://schemas.openxmlformats.org/officeDocument/2006/relationships/slide" Target="/ppt/slides/slide71.xml" Id="Rc94c9beb05a94f48" /><Relationship Type="http://schemas.openxmlformats.org/officeDocument/2006/relationships/slide" Target="/ppt/slides/slide72.xml" Id="Rfa2c262570c94914" /><Relationship Type="http://schemas.openxmlformats.org/officeDocument/2006/relationships/slide" Target="/ppt/slides/slide73.xml" Id="Rae833b7f92bf4d25" /><Relationship Type="http://schemas.openxmlformats.org/officeDocument/2006/relationships/slide" Target="/ppt/slides/slide74.xml" Id="Re6b65d81949a4615" /><Relationship Type="http://schemas.openxmlformats.org/officeDocument/2006/relationships/slide" Target="/ppt/slides/slide75.xml" Id="R6572106f69894766" /><Relationship Type="http://schemas.openxmlformats.org/officeDocument/2006/relationships/slide" Target="/ppt/slides/slide76.xml" Id="R442a27206b684557" /><Relationship Type="http://schemas.openxmlformats.org/officeDocument/2006/relationships/slide" Target="/ppt/slides/slide77.xml" Id="Rdd88bdd4945c449c" /><Relationship Type="http://schemas.openxmlformats.org/officeDocument/2006/relationships/slide" Target="/ppt/slides/slide78.xml" Id="R8611a3be64104697" /><Relationship Type="http://schemas.openxmlformats.org/officeDocument/2006/relationships/slide" Target="/ppt/slides/slide79.xml" Id="Re2bc34eca57549b9" /><Relationship Type="http://schemas.openxmlformats.org/officeDocument/2006/relationships/slide" Target="/ppt/slides/slide80.xml" Id="Rc730d4e6522441a0" /><Relationship Type="http://schemas.openxmlformats.org/officeDocument/2006/relationships/slide" Target="/ppt/slides/slide81.xml" Id="Rf363b9788bca4bb7" /><Relationship Type="http://schemas.openxmlformats.org/officeDocument/2006/relationships/slide" Target="/ppt/slides/slide82.xml" Id="R99d0541f0b0f4b46" /><Relationship Type="http://schemas.openxmlformats.org/officeDocument/2006/relationships/slide" Target="/ppt/slides/slide83.xml" Id="Rcdd45b9b57844da3" /><Relationship Type="http://schemas.openxmlformats.org/officeDocument/2006/relationships/slide" Target="/ppt/slides/slide84.xml" Id="R842ffcc221a94ce3" /><Relationship Type="http://schemas.openxmlformats.org/officeDocument/2006/relationships/slide" Target="/ppt/slides/slide85.xml" Id="R359c247681d246a7" /><Relationship Type="http://schemas.openxmlformats.org/officeDocument/2006/relationships/slide" Target="/ppt/slides/slide86.xml" Id="R67fd3eb8cfce472d" /><Relationship Type="http://schemas.openxmlformats.org/officeDocument/2006/relationships/slide" Target="/ppt/slides/slide87.xml" Id="R20d7d31ca39d41b2" /><Relationship Type="http://schemas.openxmlformats.org/officeDocument/2006/relationships/slide" Target="/ppt/slides/slide88.xml" Id="Re013485f5ba04754" /><Relationship Type="http://schemas.openxmlformats.org/officeDocument/2006/relationships/slide" Target="/ppt/slides/slide89.xml" Id="Re4ed9eabe41e4925" /><Relationship Type="http://schemas.openxmlformats.org/officeDocument/2006/relationships/slide" Target="/ppt/slides/slide90.xml" Id="R8a1a22c0055e4fb6" /><Relationship Type="http://schemas.openxmlformats.org/officeDocument/2006/relationships/slide" Target="/ppt/slides/slide91.xml" Id="R32fe5d9f9c5243d5" /><Relationship Type="http://schemas.openxmlformats.org/officeDocument/2006/relationships/slide" Target="/ppt/slides/slide92.xml" Id="R65f5bb664bdf41e6" /><Relationship Type="http://schemas.openxmlformats.org/officeDocument/2006/relationships/slide" Target="/ppt/slides/slide93.xml" Id="R394fd557df9a417e" /><Relationship Type="http://schemas.openxmlformats.org/officeDocument/2006/relationships/slide" Target="/ppt/slides/slide94.xml" Id="Re13af011b9404d23" /><Relationship Type="http://schemas.openxmlformats.org/officeDocument/2006/relationships/slide" Target="/ppt/slides/slide95.xml" Id="Rf6806c6cb850498d" /><Relationship Type="http://schemas.openxmlformats.org/officeDocument/2006/relationships/slide" Target="/ppt/slides/slide96.xml" Id="R7796bd93e02341c5" /><Relationship Type="http://schemas.openxmlformats.org/officeDocument/2006/relationships/slide" Target="/ppt/slides/slide97.xml" Id="Rb970b5bb72fe4fee" /><Relationship Type="http://schemas.openxmlformats.org/officeDocument/2006/relationships/slide" Target="/ppt/slides/slide98.xml" Id="R2a7bb38ca42b41a8" /><Relationship Type="http://schemas.openxmlformats.org/officeDocument/2006/relationships/slide" Target="/ppt/slides/slide99.xml" Id="Ree61c481b77a4c7a" /><Relationship Type="http://schemas.openxmlformats.org/officeDocument/2006/relationships/slide" Target="/ppt/slides/slide100.xml" Id="Rd02aa0b84dc140f0" /><Relationship Type="http://schemas.openxmlformats.org/officeDocument/2006/relationships/slide" Target="/ppt/slides/slide101.xml" Id="Rce9a590360cf484c" /><Relationship Type="http://schemas.openxmlformats.org/officeDocument/2006/relationships/slide" Target="/ppt/slides/slide102.xml" Id="R6f28dae22c1042e2" /><Relationship Type="http://schemas.openxmlformats.org/officeDocument/2006/relationships/slide" Target="/ppt/slides/slide103.xml" Id="R55864a6afa7d458e" /><Relationship Type="http://schemas.openxmlformats.org/officeDocument/2006/relationships/slide" Target="/ppt/slides/slide104.xml" Id="Raf221285c48d417f" /><Relationship Type="http://schemas.openxmlformats.org/officeDocument/2006/relationships/slide" Target="/ppt/slides/slide105.xml" Id="R19c690b938c4460b" /><Relationship Type="http://schemas.openxmlformats.org/officeDocument/2006/relationships/slide" Target="/ppt/slides/slide106.xml" Id="R05153adb8fb44fbf" /><Relationship Type="http://schemas.openxmlformats.org/officeDocument/2006/relationships/slide" Target="/ppt/slides/slide107.xml" Id="R04f4efdbf0ad4fba" /><Relationship Type="http://schemas.openxmlformats.org/officeDocument/2006/relationships/slide" Target="/ppt/slides/slide108.xml" Id="Rf01cbde78e614f9e" /><Relationship Type="http://schemas.openxmlformats.org/officeDocument/2006/relationships/slide" Target="/ppt/slides/slide109.xml" Id="Ree942a7e61a7419e" /><Relationship Type="http://schemas.openxmlformats.org/officeDocument/2006/relationships/slide" Target="/ppt/slides/slide110.xml" Id="R2bf1b7ad1ebe4f08" /><Relationship Type="http://schemas.openxmlformats.org/officeDocument/2006/relationships/slide" Target="/ppt/slides/slide111.xml" Id="R9507627b0fea4543" /><Relationship Type="http://schemas.openxmlformats.org/officeDocument/2006/relationships/slide" Target="/ppt/slides/slide112.xml" Id="R4abace65dee94b6f" /><Relationship Type="http://schemas.openxmlformats.org/officeDocument/2006/relationships/slide" Target="/ppt/slides/slide113.xml" Id="Ra94a723866204af3" /><Relationship Type="http://schemas.openxmlformats.org/officeDocument/2006/relationships/slide" Target="/ppt/slides/slide114.xml" Id="Rfd619e8542ad4a1c" /><Relationship Type="http://schemas.openxmlformats.org/officeDocument/2006/relationships/slide" Target="/ppt/slides/slide115.xml" Id="R00a95921822b4d96" /><Relationship Type="http://schemas.openxmlformats.org/officeDocument/2006/relationships/slide" Target="/ppt/slides/slide116.xml" Id="R971be3370ffd4f80" /><Relationship Type="http://schemas.openxmlformats.org/officeDocument/2006/relationships/slide" Target="/ppt/slides/slide117.xml" Id="R8792f9de34de49b8" /><Relationship Type="http://schemas.openxmlformats.org/officeDocument/2006/relationships/slide" Target="/ppt/slides/slide118.xml" Id="Rf70ff64922a84794" /><Relationship Type="http://schemas.openxmlformats.org/officeDocument/2006/relationships/slide" Target="/ppt/slides/slide120.xml" Id="Ref5d4a58551b4156" /><Relationship Type="http://schemas.openxmlformats.org/officeDocument/2006/relationships/slide" Target="/ppt/slides/slide121.xml" Id="R87381faa395a40f1" /><Relationship Type="http://schemas.openxmlformats.org/officeDocument/2006/relationships/slide" Target="/ppt/slides/slide122.xml" Id="R53622f8ddbd74119" /><Relationship Type="http://schemas.openxmlformats.org/officeDocument/2006/relationships/slide" Target="/ppt/slides/slide123.xml" Id="Rb5ec4ffcc5064830" /><Relationship Type="http://schemas.openxmlformats.org/officeDocument/2006/relationships/slide" Target="/ppt/slides/slide124.xml" Id="R4c256263b6c24f69" /><Relationship Type="http://schemas.openxmlformats.org/officeDocument/2006/relationships/slide" Target="/ppt/slides/slide125.xml" Id="Rc3991d67b0c74ad7" /><Relationship Type="http://schemas.openxmlformats.org/officeDocument/2006/relationships/slide" Target="/ppt/slides/slide126.xml" Id="Rc26ad8f1fb714969" /><Relationship Type="http://schemas.openxmlformats.org/officeDocument/2006/relationships/slide" Target="/ppt/slides/slide127.xml" Id="Re491d28fef434a82" /><Relationship Type="http://schemas.openxmlformats.org/officeDocument/2006/relationships/slide" Target="/ppt/slides/slide128.xml" Id="Rc5282c279fd44132" /><Relationship Type="http://schemas.openxmlformats.org/officeDocument/2006/relationships/slide" Target="/ppt/slides/slide129.xml" Id="Raf02087019af4e60" /><Relationship Type="http://schemas.openxmlformats.org/officeDocument/2006/relationships/slide" Target="/ppt/slides/slide130.xml" Id="Rdfed820d7c5043c7" /><Relationship Type="http://schemas.openxmlformats.org/officeDocument/2006/relationships/slide" Target="/ppt/slides/slide131.xml" Id="R8b21c983322f4d0a" /><Relationship Type="http://schemas.openxmlformats.org/officeDocument/2006/relationships/slide" Target="/ppt/slides/slide132.xml" Id="Rf469b89b0e0b4968" /><Relationship Type="http://schemas.openxmlformats.org/officeDocument/2006/relationships/slide" Target="/ppt/slides/slide133.xml" Id="R6162c7831867488a" /><Relationship Type="http://schemas.openxmlformats.org/officeDocument/2006/relationships/slide" Target="/ppt/slides/slide216.xml" Id="Rb4aac9ad477c463d" /><Relationship Type="http://schemas.openxmlformats.org/officeDocument/2006/relationships/slide" Target="/ppt/slides/slide217.xml" Id="R7b8922a2728d4c19" /><Relationship Type="http://schemas.openxmlformats.org/officeDocument/2006/relationships/slide" Target="/ppt/slides/slide218.xml" Id="R05a604c003c4409e" /><Relationship Type="http://schemas.openxmlformats.org/officeDocument/2006/relationships/slide" Target="/ppt/slides/slide220.xml" Id="R983afab66a3c4cbd" /><Relationship Type="http://schemas.openxmlformats.org/officeDocument/2006/relationships/slide" Target="/ppt/slides/slide221.xml" Id="R0e5e153be8344cb5" /><Relationship Type="http://schemas.openxmlformats.org/officeDocument/2006/relationships/slide" Target="/ppt/slides/slide222.xml" Id="Rde0b47deb44c4d1e" /><Relationship Type="http://schemas.openxmlformats.org/officeDocument/2006/relationships/slide" Target="/ppt/slides/slide223.xml" Id="R2570ded316c94f0b" /><Relationship Type="http://schemas.openxmlformats.org/officeDocument/2006/relationships/slide" Target="/ppt/slides/slide224.xml" Id="R0ff3db40a8be4cc8" /><Relationship Type="http://schemas.openxmlformats.org/officeDocument/2006/relationships/slide" Target="/ppt/slides/slide225.xml" Id="R754430891db44809" /><Relationship Type="http://schemas.openxmlformats.org/officeDocument/2006/relationships/slide" Target="/ppt/slides/slide226.xml" Id="Rba8f455b62234054" /><Relationship Type="http://schemas.openxmlformats.org/officeDocument/2006/relationships/slide" Target="/ppt/slides/slide227.xml" Id="R1adfd22ec18f419c" /><Relationship Type="http://schemas.openxmlformats.org/officeDocument/2006/relationships/slide" Target="/ppt/slides/slide228.xml" Id="Rd81d1dbe44db488a" /><Relationship Type="http://schemas.openxmlformats.org/officeDocument/2006/relationships/slide" Target="/ppt/slides/slide229.xml" Id="R1fdad9f71c8a4adf" /><Relationship Type="http://schemas.openxmlformats.org/officeDocument/2006/relationships/slide" Target="/ppt/slides/slide230.xml" Id="R507a21e512134979" /><Relationship Type="http://schemas.openxmlformats.org/officeDocument/2006/relationships/slide" Target="/ppt/slides/slide231.xml" Id="R58dd0493934f4ba9" /><Relationship Type="http://schemas.openxmlformats.org/officeDocument/2006/relationships/slide" Target="/ppt/slides/slide232.xml" Id="R6bcd03244e0d4040" /><Relationship Type="http://schemas.openxmlformats.org/officeDocument/2006/relationships/slide" Target="/ppt/slides/slide233.xml" Id="R120afaf4658d4d23" /><Relationship Type="http://schemas.openxmlformats.org/officeDocument/2006/relationships/slide" Target="/ppt/slides/slide234.xml" Id="R6641f114806a4a2e" /><Relationship Type="http://schemas.openxmlformats.org/officeDocument/2006/relationships/slide" Target="/ppt/slides/slide235.xml" Id="R6fa8a1530b0f4062" /><Relationship Type="http://schemas.openxmlformats.org/officeDocument/2006/relationships/slide" Target="/ppt/slides/slide236.xml" Id="R32b3556272464236" /><Relationship Type="http://schemas.openxmlformats.org/officeDocument/2006/relationships/slide" Target="/ppt/slides/slide237.xml" Id="Rd2c7a2faf767469f" /><Relationship Type="http://schemas.openxmlformats.org/officeDocument/2006/relationships/slide" Target="/ppt/slides/slide238.xml" Id="Refce47b81f7f4407" /><Relationship Type="http://schemas.openxmlformats.org/officeDocument/2006/relationships/slide" Target="/ppt/slides/slide239.xml" Id="R4696c41e816a437c" /><Relationship Type="http://schemas.openxmlformats.org/officeDocument/2006/relationships/slide" Target="/ppt/slides/slide240.xml" Id="Rf5d11c3a496e44a8" /><Relationship Type="http://schemas.openxmlformats.org/officeDocument/2006/relationships/slide" Target="/ppt/slides/slide241.xml" Id="Rf63c127eeea54783" /><Relationship Type="http://schemas.openxmlformats.org/officeDocument/2006/relationships/slide" Target="/ppt/slides/slide242.xml" Id="R7a992c06b4c84cb8" /><Relationship Type="http://schemas.openxmlformats.org/officeDocument/2006/relationships/slide" Target="/ppt/slides/slide243.xml" Id="R3b348d9e1bcb452d" /><Relationship Type="http://schemas.openxmlformats.org/officeDocument/2006/relationships/slide" Target="/ppt/slides/slide245.xml" Id="R7b4579708f3d45a5" /><Relationship Type="http://schemas.openxmlformats.org/officeDocument/2006/relationships/slide" Target="/ppt/slides/slide246.xml" Id="R19c1539b98a744c1" /><Relationship Type="http://schemas.openxmlformats.org/officeDocument/2006/relationships/slide" Target="/ppt/slides/slide247.xml" Id="R46f2422d67e24633" /><Relationship Type="http://schemas.openxmlformats.org/officeDocument/2006/relationships/slide" Target="/ppt/slides/slide248.xml" Id="R9a29dfb2c0cd4339" /><Relationship Type="http://schemas.openxmlformats.org/officeDocument/2006/relationships/slide" Target="/ppt/slides/slide249.xml" Id="R6847962007824d39" /><Relationship Type="http://schemas.openxmlformats.org/officeDocument/2006/relationships/slide" Target="/ppt/slides/slide250.xml" Id="R7dbb88c6aa4b441e" /><Relationship Type="http://schemas.openxmlformats.org/officeDocument/2006/relationships/slide" Target="/ppt/slides/slide251.xml" Id="R92aa4d8da0094cad" /><Relationship Type="http://schemas.openxmlformats.org/officeDocument/2006/relationships/slide" Target="/ppt/slides/slide252.xml" Id="R288668d69e344cb0" /><Relationship Type="http://schemas.openxmlformats.org/officeDocument/2006/relationships/slide" Target="/ppt/slides/slide253.xml" Id="Rc69333b1ef6f4942" /><Relationship Type="http://schemas.openxmlformats.org/officeDocument/2006/relationships/slide" Target="/ppt/slides/slide254.xml" Id="R4b6bac96238443d1" /><Relationship Type="http://schemas.openxmlformats.org/officeDocument/2006/relationships/slide" Target="/ppt/slides/slide255.xml" Id="Rae6bda88ace7446d" /><Relationship Type="http://schemas.openxmlformats.org/officeDocument/2006/relationships/slide" Target="/ppt/slides/slide256.xml" Id="R03eeac2e0af74dd2" /><Relationship Type="http://schemas.openxmlformats.org/officeDocument/2006/relationships/slide" Target="/ppt/slides/slide257.xml" Id="R938b5c18a47b4bff" /><Relationship Type="http://schemas.openxmlformats.org/officeDocument/2006/relationships/slide" Target="/ppt/slides/slide258.xml" Id="R2d19ddf2cbe2469a" /><Relationship Type="http://schemas.openxmlformats.org/officeDocument/2006/relationships/slide" Target="/ppt/slides/slide259.xml" Id="R889893efcf974df6" /><Relationship Type="http://schemas.openxmlformats.org/officeDocument/2006/relationships/slide" Target="/ppt/slides/slide260.xml" Id="R0c2076d3187d436c" /><Relationship Type="http://schemas.openxmlformats.org/officeDocument/2006/relationships/slide" Target="/ppt/slides/slide261.xml" Id="Re8c25e15706e4d2e" /><Relationship Type="http://schemas.openxmlformats.org/officeDocument/2006/relationships/slide" Target="/ppt/slides/slide262.xml" Id="R26848c506cee4d94" /><Relationship Type="http://schemas.openxmlformats.org/officeDocument/2006/relationships/slide" Target="/ppt/slides/slide263.xml" Id="R8a56b1ec7d864b88" /><Relationship Type="http://schemas.openxmlformats.org/officeDocument/2006/relationships/slide" Target="/ppt/slides/slide264.xml" Id="R0117c88212324e92" /><Relationship Type="http://schemas.openxmlformats.org/officeDocument/2006/relationships/slide" Target="/ppt/slides/slide265.xml" Id="Rd9c139f66fe84eb2" /><Relationship Type="http://schemas.openxmlformats.org/officeDocument/2006/relationships/slide" Target="/ppt/slides/slide266.xml" Id="R3fbf193124c74099" /><Relationship Type="http://schemas.openxmlformats.org/officeDocument/2006/relationships/slide" Target="/ppt/slides/slide267.xml" Id="R922e084261db4248" /><Relationship Type="http://schemas.openxmlformats.org/officeDocument/2006/relationships/slide" Target="/ppt/slides/slide268.xml" Id="R361d23c424254b45" /><Relationship Type="http://schemas.openxmlformats.org/officeDocument/2006/relationships/slide" Target="/ppt/slides/slide269.xml" Id="R7f82aa6f1bf94fba" /><Relationship Type="http://schemas.openxmlformats.org/officeDocument/2006/relationships/slide" Target="/ppt/slides/slide270.xml" Id="Rd7ea774d483146ac" /><Relationship Type="http://schemas.openxmlformats.org/officeDocument/2006/relationships/slide" Target="/ppt/slides/slide271.xml" Id="R68ca01a9534646ee" /><Relationship Type="http://schemas.openxmlformats.org/officeDocument/2006/relationships/slide" Target="/ppt/slides/slide272.xml" Id="Rc8b3613554824467" /><Relationship Type="http://schemas.openxmlformats.org/officeDocument/2006/relationships/slide" Target="/ppt/slides/slide273.xml" Id="R7fcf20015b7c4e8d" /><Relationship Type="http://schemas.openxmlformats.org/officeDocument/2006/relationships/slide" Target="/ppt/slides/slide274.xml" Id="Ra14c1c546491449c" /><Relationship Type="http://schemas.openxmlformats.org/officeDocument/2006/relationships/slide" Target="/ppt/slides/slide275.xml" Id="Rcc5afa6f55354190" /><Relationship Type="http://schemas.openxmlformats.org/officeDocument/2006/relationships/slide" Target="/ppt/slides/slide276.xml" Id="R4eb2164863f944b3" /><Relationship Type="http://schemas.openxmlformats.org/officeDocument/2006/relationships/slide" Target="/ppt/slides/slide277.xml" Id="R2cc626268328483d" /><Relationship Type="http://schemas.openxmlformats.org/officeDocument/2006/relationships/slide" Target="/ppt/slides/slide278.xml" Id="R424d45d1472a4a4b" /><Relationship Type="http://schemas.openxmlformats.org/officeDocument/2006/relationships/slide" Target="/ppt/slides/slide279.xml" Id="Ra0be793f87c84fae" /><Relationship Type="http://schemas.openxmlformats.org/officeDocument/2006/relationships/slide" Target="/ppt/slides/slide280.xml" Id="R68ea39ba46254ef5" /><Relationship Type="http://schemas.openxmlformats.org/officeDocument/2006/relationships/slide" Target="/ppt/slides/slide281.xml" Id="Ra915bd9637314c95" /><Relationship Type="http://schemas.openxmlformats.org/officeDocument/2006/relationships/slide" Target="/ppt/slides/slide282.xml" Id="R3fd10352e82545e3" /><Relationship Type="http://schemas.openxmlformats.org/officeDocument/2006/relationships/slide" Target="/ppt/slides/slide283.xml" Id="Re25e57286f60441e" /><Relationship Type="http://schemas.openxmlformats.org/officeDocument/2006/relationships/slide" Target="/ppt/slides/slide284.xml" Id="R0977387e8c674cb3" /><Relationship Type="http://schemas.openxmlformats.org/officeDocument/2006/relationships/slide" Target="/ppt/slides/slide285.xml" Id="Rd5d132c89d2f4188" /><Relationship Type="http://schemas.openxmlformats.org/officeDocument/2006/relationships/slide" Target="/ppt/slides/slide286.xml" Id="Rf0fbf2044dd94a69" /><Relationship Type="http://schemas.openxmlformats.org/officeDocument/2006/relationships/slide" Target="/ppt/slides/slide287.xml" Id="Ra2d45dd88bef4e70" /><Relationship Type="http://schemas.openxmlformats.org/officeDocument/2006/relationships/slide" Target="/ppt/slides/slide288.xml" Id="Rb93389d6c2e84071" /><Relationship Type="http://schemas.openxmlformats.org/officeDocument/2006/relationships/slide" Target="/ppt/slides/slide289.xml" Id="Rf49918cba2d7485a" /><Relationship Type="http://schemas.openxmlformats.org/officeDocument/2006/relationships/slide" Target="/ppt/slides/slide290.xml" Id="R692fcdebd2f14435" /><Relationship Type="http://schemas.openxmlformats.org/officeDocument/2006/relationships/slide" Target="/ppt/slides/slide291.xml" Id="Rbae30551f8914ff0" /><Relationship Type="http://schemas.openxmlformats.org/officeDocument/2006/relationships/slide" Target="/ppt/slides/slide292.xml" Id="Rbb9e975c8c32417a" /><Relationship Type="http://schemas.openxmlformats.org/officeDocument/2006/relationships/slide" Target="/ppt/slides/slide293.xml" Id="R01ca4f0952ee4ff3" /><Relationship Type="http://schemas.openxmlformats.org/officeDocument/2006/relationships/slide" Target="/ppt/slides/slide294.xml" Id="R66d246f06eeb4f1a" /><Relationship Type="http://schemas.openxmlformats.org/officeDocument/2006/relationships/slide" Target="/ppt/slides/slide295.xml" Id="R844ee082cdd340ed" /><Relationship Type="http://schemas.openxmlformats.org/officeDocument/2006/relationships/slide" Target="/ppt/slides/slide296.xml" Id="Rd98dec23d0ba4ba5" /><Relationship Type="http://schemas.openxmlformats.org/officeDocument/2006/relationships/slide" Target="/ppt/slides/slide297.xml" Id="R8d7e995c1fa84770" /><Relationship Type="http://schemas.openxmlformats.org/officeDocument/2006/relationships/slide" Target="/ppt/slides/slide298.xml" Id="R471a8e57e52148f2" /><Relationship Type="http://schemas.openxmlformats.org/officeDocument/2006/relationships/slide" Target="/ppt/slides/slide299.xml" Id="R9961c43a86de4f6a" /><Relationship Type="http://schemas.openxmlformats.org/officeDocument/2006/relationships/slide" Target="/ppt/slides/slide300.xml" Id="Rbc30205bad284b8e" /><Relationship Type="http://schemas.openxmlformats.org/officeDocument/2006/relationships/slide" Target="/ppt/slides/slide301.xml" Id="R7a5c0648ab6347c1" /><Relationship Type="http://schemas.openxmlformats.org/officeDocument/2006/relationships/slide" Target="/ppt/slides/slide302.xml" Id="Rd982a58b9918453f" /><Relationship Type="http://schemas.openxmlformats.org/officeDocument/2006/relationships/slide" Target="/ppt/slides/slide303.xml" Id="Re2b6f41f99fb430f" /><Relationship Type="http://schemas.openxmlformats.org/officeDocument/2006/relationships/slide" Target="/ppt/slides/slide304.xml" Id="Rf26e6fe236884246" /><Relationship Type="http://schemas.openxmlformats.org/officeDocument/2006/relationships/slide" Target="/ppt/slides/slide305.xml" Id="R4d367accf24645d8" /><Relationship Type="http://schemas.openxmlformats.org/officeDocument/2006/relationships/slide" Target="/ppt/slides/slide306.xml" Id="R4d8b94807a7d4115" /><Relationship Type="http://schemas.openxmlformats.org/officeDocument/2006/relationships/slide" Target="/ppt/slides/slide307.xml" Id="Rfa4f6a726e684d25" /><Relationship Type="http://schemas.openxmlformats.org/officeDocument/2006/relationships/slide" Target="/ppt/slides/slide308.xml" Id="Re76ac2a392e84630" /><Relationship Type="http://schemas.openxmlformats.org/officeDocument/2006/relationships/slide" Target="/ppt/slides/slide310.xml" Id="R96c56e7d7d934f25" /><Relationship Type="http://schemas.openxmlformats.org/officeDocument/2006/relationships/slide" Target="/ppt/slides/slide311.xml" Id="R477c22a97345487e" /><Relationship Type="http://schemas.openxmlformats.org/officeDocument/2006/relationships/slide" Target="/ppt/slides/slide312.xml" Id="Rad9ac0d741a646b6" /><Relationship Type="http://schemas.openxmlformats.org/officeDocument/2006/relationships/slide" Target="/ppt/slides/slide313.xml" Id="Rb4c6837ce36a4239" /><Relationship Type="http://schemas.openxmlformats.org/officeDocument/2006/relationships/slide" Target="/ppt/slides/slide314.xml" Id="R1777b21f3d024fd0" /><Relationship Type="http://schemas.openxmlformats.org/officeDocument/2006/relationships/slide" Target="/ppt/slides/slide315.xml" Id="Re4c97019564143cf" /><Relationship Type="http://schemas.openxmlformats.org/officeDocument/2006/relationships/slide" Target="/ppt/slides/slide316.xml" Id="R13cb2d8dd73240be" /><Relationship Type="http://schemas.openxmlformats.org/officeDocument/2006/relationships/slide" Target="/ppt/slides/slide317.xml" Id="R274c9e49c08d490c" /><Relationship Type="http://schemas.openxmlformats.org/officeDocument/2006/relationships/slide" Target="/ppt/slides/slide318.xml" Id="Ra24dc4f6380d483c" /><Relationship Type="http://schemas.openxmlformats.org/officeDocument/2006/relationships/slide" Target="/ppt/slides/slide319.xml" Id="R31eb8f8b3c2143bf" /><Relationship Type="http://schemas.openxmlformats.org/officeDocument/2006/relationships/slide" Target="/ppt/slides/slide320.xml" Id="Rc4352d143f724a10" /><Relationship Type="http://schemas.openxmlformats.org/officeDocument/2006/relationships/slide" Target="/ppt/slides/slide321.xml" Id="R1e9bee20cbbe46bc" /><Relationship Type="http://schemas.openxmlformats.org/officeDocument/2006/relationships/slide" Target="/ppt/slides/slide322.xml" Id="Rd858e72ee302457d" /><Relationship Type="http://schemas.openxmlformats.org/officeDocument/2006/relationships/slide" Target="/ppt/slides/slide323.xml" Id="R932b1e8b4ee2447e" /><Relationship Type="http://schemas.openxmlformats.org/officeDocument/2006/relationships/slide" Target="/ppt/slides/slide324.xml" Id="Rfb74e8a708d6499a" /><Relationship Type="http://schemas.openxmlformats.org/officeDocument/2006/relationships/slide" Target="/ppt/slides/slide325.xml" Id="R7752f5467164467d" /><Relationship Type="http://schemas.openxmlformats.org/officeDocument/2006/relationships/slide" Target="/ppt/slides/slide326.xml" Id="Rf9e87b5972644453" /><Relationship Type="http://schemas.openxmlformats.org/officeDocument/2006/relationships/slide" Target="/ppt/slides/slide327.xml" Id="R4d6ab55dac0147c6" /><Relationship Type="http://schemas.openxmlformats.org/officeDocument/2006/relationships/slide" Target="/ppt/slides/slide328.xml" Id="R18a3336ba7894288" /><Relationship Type="http://schemas.openxmlformats.org/officeDocument/2006/relationships/slide" Target="/ppt/slides/slide329.xml" Id="R6d3272d60c004152" /><Relationship Type="http://schemas.openxmlformats.org/officeDocument/2006/relationships/slide" Target="/ppt/slides/slide330.xml" Id="Ra2e0e02c3d934d39" /><Relationship Type="http://schemas.openxmlformats.org/officeDocument/2006/relationships/slide" Target="/ppt/slides/slide331.xml" Id="Rf8203622b56d4e19" /><Relationship Type="http://schemas.openxmlformats.org/officeDocument/2006/relationships/slide" Target="/ppt/slides/slide332.xml" Id="R4991ae10dbfa43fc" /><Relationship Type="http://schemas.openxmlformats.org/officeDocument/2006/relationships/slide" Target="/ppt/slides/slide333.xml" Id="R801a991249714db3" /><Relationship Type="http://schemas.openxmlformats.org/officeDocument/2006/relationships/slide" Target="/ppt/slides/slide334.xml" Id="Rc6746c4d177b491a" /><Relationship Type="http://schemas.openxmlformats.org/officeDocument/2006/relationships/slide" Target="/ppt/slides/slide561.xml" Id="R6800b74a6d244d69" /><Relationship Type="http://schemas.openxmlformats.org/officeDocument/2006/relationships/slide" Target="/ppt/slides/slide562.xml" Id="R46e9e6e87b6942d2" /><Relationship Type="http://schemas.openxmlformats.org/officeDocument/2006/relationships/slide" Target="/ppt/slides/slide563.xml" Id="R9c90d927a6734c6f" /><Relationship Type="http://schemas.openxmlformats.org/officeDocument/2006/relationships/slide" Target="/ppt/slides/slide565.xml" Id="R9421c2143ee44e51" /><Relationship Type="http://schemas.openxmlformats.org/officeDocument/2006/relationships/slide" Target="/ppt/slides/slide566.xml" Id="Rb183b1a05d184ebe" /><Relationship Type="http://schemas.openxmlformats.org/officeDocument/2006/relationships/slide" Target="/ppt/slides/slide567.xml" Id="Rf89aff16a1fb4526" /><Relationship Type="http://schemas.openxmlformats.org/officeDocument/2006/relationships/slide" Target="/ppt/slides/slide568.xml" Id="R41a09e81e9af4c4b" /><Relationship Type="http://schemas.openxmlformats.org/officeDocument/2006/relationships/slide" Target="/ppt/slides/slide569.xml" Id="R9512271234844f62" /><Relationship Type="http://schemas.openxmlformats.org/officeDocument/2006/relationships/slide" Target="/ppt/slides/slide570.xml" Id="R344314e20b534361" /><Relationship Type="http://schemas.openxmlformats.org/officeDocument/2006/relationships/slide" Target="/ppt/slides/slide571.xml" Id="Ra5e6f2bd3cf54837" /><Relationship Type="http://schemas.openxmlformats.org/officeDocument/2006/relationships/slide" Target="/ppt/slides/slide572.xml" Id="R050c6d4c1c7f4c44" /><Relationship Type="http://schemas.openxmlformats.org/officeDocument/2006/relationships/slide" Target="/ppt/slides/slide573.xml" Id="R306a003fa4934541" /><Relationship Type="http://schemas.openxmlformats.org/officeDocument/2006/relationships/slide" Target="/ppt/slides/slide574.xml" Id="R533e0fa55964419d" /><Relationship Type="http://schemas.openxmlformats.org/officeDocument/2006/relationships/slide" Target="/ppt/slides/slide575.xml" Id="Re6c26009b74e48d3" /><Relationship Type="http://schemas.openxmlformats.org/officeDocument/2006/relationships/slide" Target="/ppt/slides/slide576.xml" Id="R3124beebae99426f" /><Relationship Type="http://schemas.openxmlformats.org/officeDocument/2006/relationships/slide" Target="/ppt/slides/slide577.xml" Id="Rb0e54b79a0ac46d2" /><Relationship Type="http://schemas.openxmlformats.org/officeDocument/2006/relationships/slide" Target="/ppt/slides/slide578.xml" Id="R1b33703f03194897" /><Relationship Type="http://schemas.openxmlformats.org/officeDocument/2006/relationships/slide" Target="/ppt/slides/slide579.xml" Id="R6632856ccfa74cb3" /><Relationship Type="http://schemas.openxmlformats.org/officeDocument/2006/relationships/slide" Target="/ppt/slides/slide580.xml" Id="R8b26133756364672" /><Relationship Type="http://schemas.openxmlformats.org/officeDocument/2006/relationships/slide" Target="/ppt/slides/slide581.xml" Id="R645ce468ab184bef" /><Relationship Type="http://schemas.openxmlformats.org/officeDocument/2006/relationships/slide" Target="/ppt/slides/slide582.xml" Id="R141c315a4fab497e" /><Relationship Type="http://schemas.openxmlformats.org/officeDocument/2006/relationships/slide" Target="/ppt/slides/slide583.xml" Id="R2ac0a1b088c2406b" /><Relationship Type="http://schemas.openxmlformats.org/officeDocument/2006/relationships/slide" Target="/ppt/slides/slide584.xml" Id="Rb81db77509094277" /><Relationship Type="http://schemas.openxmlformats.org/officeDocument/2006/relationships/slide" Target="/ppt/slides/slide585.xml" Id="R30566c42899e459a" /><Relationship Type="http://schemas.openxmlformats.org/officeDocument/2006/relationships/slide" Target="/ppt/slides/slide586.xml" Id="Re4aff5cced2c4765" /><Relationship Type="http://schemas.openxmlformats.org/officeDocument/2006/relationships/slide" Target="/ppt/slides/slide587.xml" Id="Rf7f9e6ef231a4a1b" /><Relationship Type="http://schemas.openxmlformats.org/officeDocument/2006/relationships/slide" Target="/ppt/slides/slide588.xml" Id="Re16a9aad89b24bbd" /><Relationship Type="http://schemas.openxmlformats.org/officeDocument/2006/relationships/slide" Target="/ppt/slides/slide589.xml" Id="R4f11cfe2d91b4f64" /><Relationship Type="http://schemas.openxmlformats.org/officeDocument/2006/relationships/slide" Target="/ppt/slides/slide590.xml" Id="Raaa90e9eb9a646a5" /><Relationship Type="http://schemas.openxmlformats.org/officeDocument/2006/relationships/slide" Target="/ppt/slides/slide591.xml" Id="R27d153d4c50c4781" /><Relationship Type="http://schemas.openxmlformats.org/officeDocument/2006/relationships/slide" Target="/ppt/slides/slide592.xml" Id="Re1e0ef3ec6f647cd" /><Relationship Type="http://schemas.openxmlformats.org/officeDocument/2006/relationships/slide" Target="/ppt/slides/slide593.xml" Id="R30f91bd06c8e494f" /><Relationship Type="http://schemas.openxmlformats.org/officeDocument/2006/relationships/slide" Target="/ppt/slides/slide594.xml" Id="R65a4fcb1b36848f4" /><Relationship Type="http://schemas.openxmlformats.org/officeDocument/2006/relationships/slide" Target="/ppt/slides/slide595.xml" Id="R5bb2078ff6134d01" /><Relationship Type="http://schemas.openxmlformats.org/officeDocument/2006/relationships/slide" Target="/ppt/slides/slide596.xml" Id="R1f0afb12b7ef4c01" /><Relationship Type="http://schemas.openxmlformats.org/officeDocument/2006/relationships/slide" Target="/ppt/slides/slide597.xml" Id="R316666ad9ad34aa8" /><Relationship Type="http://schemas.openxmlformats.org/officeDocument/2006/relationships/slide" Target="/ppt/slides/slide598.xml" Id="Rd1efb0014bb04db2" /><Relationship Type="http://schemas.openxmlformats.org/officeDocument/2006/relationships/slide" Target="/ppt/slides/slide599.xml" Id="Re6d2ddc775aa4b0f" /><Relationship Type="http://schemas.openxmlformats.org/officeDocument/2006/relationships/slide" Target="/ppt/slides/slide600.xml" Id="R872fcc9fc6d74e15" /><Relationship Type="http://schemas.openxmlformats.org/officeDocument/2006/relationships/slide" Target="/ppt/slides/slide601.xml" Id="Re24416511f494de2" /><Relationship Type="http://schemas.openxmlformats.org/officeDocument/2006/relationships/slide" Target="/ppt/slides/slide602.xml" Id="Ra171128e4c634616" /><Relationship Type="http://schemas.openxmlformats.org/officeDocument/2006/relationships/slide" Target="/ppt/slides/slide603.xml" Id="R58517a65dafa4840" /><Relationship Type="http://schemas.openxmlformats.org/officeDocument/2006/relationships/slide" Target="/ppt/slides/slide604.xml" Id="Rdb1bc954e1ea44e7" /><Relationship Type="http://schemas.openxmlformats.org/officeDocument/2006/relationships/slide" Target="/ppt/slides/slide605.xml" Id="Reebf28d5923b4f1f" /><Relationship Type="http://schemas.openxmlformats.org/officeDocument/2006/relationships/slide" Target="/ppt/slides/slide606.xml" Id="R7248bab2f9ab4813" /><Relationship Type="http://schemas.openxmlformats.org/officeDocument/2006/relationships/slide" Target="/ppt/slides/slide607.xml" Id="Rde97bc1087254109" /><Relationship Type="http://schemas.openxmlformats.org/officeDocument/2006/relationships/slide" Target="/ppt/slides/slide608.xml" Id="R80e740378b1c4ce8" /><Relationship Type="http://schemas.openxmlformats.org/officeDocument/2006/relationships/slide" Target="/ppt/slides/slide609.xml" Id="Reb24df71aec74fcb" /><Relationship Type="http://schemas.openxmlformats.org/officeDocument/2006/relationships/slide" Target="/ppt/slides/slide610.xml" Id="R361936fa36004694" /><Relationship Type="http://schemas.openxmlformats.org/officeDocument/2006/relationships/slide" Target="/ppt/slides/slide611.xml" Id="Rfe7e592490174bff" /><Relationship Type="http://schemas.openxmlformats.org/officeDocument/2006/relationships/slide" Target="/ppt/slides/slide612.xml" Id="Rb8ffbc2449804412" /><Relationship Type="http://schemas.openxmlformats.org/officeDocument/2006/relationships/slide" Target="/ppt/slides/slide613.xml" Id="Rdc98e5b9fea149f2" /><Relationship Type="http://schemas.openxmlformats.org/officeDocument/2006/relationships/slide" Target="/ppt/slides/slide614.xml" Id="R1c256d1283844a9a" /><Relationship Type="http://schemas.openxmlformats.org/officeDocument/2006/relationships/slide" Target="/ppt/slides/slide615.xml" Id="Rf6c47fe023fd4a6f" /><Relationship Type="http://schemas.openxmlformats.org/officeDocument/2006/relationships/slide" Target="/ppt/slides/slide616.xml" Id="R9533618706204d4a" /><Relationship Type="http://schemas.openxmlformats.org/officeDocument/2006/relationships/slide" Target="/ppt/slides/slide617.xml" Id="R3ad24a4768a84709" /><Relationship Type="http://schemas.openxmlformats.org/officeDocument/2006/relationships/slide" Target="/ppt/slides/slide618.xml" Id="R72d4af6c3d9c4585" /><Relationship Type="http://schemas.openxmlformats.org/officeDocument/2006/relationships/slide" Target="/ppt/slides/slide619.xml" Id="Rf3d103bd7f504f5c" /><Relationship Type="http://schemas.openxmlformats.org/officeDocument/2006/relationships/slide" Target="/ppt/slides/slide621.xml" Id="R03c445d2d1cb4631" /><Relationship Type="http://schemas.openxmlformats.org/officeDocument/2006/relationships/slide" Target="/ppt/slides/slide622.xml" Id="R4b5a40a9066c493d" /><Relationship Type="http://schemas.openxmlformats.org/officeDocument/2006/relationships/slide" Target="/ppt/slides/slide623.xml" Id="R5e755d93d2e04c9f" /><Relationship Type="http://schemas.openxmlformats.org/officeDocument/2006/relationships/slide" Target="/ppt/slides/slide624.xml" Id="R3fb2d179ad3a45fb" /><Relationship Type="http://schemas.openxmlformats.org/officeDocument/2006/relationships/slide" Target="/ppt/slides/slide625.xml" Id="Rdf003b488f33431a" /><Relationship Type="http://schemas.openxmlformats.org/officeDocument/2006/relationships/slide" Target="/ppt/slides/slide626.xml" Id="R78cc1c8161ab48bc" /><Relationship Type="http://schemas.openxmlformats.org/officeDocument/2006/relationships/slide" Target="/ppt/slides/slide627.xml" Id="Rfb46c77fc18a416d" /><Relationship Type="http://schemas.openxmlformats.org/officeDocument/2006/relationships/slide" Target="/ppt/slides/slide628.xml" Id="R5cb475d6b4a74900" /><Relationship Type="http://schemas.openxmlformats.org/officeDocument/2006/relationships/slide" Target="/ppt/slides/slide629.xml" Id="Rd6e5a9ea95394c8e" /><Relationship Type="http://schemas.openxmlformats.org/officeDocument/2006/relationships/slide" Target="/ppt/slides/slide630.xml" Id="R8fea1bccb8024b8a" /><Relationship Type="http://schemas.openxmlformats.org/officeDocument/2006/relationships/slide" Target="/ppt/slides/slide631.xml" Id="R1a3c2d55f3174690" /><Relationship Type="http://schemas.openxmlformats.org/officeDocument/2006/relationships/slide" Target="/ppt/slides/slide632.xml" Id="Rbc0580684d9b43b7" /><Relationship Type="http://schemas.openxmlformats.org/officeDocument/2006/relationships/slide" Target="/ppt/slides/slide633.xml" Id="R8319b2ec58f1478b" /><Relationship Type="http://schemas.openxmlformats.org/officeDocument/2006/relationships/slide" Target="/ppt/slides/slide634.xml" Id="Rdba9d82fbc8d4e08" /><Relationship Type="http://schemas.openxmlformats.org/officeDocument/2006/relationships/slide" Target="/ppt/slides/slide635.xml" Id="Rd1fd75bc5af44912" /><Relationship Type="http://schemas.openxmlformats.org/officeDocument/2006/relationships/slide" Target="/ppt/slides/slide636.xml" Id="R654f8c66b1f74250" /><Relationship Type="http://schemas.openxmlformats.org/officeDocument/2006/relationships/slide" Target="/ppt/slides/slide637.xml" Id="R9b16b9f056164081" /><Relationship Type="http://schemas.openxmlformats.org/officeDocument/2006/relationships/slide" Target="/ppt/slides/slide638.xml" Id="R681c3fdbf2b54691" /><Relationship Type="http://schemas.openxmlformats.org/officeDocument/2006/relationships/slide" Target="/ppt/slides/slide639.xml" Id="Rda65cc5df10f4011" /><Relationship Type="http://schemas.openxmlformats.org/officeDocument/2006/relationships/slide" Target="/ppt/slides/slide640.xml" Id="Re691bc375fed41af" /><Relationship Type="http://schemas.openxmlformats.org/officeDocument/2006/relationships/slide" Target="/ppt/slides/slide641.xml" Id="Rfbeae78b4f314311" /><Relationship Type="http://schemas.openxmlformats.org/officeDocument/2006/relationships/slide" Target="/ppt/slides/slide642.xml" Id="Red7750bd79b64b50" /><Relationship Type="http://schemas.openxmlformats.org/officeDocument/2006/relationships/slide" Target="/ppt/slides/slide643.xml" Id="Rfb8faee2244e44f8" /><Relationship Type="http://schemas.openxmlformats.org/officeDocument/2006/relationships/slide" Target="/ppt/slides/slide644.xml" Id="R49d2ae9daef14fee" /><Relationship Type="http://schemas.openxmlformats.org/officeDocument/2006/relationships/slide" Target="/ppt/slides/slide645.xml" Id="Rbec6a62b6be0415a" /><Relationship Type="http://schemas.openxmlformats.org/officeDocument/2006/relationships/slide" Target="/ppt/slides/slide646.xml" Id="R503a6c8da6404d59" /><Relationship Type="http://schemas.openxmlformats.org/officeDocument/2006/relationships/slide" Target="/ppt/slides/slide647.xml" Id="R9073f05d50264f08" /><Relationship Type="http://schemas.openxmlformats.org/officeDocument/2006/relationships/slide" Target="/ppt/slides/slide648.xml" Id="Ref2ccc1a358443b1" /><Relationship Type="http://schemas.openxmlformats.org/officeDocument/2006/relationships/slide" Target="/ppt/slides/slide649.xml" Id="Re8f41d82654c47b8" /><Relationship Type="http://schemas.openxmlformats.org/officeDocument/2006/relationships/slide" Target="/ppt/slides/slide650.xml" Id="R5c32fb5591ed447e" /><Relationship Type="http://schemas.openxmlformats.org/officeDocument/2006/relationships/slide" Target="/ppt/slides/slide651.xml" Id="Rf2f13252091f40fc" /><Relationship Type="http://schemas.openxmlformats.org/officeDocument/2006/relationships/slide" Target="/ppt/slides/slide652.xml" Id="R983827ca51a64eda" /><Relationship Type="http://schemas.openxmlformats.org/officeDocument/2006/relationships/slide" Target="/ppt/slides/slide653.xml" Id="R12cbfacda6b041ee" /><Relationship Type="http://schemas.openxmlformats.org/officeDocument/2006/relationships/slide" Target="/ppt/slides/slide654.xml" Id="R26d1e787f0ee4247" /><Relationship Type="http://schemas.openxmlformats.org/officeDocument/2006/relationships/slide" Target="/ppt/slides/slide655.xml" Id="R2ae631a480884a89" /><Relationship Type="http://schemas.openxmlformats.org/officeDocument/2006/relationships/slide" Target="/ppt/slides/slide656.xml" Id="Rc38dbb678d0c44ec" /><Relationship Type="http://schemas.openxmlformats.org/officeDocument/2006/relationships/slide" Target="/ppt/slides/slide657.xml" Id="Reb37e5d02fd3480b" /><Relationship Type="http://schemas.openxmlformats.org/officeDocument/2006/relationships/slide" Target="/ppt/slides/slide658.xml" Id="R65dcf5ae48b24922" /><Relationship Type="http://schemas.openxmlformats.org/officeDocument/2006/relationships/slide" Target="/ppt/slides/slide659.xml" Id="Rc39346e151ed4298" /><Relationship Type="http://schemas.openxmlformats.org/officeDocument/2006/relationships/slide" Target="/ppt/slides/slide660.xml" Id="Rc7c9dc9f709048d3" /><Relationship Type="http://schemas.openxmlformats.org/officeDocument/2006/relationships/slide" Target="/ppt/slides/slide661.xml" Id="R0ddfe41a21204ca0" /><Relationship Type="http://schemas.openxmlformats.org/officeDocument/2006/relationships/slide" Target="/ppt/slides/slide662.xml" Id="R74b9dc191f9e4d05" /><Relationship Type="http://schemas.openxmlformats.org/officeDocument/2006/relationships/slide" Target="/ppt/slides/slide663.xml" Id="Rb1871f53b8fa4636" /><Relationship Type="http://schemas.openxmlformats.org/officeDocument/2006/relationships/slide" Target="/ppt/slides/slide664.xml" Id="R63014beffeee46e8" /><Relationship Type="http://schemas.openxmlformats.org/officeDocument/2006/relationships/slide" Target="/ppt/slides/slide665.xml" Id="R1e41fe0564c94f87" /><Relationship Type="http://schemas.openxmlformats.org/officeDocument/2006/relationships/slide" Target="/ppt/slides/slide666.xml" Id="Rb40bbf226be0451d" /><Relationship Type="http://schemas.openxmlformats.org/officeDocument/2006/relationships/slide" Target="/ppt/slides/slide667.xml" Id="R85448bb2e73e434d" /><Relationship Type="http://schemas.openxmlformats.org/officeDocument/2006/relationships/slide" Target="/ppt/slides/slide668.xml" Id="Rcd1998a7d89546ee" /><Relationship Type="http://schemas.openxmlformats.org/officeDocument/2006/relationships/slide" Target="/ppt/slides/slide669.xml" Id="R72b06152b63e4585" /><Relationship Type="http://schemas.openxmlformats.org/officeDocument/2006/relationships/slide" Target="/ppt/slides/slide670.xml" Id="R8dc3eb9075d74990" /><Relationship Type="http://schemas.openxmlformats.org/officeDocument/2006/relationships/slide" Target="/ppt/slides/slide671.xml" Id="R19ec9b75f1064c3e" /><Relationship Type="http://schemas.openxmlformats.org/officeDocument/2006/relationships/slide" Target="/ppt/slides/slide672.xml" Id="R7b7c44a18af94c80" /><Relationship Type="http://schemas.openxmlformats.org/officeDocument/2006/relationships/slide" Target="/ppt/slides/slide673.xml" Id="R5a5cb9c050264900" /><Relationship Type="http://schemas.openxmlformats.org/officeDocument/2006/relationships/slide" Target="/ppt/slides/slide674.xml" Id="R09fd81e54a784020" /><Relationship Type="http://schemas.openxmlformats.org/officeDocument/2006/relationships/slide" Target="/ppt/slides/slide675.xml" Id="R2d739c96f89e4d0f" /><Relationship Type="http://schemas.openxmlformats.org/officeDocument/2006/relationships/slide" Target="/ppt/slides/slide676.xml" Id="R7849349d17dc4e95" /><Relationship Type="http://schemas.openxmlformats.org/officeDocument/2006/relationships/slide" Target="/ppt/slides/slide678.xml" Id="R66d207940f794b5e" /><Relationship Type="http://schemas.openxmlformats.org/officeDocument/2006/relationships/slide" Target="/ppt/slides/slide679.xml" Id="Rb2ca8c87b8c34aa1" /><Relationship Type="http://schemas.openxmlformats.org/officeDocument/2006/relationships/slide" Target="/ppt/slides/slide680.xml" Id="R75c49b4ba9c24dc1" /><Relationship Type="http://schemas.openxmlformats.org/officeDocument/2006/relationships/slide" Target="/ppt/slides/slide681.xml" Id="R1a00774788fd4938" /><Relationship Type="http://schemas.openxmlformats.org/officeDocument/2006/relationships/slide" Target="/ppt/slides/slide682.xml" Id="R659bebf66de34e9c" /><Relationship Type="http://schemas.openxmlformats.org/officeDocument/2006/relationships/slide" Target="/ppt/slides/slide683.xml" Id="R68f82c36c73d41a8" /><Relationship Type="http://schemas.openxmlformats.org/officeDocument/2006/relationships/slide" Target="/ppt/slides/slide684.xml" Id="R93621cc573f34b58" /><Relationship Type="http://schemas.openxmlformats.org/officeDocument/2006/relationships/slide" Target="/ppt/slides/slide685.xml" Id="Rcfed3596b8424c0e" /><Relationship Type="http://schemas.openxmlformats.org/officeDocument/2006/relationships/slide" Target="/ppt/slides/slide686.xml" Id="R5de32501428f4ef2" /><Relationship Type="http://schemas.openxmlformats.org/officeDocument/2006/relationships/slide" Target="/ppt/slides/slide687.xml" Id="Rf54c357cba4c42ee" /><Relationship Type="http://schemas.openxmlformats.org/officeDocument/2006/relationships/slide" Target="/ppt/slides/slide688.xml" Id="Rbec02146f9204401" /><Relationship Type="http://schemas.openxmlformats.org/officeDocument/2006/relationships/slide" Target="/ppt/slides/slide689.xml" Id="Re777adbe06894a62" /><Relationship Type="http://schemas.openxmlformats.org/officeDocument/2006/relationships/slide" Target="/ppt/slides/slide690.xml" Id="Rd073099c897e4065" /><Relationship Type="http://schemas.openxmlformats.org/officeDocument/2006/relationships/slide" Target="/ppt/slides/slide691.xml" Id="R6548e10b8a2a4466" /><Relationship Type="http://schemas.openxmlformats.org/officeDocument/2006/relationships/slide" Target="/ppt/slides/slide774.xml" Id="Reb8c1b7f3de642ed" /><Relationship Type="http://schemas.openxmlformats.org/officeDocument/2006/relationships/slide" Target="/ppt/slides/slide775.xml" Id="R4ca376796fbc4a60" /><Relationship Type="http://schemas.openxmlformats.org/officeDocument/2006/relationships/slide" Target="/ppt/slides/slide776.xml" Id="Rda707e00fbc0474d" /><Relationship Type="http://schemas.openxmlformats.org/officeDocument/2006/relationships/slide" Target="/ppt/slides/slide778.xml" Id="R42ca46d045b64ef6" /><Relationship Type="http://schemas.openxmlformats.org/officeDocument/2006/relationships/slide" Target="/ppt/slides/slide779.xml" Id="R91db4362d8304087" /><Relationship Type="http://schemas.openxmlformats.org/officeDocument/2006/relationships/slide" Target="/ppt/slides/slide780.xml" Id="Re52d9a253d574b17" /><Relationship Type="http://schemas.openxmlformats.org/officeDocument/2006/relationships/slide" Target="/ppt/slides/slide781.xml" Id="Rb8f29fc33dc5445e" /><Relationship Type="http://schemas.openxmlformats.org/officeDocument/2006/relationships/slide" Target="/ppt/slides/slide782.xml" Id="Rc19e34aea0294c6a" /><Relationship Type="http://schemas.openxmlformats.org/officeDocument/2006/relationships/slide" Target="/ppt/slides/slide783.xml" Id="R90f9313b40d640e0" /><Relationship Type="http://schemas.openxmlformats.org/officeDocument/2006/relationships/slide" Target="/ppt/slides/slide784.xml" Id="R9c85c26f94b5443b" /><Relationship Type="http://schemas.openxmlformats.org/officeDocument/2006/relationships/slide" Target="/ppt/slides/slide785.xml" Id="Rcc509a0aa72b4e9b" /><Relationship Type="http://schemas.openxmlformats.org/officeDocument/2006/relationships/slide" Target="/ppt/slides/slide786.xml" Id="R2fbc45c94a9b4287" /><Relationship Type="http://schemas.openxmlformats.org/officeDocument/2006/relationships/slide" Target="/ppt/slides/slide787.xml" Id="R53032602e2b142cb" /><Relationship Type="http://schemas.openxmlformats.org/officeDocument/2006/relationships/slide" Target="/ppt/slides/slide788.xml" Id="R6151127dc2904808" /><Relationship Type="http://schemas.openxmlformats.org/officeDocument/2006/relationships/slide" Target="/ppt/slides/slide789.xml" Id="Rc0a11240e1c34354" /><Relationship Type="http://schemas.openxmlformats.org/officeDocument/2006/relationships/slide" Target="/ppt/slides/slide790.xml" Id="Rcd80921594964243" /><Relationship Type="http://schemas.openxmlformats.org/officeDocument/2006/relationships/slide" Target="/ppt/slides/slide791.xml" Id="R12cb6cfb60234473" /><Relationship Type="http://schemas.openxmlformats.org/officeDocument/2006/relationships/slide" Target="/ppt/slides/slide792.xml" Id="R71f194fb89694b97" /><Relationship Type="http://schemas.openxmlformats.org/officeDocument/2006/relationships/slide" Target="/ppt/slides/slide793.xml" Id="R1e578008304b478a" /><Relationship Type="http://schemas.openxmlformats.org/officeDocument/2006/relationships/slide" Target="/ppt/slides/slide794.xml" Id="R29167ad1afb34c78" /><Relationship Type="http://schemas.openxmlformats.org/officeDocument/2006/relationships/slide" Target="/ppt/slides/slide795.xml" Id="R2d406bcb25e6465e" /><Relationship Type="http://schemas.openxmlformats.org/officeDocument/2006/relationships/slide" Target="/ppt/slides/slide796.xml" Id="R8aed7ab8d4584ecf" /><Relationship Type="http://schemas.openxmlformats.org/officeDocument/2006/relationships/slide" Target="/ppt/slides/slide797.xml" Id="Re68193b7e32a4f51" /><Relationship Type="http://schemas.openxmlformats.org/officeDocument/2006/relationships/slide" Target="/ppt/slides/slide798.xml" Id="Ra38c3ca32d244b4d" /><Relationship Type="http://schemas.openxmlformats.org/officeDocument/2006/relationships/slide" Target="/ppt/slides/slide799.xml" Id="R6e784ac21ce849e9" /><Relationship Type="http://schemas.openxmlformats.org/officeDocument/2006/relationships/slide" Target="/ppt/slides/slide800.xml" Id="R003206c640744ff9" /><Relationship Type="http://schemas.openxmlformats.org/officeDocument/2006/relationships/slide" Target="/ppt/slides/slide801.xml" Id="R4039c29169004b71" /><Relationship Type="http://schemas.openxmlformats.org/officeDocument/2006/relationships/slide" Target="/ppt/slides/slide803.xml" Id="Rb786375f7f7448ea" /><Relationship Type="http://schemas.openxmlformats.org/officeDocument/2006/relationships/slide" Target="/ppt/slides/slide804.xml" Id="Rfb6a42d46d1044aa" /><Relationship Type="http://schemas.openxmlformats.org/officeDocument/2006/relationships/slide" Target="/ppt/slides/slide805.xml" Id="Rc2fdacea94f34c51" /><Relationship Type="http://schemas.openxmlformats.org/officeDocument/2006/relationships/slide" Target="/ppt/slides/slide806.xml" Id="R71b159878d894f6c" /><Relationship Type="http://schemas.openxmlformats.org/officeDocument/2006/relationships/slide" Target="/ppt/slides/slide807.xml" Id="R62dfff2e7e7741cd" /><Relationship Type="http://schemas.openxmlformats.org/officeDocument/2006/relationships/slide" Target="/ppt/slides/slide808.xml" Id="Rc67e957a0d824483" /><Relationship Type="http://schemas.openxmlformats.org/officeDocument/2006/relationships/slide" Target="/ppt/slides/slide809.xml" Id="Rbf8a5bd3995444e9" /><Relationship Type="http://schemas.openxmlformats.org/officeDocument/2006/relationships/slide" Target="/ppt/slides/slide810.xml" Id="R3f106797e51a4370" /><Relationship Type="http://schemas.openxmlformats.org/officeDocument/2006/relationships/slide" Target="/ppt/slides/slide811.xml" Id="R14ebfbdbad7f48aa" /><Relationship Type="http://schemas.openxmlformats.org/officeDocument/2006/relationships/slide" Target="/ppt/slides/slide812.xml" Id="Rd9e050953cf3402d" /><Relationship Type="http://schemas.openxmlformats.org/officeDocument/2006/relationships/slide" Target="/ppt/slides/slide813.xml" Id="R7c44c79f98254f70" /><Relationship Type="http://schemas.openxmlformats.org/officeDocument/2006/relationships/slide" Target="/ppt/slides/slide814.xml" Id="R4e03f00b886845bd" /><Relationship Type="http://schemas.openxmlformats.org/officeDocument/2006/relationships/slide" Target="/ppt/slides/slide815.xml" Id="R9f84ae1ca6484b86" /><Relationship Type="http://schemas.openxmlformats.org/officeDocument/2006/relationships/slide" Target="/ppt/slides/slide816.xml" Id="R8795862321784cd0" /><Relationship Type="http://schemas.openxmlformats.org/officeDocument/2006/relationships/slide" Target="/ppt/slides/slide817.xml" Id="R6e4a4dc124234272" /><Relationship Type="http://schemas.openxmlformats.org/officeDocument/2006/relationships/slide" Target="/ppt/slides/slide818.xml" Id="R07694465fb26425e" /><Relationship Type="http://schemas.openxmlformats.org/officeDocument/2006/relationships/slide" Target="/ppt/slides/slide819.xml" Id="Rfefd77b740634d93" /><Relationship Type="http://schemas.openxmlformats.org/officeDocument/2006/relationships/slide" Target="/ppt/slides/slide820.xml" Id="R4c849984e2624ecc" /><Relationship Type="http://schemas.openxmlformats.org/officeDocument/2006/relationships/slide" Target="/ppt/slides/slide821.xml" Id="R3292864ba60542e0" /><Relationship Type="http://schemas.openxmlformats.org/officeDocument/2006/relationships/slide" Target="/ppt/slides/slide822.xml" Id="Re99d36bc36ea401a" /><Relationship Type="http://schemas.openxmlformats.org/officeDocument/2006/relationships/slide" Target="/ppt/slides/slide823.xml" Id="Rb3e360290ac84029" /><Relationship Type="http://schemas.openxmlformats.org/officeDocument/2006/relationships/slide" Target="/ppt/slides/slide824.xml" Id="R5293db82eaaa4c6b" /><Relationship Type="http://schemas.openxmlformats.org/officeDocument/2006/relationships/slide" Target="/ppt/slides/slide825.xml" Id="Ree8701b4a53d4be9" /><Relationship Type="http://schemas.openxmlformats.org/officeDocument/2006/relationships/slide" Target="/ppt/slides/slide826.xml" Id="Rf6e66f5999694458" /><Relationship Type="http://schemas.openxmlformats.org/officeDocument/2006/relationships/slide" Target="/ppt/slides/slide827.xml" Id="R916b051a605240d3" /><Relationship Type="http://schemas.openxmlformats.org/officeDocument/2006/relationships/slide" Target="/ppt/slides/slide828.xml" Id="R5e49722cf0084aee" /><Relationship Type="http://schemas.openxmlformats.org/officeDocument/2006/relationships/slide" Target="/ppt/slides/slide829.xml" Id="Red50293491974c9e" /><Relationship Type="http://schemas.openxmlformats.org/officeDocument/2006/relationships/slide" Target="/ppt/slides/slide830.xml" Id="R3a1692c714b94fe7" /><Relationship Type="http://schemas.openxmlformats.org/officeDocument/2006/relationships/slide" Target="/ppt/slides/slide831.xml" Id="Rb8a3fb1ba7ff4f16" /><Relationship Type="http://schemas.openxmlformats.org/officeDocument/2006/relationships/slide" Target="/ppt/slides/slide832.xml" Id="R9c3b27cbdd064f1d" /><Relationship Type="http://schemas.openxmlformats.org/officeDocument/2006/relationships/slide" Target="/ppt/slides/slide833.xml" Id="R649768228cc84381" /><Relationship Type="http://schemas.openxmlformats.org/officeDocument/2006/relationships/slide" Target="/ppt/slides/slide834.xml" Id="Ra8ce4a929f714eba" /><Relationship Type="http://schemas.openxmlformats.org/officeDocument/2006/relationships/slide" Target="/ppt/slides/slide835.xml" Id="R3e6a82458e8b4db9" /><Relationship Type="http://schemas.openxmlformats.org/officeDocument/2006/relationships/slide" Target="/ppt/slides/slide836.xml" Id="R32a900a182904f61" /><Relationship Type="http://schemas.openxmlformats.org/officeDocument/2006/relationships/slide" Target="/ppt/slides/slide837.xml" Id="R5d4ed20eb9be4c7f" /><Relationship Type="http://schemas.openxmlformats.org/officeDocument/2006/relationships/slide" Target="/ppt/slides/slide838.xml" Id="R89dffefedff74712" /><Relationship Type="http://schemas.openxmlformats.org/officeDocument/2006/relationships/slide" Target="/ppt/slides/slide839.xml" Id="R8c79b317d0f94cc7" /><Relationship Type="http://schemas.openxmlformats.org/officeDocument/2006/relationships/slide" Target="/ppt/slides/slide840.xml" Id="R0f7eda4e0b22484e" /><Relationship Type="http://schemas.openxmlformats.org/officeDocument/2006/relationships/slide" Target="/ppt/slides/slide841.xml" Id="R80328d745507407f" /><Relationship Type="http://schemas.openxmlformats.org/officeDocument/2006/relationships/slide" Target="/ppt/slides/slide842.xml" Id="Rd63e0021bc6b4fa9" /><Relationship Type="http://schemas.openxmlformats.org/officeDocument/2006/relationships/slide" Target="/ppt/slides/slide843.xml" Id="Ref66a3f93599420f" /><Relationship Type="http://schemas.openxmlformats.org/officeDocument/2006/relationships/slide" Target="/ppt/slides/slide844.xml" Id="Rd1c8965499424733" /><Relationship Type="http://schemas.openxmlformats.org/officeDocument/2006/relationships/slide" Target="/ppt/slides/slide845.xml" Id="R84fb3bc0dd72476a" /><Relationship Type="http://schemas.openxmlformats.org/officeDocument/2006/relationships/slide" Target="/ppt/slides/slide846.xml" Id="Rafafc5e5f5314af8" /><Relationship Type="http://schemas.openxmlformats.org/officeDocument/2006/relationships/slide" Target="/ppt/slides/slide847.xml" Id="Re0054b36823f4f70" /><Relationship Type="http://schemas.openxmlformats.org/officeDocument/2006/relationships/slide" Target="/ppt/slides/slide848.xml" Id="Rc495bb1fe6fa4644" /><Relationship Type="http://schemas.openxmlformats.org/officeDocument/2006/relationships/slide" Target="/ppt/slides/slide849.xml" Id="R8280c0b104054113" /><Relationship Type="http://schemas.openxmlformats.org/officeDocument/2006/relationships/slide" Target="/ppt/slides/slide850.xml" Id="R150a6c45b0244450" /><Relationship Type="http://schemas.openxmlformats.org/officeDocument/2006/relationships/slide" Target="/ppt/slides/slide851.xml" Id="Rcce0ea62f57642d1" /><Relationship Type="http://schemas.openxmlformats.org/officeDocument/2006/relationships/slide" Target="/ppt/slides/slide852.xml" Id="R59296d85c3c347af" /><Relationship Type="http://schemas.openxmlformats.org/officeDocument/2006/relationships/slide" Target="/ppt/slides/slide853.xml" Id="Rf9f407893d064e93" /><Relationship Type="http://schemas.openxmlformats.org/officeDocument/2006/relationships/slide" Target="/ppt/slides/slide854.xml" Id="R54d53ee6e98c4361" /><Relationship Type="http://schemas.openxmlformats.org/officeDocument/2006/relationships/slide" Target="/ppt/slides/slide855.xml" Id="Rb3dbd02cfaed4f80" /><Relationship Type="http://schemas.openxmlformats.org/officeDocument/2006/relationships/slide" Target="/ppt/slides/slide856.xml" Id="Rd55f09aa60894981" /><Relationship Type="http://schemas.openxmlformats.org/officeDocument/2006/relationships/slide" Target="/ppt/slides/slide857.xml" Id="Rb17d4a48b93d46cd" /><Relationship Type="http://schemas.openxmlformats.org/officeDocument/2006/relationships/slide" Target="/ppt/slides/slide858.xml" Id="Rae8705744b1b434a" /><Relationship Type="http://schemas.openxmlformats.org/officeDocument/2006/relationships/slide" Target="/ppt/slides/slide859.xml" Id="Rf1bec08cb6d746eb" /><Relationship Type="http://schemas.openxmlformats.org/officeDocument/2006/relationships/slide" Target="/ppt/slides/slide860.xml" Id="R20c65e22f84b4ccd" /><Relationship Type="http://schemas.openxmlformats.org/officeDocument/2006/relationships/slide" Target="/ppt/slides/slide861.xml" Id="R50973434a0aa43c7" /><Relationship Type="http://schemas.openxmlformats.org/officeDocument/2006/relationships/slide" Target="/ppt/slides/slide862.xml" Id="Rf6abd5f40ba64aa8" /><Relationship Type="http://schemas.openxmlformats.org/officeDocument/2006/relationships/slide" Target="/ppt/slides/slide863.xml" Id="R662250cb8b3345b4" /><Relationship Type="http://schemas.openxmlformats.org/officeDocument/2006/relationships/slide" Target="/ppt/slides/slide864.xml" Id="R4cf791dfb6504e1d" /><Relationship Type="http://schemas.openxmlformats.org/officeDocument/2006/relationships/slide" Target="/ppt/slides/slide865.xml" Id="Rf7c4be689cce424e" /><Relationship Type="http://schemas.openxmlformats.org/officeDocument/2006/relationships/slide" Target="/ppt/slides/slide866.xml" Id="R17c8c93b8dc34190" /><Relationship Type="http://schemas.openxmlformats.org/officeDocument/2006/relationships/slide" Target="/ppt/slides/slide868.xml" Id="R4923830bd166498f" /><Relationship Type="http://schemas.openxmlformats.org/officeDocument/2006/relationships/slide" Target="/ppt/slides/slide869.xml" Id="R7ecba9eb6988490b" /><Relationship Type="http://schemas.openxmlformats.org/officeDocument/2006/relationships/slide" Target="/ppt/slides/slide870.xml" Id="R12aeca112cf94cce" /><Relationship Type="http://schemas.openxmlformats.org/officeDocument/2006/relationships/slide" Target="/ppt/slides/slide871.xml" Id="R60ac075dfd104797" /><Relationship Type="http://schemas.openxmlformats.org/officeDocument/2006/relationships/slide" Target="/ppt/slides/slide872.xml" Id="R313c80ca67b6400d" /><Relationship Type="http://schemas.openxmlformats.org/officeDocument/2006/relationships/slide" Target="/ppt/slides/slide873.xml" Id="Rd553f7566bc140c9" /><Relationship Type="http://schemas.openxmlformats.org/officeDocument/2006/relationships/slide" Target="/ppt/slides/slide874.xml" Id="R7487bd856fd44f93" /><Relationship Type="http://schemas.openxmlformats.org/officeDocument/2006/relationships/slide" Target="/ppt/slides/slide875.xml" Id="R84bf555e3bd54321" /><Relationship Type="http://schemas.openxmlformats.org/officeDocument/2006/relationships/slide" Target="/ppt/slides/slide876.xml" Id="R94c99df5904b4634" /><Relationship Type="http://schemas.openxmlformats.org/officeDocument/2006/relationships/slide" Target="/ppt/slides/slide877.xml" Id="Rb1ed8c11e707469d" /><Relationship Type="http://schemas.openxmlformats.org/officeDocument/2006/relationships/slide" Target="/ppt/slides/slide878.xml" Id="R5481b69433914250" /><Relationship Type="http://schemas.openxmlformats.org/officeDocument/2006/relationships/slide" Target="/ppt/slides/slide879.xml" Id="R5f42bf6c9f5c4eac" /><Relationship Type="http://schemas.openxmlformats.org/officeDocument/2006/relationships/slide" Target="/ppt/slides/slide880.xml" Id="Rf4917867757745f5" /><Relationship Type="http://schemas.openxmlformats.org/officeDocument/2006/relationships/slide" Target="/ppt/slides/slide881.xml" Id="R6cbad796b38544f9" /><Relationship Type="http://schemas.openxmlformats.org/officeDocument/2006/relationships/slide" Target="/ppt/slides/slide882.xml" Id="Rb55c2cca43184185" /><Relationship Type="http://schemas.openxmlformats.org/officeDocument/2006/relationships/slide" Target="/ppt/slides/slide883.xml" Id="R9b628d5ce6e54dcb" /><Relationship Type="http://schemas.openxmlformats.org/officeDocument/2006/relationships/slide" Target="/ppt/slides/slide884.xml" Id="R0a29cb934e3d4305" /><Relationship Type="http://schemas.openxmlformats.org/officeDocument/2006/relationships/slide" Target="/ppt/slides/slide885.xml" Id="R6a07ceb30aed4826" /><Relationship Type="http://schemas.openxmlformats.org/officeDocument/2006/relationships/slide" Target="/ppt/slides/slide886.xml" Id="Rf6e0427a89064beb" /><Relationship Type="http://schemas.openxmlformats.org/officeDocument/2006/relationships/slide" Target="/ppt/slides/slide887.xml" Id="Rc6fdd850a82f4540" /><Relationship Type="http://schemas.openxmlformats.org/officeDocument/2006/relationships/slide" Target="/ppt/slides/slide888.xml" Id="R950ef9988baa406a" /><Relationship Type="http://schemas.openxmlformats.org/officeDocument/2006/relationships/slide" Target="/ppt/slides/slide889.xml" Id="R82fcae7acd904cc5" /><Relationship Type="http://schemas.openxmlformats.org/officeDocument/2006/relationships/slide" Target="/ppt/slides/slide890.xml" Id="R293f169cf9bf40ef" /><Relationship Type="http://schemas.openxmlformats.org/officeDocument/2006/relationships/slide" Target="/ppt/slides/slide891.xml" Id="R42e9df6178d24b41" /><Relationship Type="http://schemas.openxmlformats.org/officeDocument/2006/relationships/slide" Target="/ppt/slides/slide892.xml" Id="R74576e1d519044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9f21a86ade4e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32ef0dec994046" /><Relationship Type="http://schemas.openxmlformats.org/officeDocument/2006/relationships/notesMaster" Target="/ppt/notesMasters/notesMaster1.xml" Id="R0dd4691becfe43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b57bdeeb16d4c93" /><Relationship Type="http://schemas.openxmlformats.org/officeDocument/2006/relationships/notesMaster" Target="/ppt/notesMasters/notesMaster1.xml" Id="R685f2f90646b4a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1c00159c644d75" /><Relationship Type="http://schemas.openxmlformats.org/officeDocument/2006/relationships/notesMaster" Target="/ppt/notesMasters/notesMaster1.xml" Id="Rb396f13cd9a7447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13fdbb9311a4157" /><Relationship Type="http://schemas.openxmlformats.org/officeDocument/2006/relationships/notesMaster" Target="/ppt/notesMasters/notesMaster1.xml" Id="R83d622b47c904bb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689165acef34d10" /><Relationship Type="http://schemas.openxmlformats.org/officeDocument/2006/relationships/notesMaster" Target="/ppt/notesMasters/notesMaster1.xml" Id="R8bd351bccc0b4c7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5c9b31ce1a4548" /><Relationship Type="http://schemas.openxmlformats.org/officeDocument/2006/relationships/notesMaster" Target="/ppt/notesMasters/notesMaster1.xml" Id="R6c4ca9331cd346f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758e7cb627c438c" /><Relationship Type="http://schemas.openxmlformats.org/officeDocument/2006/relationships/notesMaster" Target="/ppt/notesMasters/notesMaster1.xml" Id="R605ce77e5f134bf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70a473e2f664b27" /><Relationship Type="http://schemas.openxmlformats.org/officeDocument/2006/relationships/notesMaster" Target="/ppt/notesMasters/notesMaster1.xml" Id="Rf03b9a63a9ac49f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fb2b892f0f24cfc" /><Relationship Type="http://schemas.openxmlformats.org/officeDocument/2006/relationships/notesMaster" Target="/ppt/notesMasters/notesMaster1.xml" Id="Rc202b0f19d2c40b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101f75457ff40f2" /><Relationship Type="http://schemas.openxmlformats.org/officeDocument/2006/relationships/notesMaster" Target="/ppt/notesMasters/notesMaster1.xml" Id="R812cb3b858804ba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2ca3edae60d4c48" /><Relationship Type="http://schemas.openxmlformats.org/officeDocument/2006/relationships/notesMaster" Target="/ppt/notesMasters/notesMaster1.xml" Id="Rfb100fef25df474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70638157ec649ee" /><Relationship Type="http://schemas.openxmlformats.org/officeDocument/2006/relationships/notesMaster" Target="/ppt/notesMasters/notesMaster1.xml" Id="R9726a781d0ad4e0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e0d085249cf4a28" /><Relationship Type="http://schemas.openxmlformats.org/officeDocument/2006/relationships/notesMaster" Target="/ppt/notesMasters/notesMaster1.xml" Id="R90651cb0199443f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87b1696083e4228" /><Relationship Type="http://schemas.openxmlformats.org/officeDocument/2006/relationships/notesMaster" Target="/ppt/notesMasters/notesMaster1.xml" Id="R7df680410645454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d4ab513d8164223" /><Relationship Type="http://schemas.openxmlformats.org/officeDocument/2006/relationships/notesMaster" Target="/ppt/notesMasters/notesMaster1.xml" Id="R3650b9c0a6dd492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8b1c662fe7040f9" /><Relationship Type="http://schemas.openxmlformats.org/officeDocument/2006/relationships/notesMaster" Target="/ppt/notesMasters/notesMaster1.xml" Id="Rd91c32d0b8e6465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96b765eabd54e19" /><Relationship Type="http://schemas.openxmlformats.org/officeDocument/2006/relationships/notesMaster" Target="/ppt/notesMasters/notesMaster1.xml" Id="R767759ef50b7423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3117989eb464714" /><Relationship Type="http://schemas.openxmlformats.org/officeDocument/2006/relationships/notesMaster" Target="/ppt/notesMasters/notesMaster1.xml" Id="R6add4f5b2f7b46e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3e45fe391a848ab" /><Relationship Type="http://schemas.openxmlformats.org/officeDocument/2006/relationships/notesMaster" Target="/ppt/notesMasters/notesMaster1.xml" Id="R192244055630441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1a9fc8759ed4255" /><Relationship Type="http://schemas.openxmlformats.org/officeDocument/2006/relationships/notesMaster" Target="/ppt/notesMasters/notesMaster1.xml" Id="R6fbe2cc09f25406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f7e25dade634e6d" /><Relationship Type="http://schemas.openxmlformats.org/officeDocument/2006/relationships/notesMaster" Target="/ppt/notesMasters/notesMaster1.xml" Id="Rd04cf014cdc14e3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6c2688615f5462b" /><Relationship Type="http://schemas.openxmlformats.org/officeDocument/2006/relationships/notesMaster" Target="/ppt/notesMasters/notesMaster1.xml" Id="R4638ca3becd1488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4ba6382af984567" /><Relationship Type="http://schemas.openxmlformats.org/officeDocument/2006/relationships/notesMaster" Target="/ppt/notesMasters/notesMaster1.xml" Id="R1d4b27bb986a43c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7e52b748b2a49b4" /><Relationship Type="http://schemas.openxmlformats.org/officeDocument/2006/relationships/notesMaster" Target="/ppt/notesMasters/notesMaster1.xml" Id="R9f9251aa4f5149b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14d724d6105496f" /><Relationship Type="http://schemas.openxmlformats.org/officeDocument/2006/relationships/notesMaster" Target="/ppt/notesMasters/notesMaster1.xml" Id="Rbff5fe0f3ef042f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f222b78ce6e4ff2" /><Relationship Type="http://schemas.openxmlformats.org/officeDocument/2006/relationships/notesMaster" Target="/ppt/notesMasters/notesMaster1.xml" Id="Rdacea8ed4a6549d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90ffc6a23004fd3" /><Relationship Type="http://schemas.openxmlformats.org/officeDocument/2006/relationships/notesMaster" Target="/ppt/notesMasters/notesMaster1.xml" Id="Rff9b00bf9c3a428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81cfd5537844c5f" /><Relationship Type="http://schemas.openxmlformats.org/officeDocument/2006/relationships/notesMaster" Target="/ppt/notesMasters/notesMaster1.xml" Id="R3d33ae064bef4ca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1e9a482d1e04cd4" /><Relationship Type="http://schemas.openxmlformats.org/officeDocument/2006/relationships/notesMaster" Target="/ppt/notesMasters/notesMaster1.xml" Id="Re2e20d55f2b4491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5308f40d98c24377" /><Relationship Type="http://schemas.openxmlformats.org/officeDocument/2006/relationships/notesMaster" Target="/ppt/notesMasters/notesMaster1.xml" Id="R9bd171bb26c2447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150051d84347446a" /><Relationship Type="http://schemas.openxmlformats.org/officeDocument/2006/relationships/notesMaster" Target="/ppt/notesMasters/notesMaster1.xml" Id="Rf781d3ab18264b8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11be632dd3d449fb" /><Relationship Type="http://schemas.openxmlformats.org/officeDocument/2006/relationships/notesMaster" Target="/ppt/notesMasters/notesMaster1.xml" Id="Rb79eae49f61a48ea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81dba8a42544502" /><Relationship Type="http://schemas.openxmlformats.org/officeDocument/2006/relationships/notesMaster" Target="/ppt/notesMasters/notesMaster1.xml" Id="Re53a50ce305c4b5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4b5f29f8eb84621" /><Relationship Type="http://schemas.openxmlformats.org/officeDocument/2006/relationships/notesMaster" Target="/ppt/notesMasters/notesMaster1.xml" Id="Rf91a13e0219f4c2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fb2beb1dcbaa4562" /><Relationship Type="http://schemas.openxmlformats.org/officeDocument/2006/relationships/notesMaster" Target="/ppt/notesMasters/notesMaster1.xml" Id="R04bf8768c686491b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3df42ac607494b86" /><Relationship Type="http://schemas.openxmlformats.org/officeDocument/2006/relationships/notesMaster" Target="/ppt/notesMasters/notesMaster1.xml" Id="Rfb0334689cfb494b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7aaeb70169c54c2f" /><Relationship Type="http://schemas.openxmlformats.org/officeDocument/2006/relationships/notesMaster" Target="/ppt/notesMasters/notesMaster1.xml" Id="Ra18b51f5c0f248b8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00743c1190574927" /><Relationship Type="http://schemas.openxmlformats.org/officeDocument/2006/relationships/notesMaster" Target="/ppt/notesMasters/notesMaster1.xml" Id="Rf98e554f76b94989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e32cd077832148cc" /><Relationship Type="http://schemas.openxmlformats.org/officeDocument/2006/relationships/notesMaster" Target="/ppt/notesMasters/notesMaster1.xml" Id="R23565da356dc41b2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38ef6e41adbf445f" /><Relationship Type="http://schemas.openxmlformats.org/officeDocument/2006/relationships/notesMaster" Target="/ppt/notesMasters/notesMaster1.xml" Id="R8e9236f09cec4483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e79b2e497b034cb9" /><Relationship Type="http://schemas.openxmlformats.org/officeDocument/2006/relationships/notesMaster" Target="/ppt/notesMasters/notesMaster1.xml" Id="Rb647f6b843e549c1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1259da0e83e24b71" /><Relationship Type="http://schemas.openxmlformats.org/officeDocument/2006/relationships/notesMaster" Target="/ppt/notesMasters/notesMaster1.xml" Id="Rb6ce6a07194b4c76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76fa9895ffcf4d8a" /><Relationship Type="http://schemas.openxmlformats.org/officeDocument/2006/relationships/notesMaster" Target="/ppt/notesMasters/notesMaster1.xml" Id="Ref29c0139c144ef3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fc950e66d0e7471f" /><Relationship Type="http://schemas.openxmlformats.org/officeDocument/2006/relationships/notesMaster" Target="/ppt/notesMasters/notesMaster1.xml" Id="Re236fdac61cb4ef0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71f6e2acddde4d2a" /><Relationship Type="http://schemas.openxmlformats.org/officeDocument/2006/relationships/notesMaster" Target="/ppt/notesMasters/notesMaster1.xml" Id="Re845941f2c7149dd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9b2c38eabd844502" /><Relationship Type="http://schemas.openxmlformats.org/officeDocument/2006/relationships/notesMaster" Target="/ppt/notesMasters/notesMaster1.xml" Id="R2e6885d0563f4275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1c08c64a439146fc" /><Relationship Type="http://schemas.openxmlformats.org/officeDocument/2006/relationships/notesMaster" Target="/ppt/notesMasters/notesMaster1.xml" Id="R995c3e30a62b4610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6ca91a61fbe34a98" /><Relationship Type="http://schemas.openxmlformats.org/officeDocument/2006/relationships/notesMaster" Target="/ppt/notesMasters/notesMaster1.xml" Id="Rf0cda5123fc94851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f831d14f1db44abe" /><Relationship Type="http://schemas.openxmlformats.org/officeDocument/2006/relationships/notesMaster" Target="/ppt/notesMasters/notesMaster1.xml" Id="Rb769fbf545d344eb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591050ca3450440b" /><Relationship Type="http://schemas.openxmlformats.org/officeDocument/2006/relationships/notesMaster" Target="/ppt/notesMasters/notesMaster1.xml" Id="R08577d2a3a294c6c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efd1e00426d144e7" /><Relationship Type="http://schemas.openxmlformats.org/officeDocument/2006/relationships/notesMaster" Target="/ppt/notesMasters/notesMaster1.xml" Id="R74e6bc612aa64c5f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9b1a81fdcbdf42a6" /><Relationship Type="http://schemas.openxmlformats.org/officeDocument/2006/relationships/notesMaster" Target="/ppt/notesMasters/notesMaster1.xml" Id="R9b3390a66d4f40a0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6e0efda7b47449a4" /><Relationship Type="http://schemas.openxmlformats.org/officeDocument/2006/relationships/notesMaster" Target="/ppt/notesMasters/notesMaster1.xml" Id="Re0132619fc504eab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dd528058bb8c4407" /><Relationship Type="http://schemas.openxmlformats.org/officeDocument/2006/relationships/notesMaster" Target="/ppt/notesMasters/notesMaster1.xml" Id="Rbcc01d862bec45ab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a6002ca8e4744f43" /><Relationship Type="http://schemas.openxmlformats.org/officeDocument/2006/relationships/notesMaster" Target="/ppt/notesMasters/notesMaster1.xml" Id="R1ab8d930a35e47bd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43e5aa0f54a4433f" /><Relationship Type="http://schemas.openxmlformats.org/officeDocument/2006/relationships/notesMaster" Target="/ppt/notesMasters/notesMaster1.xml" Id="R41d62299ef614109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d5477d912cc74678" /><Relationship Type="http://schemas.openxmlformats.org/officeDocument/2006/relationships/notesMaster" Target="/ppt/notesMasters/notesMaster1.xml" Id="R54e7eb468e8a4587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e0aa87cc7edd4dcd" /><Relationship Type="http://schemas.openxmlformats.org/officeDocument/2006/relationships/notesMaster" Target="/ppt/notesMasters/notesMaster1.xml" Id="Rf93359830acb47d9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db0e8ea909bc45c6" /><Relationship Type="http://schemas.openxmlformats.org/officeDocument/2006/relationships/notesMaster" Target="/ppt/notesMasters/notesMaster1.xml" Id="Rc555c5196a484024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aa5a8593f8804df6" /><Relationship Type="http://schemas.openxmlformats.org/officeDocument/2006/relationships/notesMaster" Target="/ppt/notesMasters/notesMaster1.xml" Id="R2b6a4d58bfaa4004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75dfbc2f2be44b1c" /><Relationship Type="http://schemas.openxmlformats.org/officeDocument/2006/relationships/notesMaster" Target="/ppt/notesMasters/notesMaster1.xml" Id="Raaf4eeb13f864e67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5a589e60a63d495f" /><Relationship Type="http://schemas.openxmlformats.org/officeDocument/2006/relationships/notesMaster" Target="/ppt/notesMasters/notesMaster1.xml" Id="Rcdc3b803c9d147c6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4457b5d83744489d" /><Relationship Type="http://schemas.openxmlformats.org/officeDocument/2006/relationships/notesMaster" Target="/ppt/notesMasters/notesMaster1.xml" Id="Rd407c11c2a8749f5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63fdbd7094f649e4" /><Relationship Type="http://schemas.openxmlformats.org/officeDocument/2006/relationships/notesMaster" Target="/ppt/notesMasters/notesMaster1.xml" Id="R03db666f8dcd47d4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895772244606412b" /><Relationship Type="http://schemas.openxmlformats.org/officeDocument/2006/relationships/notesMaster" Target="/ppt/notesMasters/notesMaster1.xml" Id="R63c9df40aa794ff4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e19081529ded4367" /><Relationship Type="http://schemas.openxmlformats.org/officeDocument/2006/relationships/notesMaster" Target="/ppt/notesMasters/notesMaster1.xml" Id="R2f572c60da76413b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2ae873ed610345eb" /><Relationship Type="http://schemas.openxmlformats.org/officeDocument/2006/relationships/notesMaster" Target="/ppt/notesMasters/notesMaster1.xml" Id="Rbb71f673a529488d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46a3065f096844b8" /><Relationship Type="http://schemas.openxmlformats.org/officeDocument/2006/relationships/notesMaster" Target="/ppt/notesMasters/notesMaster1.xml" Id="Ra834cc5107ec4076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bd4482c38aae47e3" /><Relationship Type="http://schemas.openxmlformats.org/officeDocument/2006/relationships/notesMaster" Target="/ppt/notesMasters/notesMaster1.xml" Id="R26efa79ffd714923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0f731435356a4743" /><Relationship Type="http://schemas.openxmlformats.org/officeDocument/2006/relationships/notesMaster" Target="/ppt/notesMasters/notesMaster1.xml" Id="R8c1e873ce0c541a7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c4b844eb06194727" /><Relationship Type="http://schemas.openxmlformats.org/officeDocument/2006/relationships/notesMaster" Target="/ppt/notesMasters/notesMaster1.xml" Id="Rc14013cf10914749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1148364f1aa848f6" /><Relationship Type="http://schemas.openxmlformats.org/officeDocument/2006/relationships/notesMaster" Target="/ppt/notesMasters/notesMaster1.xml" Id="R2d74511f3f744abc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b60b8ca862c541b1" /><Relationship Type="http://schemas.openxmlformats.org/officeDocument/2006/relationships/notesMaster" Target="/ppt/notesMasters/notesMaster1.xml" Id="Re104427161e64b1b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b9ec97f777134645" /><Relationship Type="http://schemas.openxmlformats.org/officeDocument/2006/relationships/notesMaster" Target="/ppt/notesMasters/notesMaster1.xml" Id="R640ba45fd3834df7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9a4d1571bf3c4a1b" /><Relationship Type="http://schemas.openxmlformats.org/officeDocument/2006/relationships/notesMaster" Target="/ppt/notesMasters/notesMaster1.xml" Id="R620df68168c343ee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ec94e06ed21046d1" /><Relationship Type="http://schemas.openxmlformats.org/officeDocument/2006/relationships/notesMaster" Target="/ppt/notesMasters/notesMaster1.xml" Id="Rf3ecac97260644cb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3b34581dc03e40a7" /><Relationship Type="http://schemas.openxmlformats.org/officeDocument/2006/relationships/notesMaster" Target="/ppt/notesMasters/notesMaster1.xml" Id="R98b917db0a054d24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cc628a9322534c82" /><Relationship Type="http://schemas.openxmlformats.org/officeDocument/2006/relationships/notesMaster" Target="/ppt/notesMasters/notesMaster1.xml" Id="Rf11ca51c1aa14983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e9d7bc2c08d340c7" /><Relationship Type="http://schemas.openxmlformats.org/officeDocument/2006/relationships/notesMaster" Target="/ppt/notesMasters/notesMaster1.xml" Id="R6fae62d9d70f4c25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e79a3c23485e482a" /><Relationship Type="http://schemas.openxmlformats.org/officeDocument/2006/relationships/notesMaster" Target="/ppt/notesMasters/notesMaster1.xml" Id="R9686ac7cb9664b05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95e691de776340c4" /><Relationship Type="http://schemas.openxmlformats.org/officeDocument/2006/relationships/notesMaster" Target="/ppt/notesMasters/notesMaster1.xml" Id="Rea745b59dc9748a3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7d5b0503dbc14af8" /><Relationship Type="http://schemas.openxmlformats.org/officeDocument/2006/relationships/notesMaster" Target="/ppt/notesMasters/notesMaster1.xml" Id="Rfb907f2ce9794a78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f5f612e0510d4537" /><Relationship Type="http://schemas.openxmlformats.org/officeDocument/2006/relationships/notesMaster" Target="/ppt/notesMasters/notesMaster1.xml" Id="R3e7cd80491ed41df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e5a5f41080f94565" /><Relationship Type="http://schemas.openxmlformats.org/officeDocument/2006/relationships/notesMaster" Target="/ppt/notesMasters/notesMaster1.xml" Id="Rc22aadd5b32b4f18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938fd08987fc43c3" /><Relationship Type="http://schemas.openxmlformats.org/officeDocument/2006/relationships/notesMaster" Target="/ppt/notesMasters/notesMaster1.xml" Id="R2f236448fa31489a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3d577542ae314bf1" /><Relationship Type="http://schemas.openxmlformats.org/officeDocument/2006/relationships/notesMaster" Target="/ppt/notesMasters/notesMaster1.xml" Id="Rf980d0f4cdff4f94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7179047e4d974ac2" /><Relationship Type="http://schemas.openxmlformats.org/officeDocument/2006/relationships/notesMaster" Target="/ppt/notesMasters/notesMaster1.xml" Id="R76296b3828c54628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f8377e52d3dd4d34" /><Relationship Type="http://schemas.openxmlformats.org/officeDocument/2006/relationships/notesMaster" Target="/ppt/notesMasters/notesMaster1.xml" Id="Rfedea4354f374dac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054cb326b5794ae9" /><Relationship Type="http://schemas.openxmlformats.org/officeDocument/2006/relationships/notesMaster" Target="/ppt/notesMasters/notesMaster1.xml" Id="Raf4740d29c4d4420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bbc2fa8a7168463d" /><Relationship Type="http://schemas.openxmlformats.org/officeDocument/2006/relationships/notesMaster" Target="/ppt/notesMasters/notesMaster1.xml" Id="R778270d56a984735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2e5931ae41774d9e" /><Relationship Type="http://schemas.openxmlformats.org/officeDocument/2006/relationships/notesMaster" Target="/ppt/notesMasters/notesMaster1.xml" Id="Rfa359c5ae6d84319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04d8e8170f104672" /><Relationship Type="http://schemas.openxmlformats.org/officeDocument/2006/relationships/notesMaster" Target="/ppt/notesMasters/notesMaster1.xml" Id="R6c87ae6248134224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6e3b1225f5cb4a2b" /><Relationship Type="http://schemas.openxmlformats.org/officeDocument/2006/relationships/notesMaster" Target="/ppt/notesMasters/notesMaster1.xml" Id="Rcba71bf602194c25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5f780d9839434c15" /><Relationship Type="http://schemas.openxmlformats.org/officeDocument/2006/relationships/notesMaster" Target="/ppt/notesMasters/notesMaster1.xml" Id="Re4845e54d4f14799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44ec2759d35c4b3b" /><Relationship Type="http://schemas.openxmlformats.org/officeDocument/2006/relationships/notesMaster" Target="/ppt/notesMasters/notesMaster1.xml" Id="R683023b7ea854347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2bd1160de9164b4f" /><Relationship Type="http://schemas.openxmlformats.org/officeDocument/2006/relationships/notesMaster" Target="/ppt/notesMasters/notesMaster1.xml" Id="R1da7922d6bf949fe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ff277b2d98884a4b" /><Relationship Type="http://schemas.openxmlformats.org/officeDocument/2006/relationships/notesMaster" Target="/ppt/notesMasters/notesMaster1.xml" Id="R66c0662837f24bed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73bc7067611640c5" /><Relationship Type="http://schemas.openxmlformats.org/officeDocument/2006/relationships/notesMaster" Target="/ppt/notesMasters/notesMaster1.xml" Id="R831f9c25479c4bf5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95d30bdbd0ec42bd" /><Relationship Type="http://schemas.openxmlformats.org/officeDocument/2006/relationships/notesMaster" Target="/ppt/notesMasters/notesMaster1.xml" Id="Rb632041970314de8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4d7c6d1824e7428b" /><Relationship Type="http://schemas.openxmlformats.org/officeDocument/2006/relationships/notesMaster" Target="/ppt/notesMasters/notesMaster1.xml" Id="Rc525982baf6e41a1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c129c4b845664c69" /><Relationship Type="http://schemas.openxmlformats.org/officeDocument/2006/relationships/notesMaster" Target="/ppt/notesMasters/notesMaster1.xml" Id="R297c011810bc4308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ce99aa4e68fd47e5" /><Relationship Type="http://schemas.openxmlformats.org/officeDocument/2006/relationships/notesMaster" Target="/ppt/notesMasters/notesMaster1.xml" Id="R05f72527772d464b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5e14a7472e384543" /><Relationship Type="http://schemas.openxmlformats.org/officeDocument/2006/relationships/notesMaster" Target="/ppt/notesMasters/notesMaster1.xml" Id="R0876932a85c64ff5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20d82df3ffba485a" /><Relationship Type="http://schemas.openxmlformats.org/officeDocument/2006/relationships/notesMaster" Target="/ppt/notesMasters/notesMaster1.xml" Id="Rbfc5b7e0b93f4e50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22861d988a344080" /><Relationship Type="http://schemas.openxmlformats.org/officeDocument/2006/relationships/notesMaster" Target="/ppt/notesMasters/notesMaster1.xml" Id="Ra14315d223b24230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4b550c123c8f46e7" /><Relationship Type="http://schemas.openxmlformats.org/officeDocument/2006/relationships/notesMaster" Target="/ppt/notesMasters/notesMaster1.xml" Id="Rc596697da13140ce" /></Relationships>
</file>

<file path=ppt/notesSlides/_rels/notesSlide111.xml.rels>&#65279;<?xml version="1.0" encoding="utf-8"?><Relationships xmlns="http://schemas.openxmlformats.org/package/2006/relationships"><Relationship Type="http://schemas.openxmlformats.org/officeDocument/2006/relationships/slide" Target="/ppt/slides/slide111.xml" Id="Re2ecb038e1294970" /><Relationship Type="http://schemas.openxmlformats.org/officeDocument/2006/relationships/notesMaster" Target="/ppt/notesMasters/notesMaster1.xml" Id="R22b1292cfd8c477b" /></Relationships>
</file>

<file path=ppt/notesSlides/_rels/notesSlide112.xml.rels>&#65279;<?xml version="1.0" encoding="utf-8"?><Relationships xmlns="http://schemas.openxmlformats.org/package/2006/relationships"><Relationship Type="http://schemas.openxmlformats.org/officeDocument/2006/relationships/slide" Target="/ppt/slides/slide112.xml" Id="R7a8eb797b6144578" /><Relationship Type="http://schemas.openxmlformats.org/officeDocument/2006/relationships/notesMaster" Target="/ppt/notesMasters/notesMaster1.xml" Id="R84c7e448aca24fbe" /></Relationships>
</file>

<file path=ppt/notesSlides/_rels/notesSlide113.xml.rels>&#65279;<?xml version="1.0" encoding="utf-8"?><Relationships xmlns="http://schemas.openxmlformats.org/package/2006/relationships"><Relationship Type="http://schemas.openxmlformats.org/officeDocument/2006/relationships/slide" Target="/ppt/slides/slide113.xml" Id="Re869ca44460e42b3" /><Relationship Type="http://schemas.openxmlformats.org/officeDocument/2006/relationships/notesMaster" Target="/ppt/notesMasters/notesMaster1.xml" Id="Ra6e0eabdc8074b1c" /></Relationships>
</file>

<file path=ppt/notesSlides/_rels/notesSlide114.xml.rels>&#65279;<?xml version="1.0" encoding="utf-8"?><Relationships xmlns="http://schemas.openxmlformats.org/package/2006/relationships"><Relationship Type="http://schemas.openxmlformats.org/officeDocument/2006/relationships/slide" Target="/ppt/slides/slide114.xml" Id="R008accdf458f4668" /><Relationship Type="http://schemas.openxmlformats.org/officeDocument/2006/relationships/notesMaster" Target="/ppt/notesMasters/notesMaster1.xml" Id="R9c4625fb82404448" /></Relationships>
</file>

<file path=ppt/notesSlides/_rels/notesSlide115.xml.rels>&#65279;<?xml version="1.0" encoding="utf-8"?><Relationships xmlns="http://schemas.openxmlformats.org/package/2006/relationships"><Relationship Type="http://schemas.openxmlformats.org/officeDocument/2006/relationships/slide" Target="/ppt/slides/slide115.xml" Id="R6c5abde1371a4346" /><Relationship Type="http://schemas.openxmlformats.org/officeDocument/2006/relationships/notesMaster" Target="/ppt/notesMasters/notesMaster1.xml" Id="R67a7c21ac88d4fd5" /></Relationships>
</file>

<file path=ppt/notesSlides/_rels/notesSlide116.xml.rels>&#65279;<?xml version="1.0" encoding="utf-8"?><Relationships xmlns="http://schemas.openxmlformats.org/package/2006/relationships"><Relationship Type="http://schemas.openxmlformats.org/officeDocument/2006/relationships/slide" Target="/ppt/slides/slide116.xml" Id="R9631917e91e54961" /><Relationship Type="http://schemas.openxmlformats.org/officeDocument/2006/relationships/notesMaster" Target="/ppt/notesMasters/notesMaster1.xml" Id="Rf14e24047496435d" /></Relationships>
</file>

<file path=ppt/notesSlides/_rels/notesSlide117.xml.rels>&#65279;<?xml version="1.0" encoding="utf-8"?><Relationships xmlns="http://schemas.openxmlformats.org/package/2006/relationships"><Relationship Type="http://schemas.openxmlformats.org/officeDocument/2006/relationships/slide" Target="/ppt/slides/slide117.xml" Id="R4f9b61605b5b4b9d" /><Relationship Type="http://schemas.openxmlformats.org/officeDocument/2006/relationships/notesMaster" Target="/ppt/notesMasters/notesMaster1.xml" Id="R2ffe9cbb5cfa43c6" /></Relationships>
</file>

<file path=ppt/notesSlides/_rels/notesSlide118.xml.rels>&#65279;<?xml version="1.0" encoding="utf-8"?><Relationships xmlns="http://schemas.openxmlformats.org/package/2006/relationships"><Relationship Type="http://schemas.openxmlformats.org/officeDocument/2006/relationships/slide" Target="/ppt/slides/slide118.xml" Id="Rd13fa63eed0f4b91" /><Relationship Type="http://schemas.openxmlformats.org/officeDocument/2006/relationships/notesMaster" Target="/ppt/notesMasters/notesMaster1.xml" Id="Rdad4192512144ec7" /></Relationships>
</file>

<file path=ppt/notesSlides/_rels/notesSlide120.xml.rels>&#65279;<?xml version="1.0" encoding="utf-8"?><Relationships xmlns="http://schemas.openxmlformats.org/package/2006/relationships"><Relationship Type="http://schemas.openxmlformats.org/officeDocument/2006/relationships/slide" Target="/ppt/slides/slide120.xml" Id="Rddde08defe9f4112" /><Relationship Type="http://schemas.openxmlformats.org/officeDocument/2006/relationships/notesMaster" Target="/ppt/notesMasters/notesMaster1.xml" Id="Re536934e3dbe4327" /></Relationships>
</file>

<file path=ppt/notesSlides/_rels/notesSlide121.xml.rels>&#65279;<?xml version="1.0" encoding="utf-8"?><Relationships xmlns="http://schemas.openxmlformats.org/package/2006/relationships"><Relationship Type="http://schemas.openxmlformats.org/officeDocument/2006/relationships/slide" Target="/ppt/slides/slide121.xml" Id="R08a3e00e331944ed" /><Relationship Type="http://schemas.openxmlformats.org/officeDocument/2006/relationships/notesMaster" Target="/ppt/notesMasters/notesMaster1.xml" Id="R6f786e33938149ae" /></Relationships>
</file>

<file path=ppt/notesSlides/_rels/notesSlide122.xml.rels>&#65279;<?xml version="1.0" encoding="utf-8"?><Relationships xmlns="http://schemas.openxmlformats.org/package/2006/relationships"><Relationship Type="http://schemas.openxmlformats.org/officeDocument/2006/relationships/slide" Target="/ppt/slides/slide122.xml" Id="Rf2189c7fe5154f04" /><Relationship Type="http://schemas.openxmlformats.org/officeDocument/2006/relationships/notesMaster" Target="/ppt/notesMasters/notesMaster1.xml" Id="R675b232071964ae3" /></Relationships>
</file>

<file path=ppt/notesSlides/_rels/notesSlide123.xml.rels>&#65279;<?xml version="1.0" encoding="utf-8"?><Relationships xmlns="http://schemas.openxmlformats.org/package/2006/relationships"><Relationship Type="http://schemas.openxmlformats.org/officeDocument/2006/relationships/slide" Target="/ppt/slides/slide123.xml" Id="Rbfca32deb97b4b95" /><Relationship Type="http://schemas.openxmlformats.org/officeDocument/2006/relationships/notesMaster" Target="/ppt/notesMasters/notesMaster1.xml" Id="Rc93d15fd66884a05" /></Relationships>
</file>

<file path=ppt/notesSlides/_rels/notesSlide124.xml.rels>&#65279;<?xml version="1.0" encoding="utf-8"?><Relationships xmlns="http://schemas.openxmlformats.org/package/2006/relationships"><Relationship Type="http://schemas.openxmlformats.org/officeDocument/2006/relationships/slide" Target="/ppt/slides/slide124.xml" Id="Ra7796a9f80ce4ce6" /><Relationship Type="http://schemas.openxmlformats.org/officeDocument/2006/relationships/notesMaster" Target="/ppt/notesMasters/notesMaster1.xml" Id="R6e8be1985b7048de" /></Relationships>
</file>

<file path=ppt/notesSlides/_rels/notesSlide125.xml.rels>&#65279;<?xml version="1.0" encoding="utf-8"?><Relationships xmlns="http://schemas.openxmlformats.org/package/2006/relationships"><Relationship Type="http://schemas.openxmlformats.org/officeDocument/2006/relationships/slide" Target="/ppt/slides/slide125.xml" Id="Rfd97b8bb41d54079" /><Relationship Type="http://schemas.openxmlformats.org/officeDocument/2006/relationships/notesMaster" Target="/ppt/notesMasters/notesMaster1.xml" Id="Rd0ccc0a6ecf743bc" /></Relationships>
</file>

<file path=ppt/notesSlides/_rels/notesSlide126.xml.rels>&#65279;<?xml version="1.0" encoding="utf-8"?><Relationships xmlns="http://schemas.openxmlformats.org/package/2006/relationships"><Relationship Type="http://schemas.openxmlformats.org/officeDocument/2006/relationships/slide" Target="/ppt/slides/slide126.xml" Id="R1183e138b40c4432" /><Relationship Type="http://schemas.openxmlformats.org/officeDocument/2006/relationships/notesMaster" Target="/ppt/notesMasters/notesMaster1.xml" Id="R61f9a79bf47e4e09" /></Relationships>
</file>

<file path=ppt/notesSlides/_rels/notesSlide127.xml.rels>&#65279;<?xml version="1.0" encoding="utf-8"?><Relationships xmlns="http://schemas.openxmlformats.org/package/2006/relationships"><Relationship Type="http://schemas.openxmlformats.org/officeDocument/2006/relationships/slide" Target="/ppt/slides/slide127.xml" Id="R29eff779d3534b49" /><Relationship Type="http://schemas.openxmlformats.org/officeDocument/2006/relationships/notesMaster" Target="/ppt/notesMasters/notesMaster1.xml" Id="R9dc648204ea84fea" /></Relationships>
</file>

<file path=ppt/notesSlides/_rels/notesSlide128.xml.rels>&#65279;<?xml version="1.0" encoding="utf-8"?><Relationships xmlns="http://schemas.openxmlformats.org/package/2006/relationships"><Relationship Type="http://schemas.openxmlformats.org/officeDocument/2006/relationships/slide" Target="/ppt/slides/slide128.xml" Id="Rdebc9916f8084932" /><Relationship Type="http://schemas.openxmlformats.org/officeDocument/2006/relationships/notesMaster" Target="/ppt/notesMasters/notesMaster1.xml" Id="R36bc95918d6d4966" /></Relationships>
</file>

<file path=ppt/notesSlides/_rels/notesSlide129.xml.rels>&#65279;<?xml version="1.0" encoding="utf-8"?><Relationships xmlns="http://schemas.openxmlformats.org/package/2006/relationships"><Relationship Type="http://schemas.openxmlformats.org/officeDocument/2006/relationships/slide" Target="/ppt/slides/slide129.xml" Id="R89ad0e0dc7e149ed" /><Relationship Type="http://schemas.openxmlformats.org/officeDocument/2006/relationships/notesMaster" Target="/ppt/notesMasters/notesMaster1.xml" Id="Ra76d1c7be0964276" /></Relationships>
</file>

<file path=ppt/notesSlides/_rels/notesSlide130.xml.rels>&#65279;<?xml version="1.0" encoding="utf-8"?><Relationships xmlns="http://schemas.openxmlformats.org/package/2006/relationships"><Relationship Type="http://schemas.openxmlformats.org/officeDocument/2006/relationships/slide" Target="/ppt/slides/slide130.xml" Id="Ref6750125ca246d8" /><Relationship Type="http://schemas.openxmlformats.org/officeDocument/2006/relationships/notesMaster" Target="/ppt/notesMasters/notesMaster1.xml" Id="Rf27eaca7f44b4a06" /></Relationships>
</file>

<file path=ppt/notesSlides/_rels/notesSlide131.xml.rels>&#65279;<?xml version="1.0" encoding="utf-8"?><Relationships xmlns="http://schemas.openxmlformats.org/package/2006/relationships"><Relationship Type="http://schemas.openxmlformats.org/officeDocument/2006/relationships/slide" Target="/ppt/slides/slide131.xml" Id="R7de0e5282e184b79" /><Relationship Type="http://schemas.openxmlformats.org/officeDocument/2006/relationships/notesMaster" Target="/ppt/notesMasters/notesMaster1.xml" Id="R21b840c5b5dd4e55" /></Relationships>
</file>

<file path=ppt/notesSlides/_rels/notesSlide132.xml.rels>&#65279;<?xml version="1.0" encoding="utf-8"?><Relationships xmlns="http://schemas.openxmlformats.org/package/2006/relationships"><Relationship Type="http://schemas.openxmlformats.org/officeDocument/2006/relationships/slide" Target="/ppt/slides/slide132.xml" Id="R999ec71f4da6496e" /><Relationship Type="http://schemas.openxmlformats.org/officeDocument/2006/relationships/notesMaster" Target="/ppt/notesMasters/notesMaster1.xml" Id="R5457c9c72b604132" /></Relationships>
</file>

<file path=ppt/notesSlides/_rels/notesSlide133.xml.rels>&#65279;<?xml version="1.0" encoding="utf-8"?><Relationships xmlns="http://schemas.openxmlformats.org/package/2006/relationships"><Relationship Type="http://schemas.openxmlformats.org/officeDocument/2006/relationships/slide" Target="/ppt/slides/slide133.xml" Id="R3f160887513e4aa6" /><Relationship Type="http://schemas.openxmlformats.org/officeDocument/2006/relationships/notesMaster" Target="/ppt/notesMasters/notesMaster1.xml" Id="R40af7d7a85fb4446" /></Relationships>
</file>

<file path=ppt/notesSlides/_rels/notesSlide216.xml.rels>&#65279;<?xml version="1.0" encoding="utf-8"?><Relationships xmlns="http://schemas.openxmlformats.org/package/2006/relationships"><Relationship Type="http://schemas.openxmlformats.org/officeDocument/2006/relationships/slide" Target="/ppt/slides/slide216.xml" Id="R238a526d63db4132" /><Relationship Type="http://schemas.openxmlformats.org/officeDocument/2006/relationships/notesMaster" Target="/ppt/notesMasters/notesMaster1.xml" Id="Rb269c4f881f04131" /></Relationships>
</file>

<file path=ppt/notesSlides/_rels/notesSlide217.xml.rels>&#65279;<?xml version="1.0" encoding="utf-8"?><Relationships xmlns="http://schemas.openxmlformats.org/package/2006/relationships"><Relationship Type="http://schemas.openxmlformats.org/officeDocument/2006/relationships/slide" Target="/ppt/slides/slide217.xml" Id="R59ec5998653a4533" /><Relationship Type="http://schemas.openxmlformats.org/officeDocument/2006/relationships/notesMaster" Target="/ppt/notesMasters/notesMaster1.xml" Id="Re66e93baadb54b52" /></Relationships>
</file>

<file path=ppt/notesSlides/_rels/notesSlide218.xml.rels>&#65279;<?xml version="1.0" encoding="utf-8"?><Relationships xmlns="http://schemas.openxmlformats.org/package/2006/relationships"><Relationship Type="http://schemas.openxmlformats.org/officeDocument/2006/relationships/slide" Target="/ppt/slides/slide218.xml" Id="R32f41a115ee04721" /><Relationship Type="http://schemas.openxmlformats.org/officeDocument/2006/relationships/notesMaster" Target="/ppt/notesMasters/notesMaster1.xml" Id="R60e1969392c847a1" /></Relationships>
</file>

<file path=ppt/notesSlides/_rels/notesSlide220.xml.rels>&#65279;<?xml version="1.0" encoding="utf-8"?><Relationships xmlns="http://schemas.openxmlformats.org/package/2006/relationships"><Relationship Type="http://schemas.openxmlformats.org/officeDocument/2006/relationships/slide" Target="/ppt/slides/slide220.xml" Id="Rd18e1b4c7a7f40d8" /><Relationship Type="http://schemas.openxmlformats.org/officeDocument/2006/relationships/notesMaster" Target="/ppt/notesMasters/notesMaster1.xml" Id="R9f75a9a7ffc049e5" /></Relationships>
</file>

<file path=ppt/notesSlides/_rels/notesSlide221.xml.rels>&#65279;<?xml version="1.0" encoding="utf-8"?><Relationships xmlns="http://schemas.openxmlformats.org/package/2006/relationships"><Relationship Type="http://schemas.openxmlformats.org/officeDocument/2006/relationships/slide" Target="/ppt/slides/slide221.xml" Id="Rb0ccd5687b384da9" /><Relationship Type="http://schemas.openxmlformats.org/officeDocument/2006/relationships/notesMaster" Target="/ppt/notesMasters/notesMaster1.xml" Id="R0046344734484b8c" /></Relationships>
</file>

<file path=ppt/notesSlides/_rels/notesSlide222.xml.rels>&#65279;<?xml version="1.0" encoding="utf-8"?><Relationships xmlns="http://schemas.openxmlformats.org/package/2006/relationships"><Relationship Type="http://schemas.openxmlformats.org/officeDocument/2006/relationships/slide" Target="/ppt/slides/slide222.xml" Id="R39e888f3afad47ed" /><Relationship Type="http://schemas.openxmlformats.org/officeDocument/2006/relationships/notesMaster" Target="/ppt/notesMasters/notesMaster1.xml" Id="Re23f720d1ae143d9" /></Relationships>
</file>

<file path=ppt/notesSlides/_rels/notesSlide223.xml.rels>&#65279;<?xml version="1.0" encoding="utf-8"?><Relationships xmlns="http://schemas.openxmlformats.org/package/2006/relationships"><Relationship Type="http://schemas.openxmlformats.org/officeDocument/2006/relationships/slide" Target="/ppt/slides/slide223.xml" Id="R4435f59458aa4a29" /><Relationship Type="http://schemas.openxmlformats.org/officeDocument/2006/relationships/notesMaster" Target="/ppt/notesMasters/notesMaster1.xml" Id="Rdf61cd13ccd847cf" /></Relationships>
</file>

<file path=ppt/notesSlides/_rels/notesSlide224.xml.rels>&#65279;<?xml version="1.0" encoding="utf-8"?><Relationships xmlns="http://schemas.openxmlformats.org/package/2006/relationships"><Relationship Type="http://schemas.openxmlformats.org/officeDocument/2006/relationships/slide" Target="/ppt/slides/slide224.xml" Id="R55afadbf4c814c66" /><Relationship Type="http://schemas.openxmlformats.org/officeDocument/2006/relationships/notesMaster" Target="/ppt/notesMasters/notesMaster1.xml" Id="R7aabeceda592460b" /></Relationships>
</file>

<file path=ppt/notesSlides/_rels/notesSlide225.xml.rels>&#65279;<?xml version="1.0" encoding="utf-8"?><Relationships xmlns="http://schemas.openxmlformats.org/package/2006/relationships"><Relationship Type="http://schemas.openxmlformats.org/officeDocument/2006/relationships/slide" Target="/ppt/slides/slide225.xml" Id="Rda1cfcf2ebe24833" /><Relationship Type="http://schemas.openxmlformats.org/officeDocument/2006/relationships/notesMaster" Target="/ppt/notesMasters/notesMaster1.xml" Id="R3093aa16a31b4204" /></Relationships>
</file>

<file path=ppt/notesSlides/_rels/notesSlide226.xml.rels>&#65279;<?xml version="1.0" encoding="utf-8"?><Relationships xmlns="http://schemas.openxmlformats.org/package/2006/relationships"><Relationship Type="http://schemas.openxmlformats.org/officeDocument/2006/relationships/slide" Target="/ppt/slides/slide226.xml" Id="R09f81996e15d4e43" /><Relationship Type="http://schemas.openxmlformats.org/officeDocument/2006/relationships/notesMaster" Target="/ppt/notesMasters/notesMaster1.xml" Id="R9d5addad8c074e8d" /></Relationships>
</file>

<file path=ppt/notesSlides/_rels/notesSlide227.xml.rels>&#65279;<?xml version="1.0" encoding="utf-8"?><Relationships xmlns="http://schemas.openxmlformats.org/package/2006/relationships"><Relationship Type="http://schemas.openxmlformats.org/officeDocument/2006/relationships/slide" Target="/ppt/slides/slide227.xml" Id="R88913ffab72d46ee" /><Relationship Type="http://schemas.openxmlformats.org/officeDocument/2006/relationships/notesMaster" Target="/ppt/notesMasters/notesMaster1.xml" Id="Rb62c26168c024e4d" /></Relationships>
</file>

<file path=ppt/notesSlides/_rels/notesSlide228.xml.rels>&#65279;<?xml version="1.0" encoding="utf-8"?><Relationships xmlns="http://schemas.openxmlformats.org/package/2006/relationships"><Relationship Type="http://schemas.openxmlformats.org/officeDocument/2006/relationships/slide" Target="/ppt/slides/slide228.xml" Id="Rb57fbef5a9294609" /><Relationship Type="http://schemas.openxmlformats.org/officeDocument/2006/relationships/notesMaster" Target="/ppt/notesMasters/notesMaster1.xml" Id="R33862b530553435f" /></Relationships>
</file>

<file path=ppt/notesSlides/_rels/notesSlide229.xml.rels>&#65279;<?xml version="1.0" encoding="utf-8"?><Relationships xmlns="http://schemas.openxmlformats.org/package/2006/relationships"><Relationship Type="http://schemas.openxmlformats.org/officeDocument/2006/relationships/slide" Target="/ppt/slides/slide229.xml" Id="R8854de5acc184cff" /><Relationship Type="http://schemas.openxmlformats.org/officeDocument/2006/relationships/notesMaster" Target="/ppt/notesMasters/notesMaster1.xml" Id="R066a72522fbc4d0f" /></Relationships>
</file>

<file path=ppt/notesSlides/_rels/notesSlide230.xml.rels>&#65279;<?xml version="1.0" encoding="utf-8"?><Relationships xmlns="http://schemas.openxmlformats.org/package/2006/relationships"><Relationship Type="http://schemas.openxmlformats.org/officeDocument/2006/relationships/slide" Target="/ppt/slides/slide230.xml" Id="Rc3dbe69c52ca40c5" /><Relationship Type="http://schemas.openxmlformats.org/officeDocument/2006/relationships/notesMaster" Target="/ppt/notesMasters/notesMaster1.xml" Id="R58af24db60b6429a" /></Relationships>
</file>

<file path=ppt/notesSlides/_rels/notesSlide231.xml.rels>&#65279;<?xml version="1.0" encoding="utf-8"?><Relationships xmlns="http://schemas.openxmlformats.org/package/2006/relationships"><Relationship Type="http://schemas.openxmlformats.org/officeDocument/2006/relationships/slide" Target="/ppt/slides/slide231.xml" Id="R1dfb8b0833774bca" /><Relationship Type="http://schemas.openxmlformats.org/officeDocument/2006/relationships/notesMaster" Target="/ppt/notesMasters/notesMaster1.xml" Id="R19186d2ebd0a4b05" /></Relationships>
</file>

<file path=ppt/notesSlides/_rels/notesSlide232.xml.rels>&#65279;<?xml version="1.0" encoding="utf-8"?><Relationships xmlns="http://schemas.openxmlformats.org/package/2006/relationships"><Relationship Type="http://schemas.openxmlformats.org/officeDocument/2006/relationships/slide" Target="/ppt/slides/slide232.xml" Id="Rabe8d6d32532400b" /><Relationship Type="http://schemas.openxmlformats.org/officeDocument/2006/relationships/notesMaster" Target="/ppt/notesMasters/notesMaster1.xml" Id="R0b9aae19dc9d4aed" /></Relationships>
</file>

<file path=ppt/notesSlides/_rels/notesSlide233.xml.rels>&#65279;<?xml version="1.0" encoding="utf-8"?><Relationships xmlns="http://schemas.openxmlformats.org/package/2006/relationships"><Relationship Type="http://schemas.openxmlformats.org/officeDocument/2006/relationships/slide" Target="/ppt/slides/slide233.xml" Id="Rba5b85c742a94154" /><Relationship Type="http://schemas.openxmlformats.org/officeDocument/2006/relationships/notesMaster" Target="/ppt/notesMasters/notesMaster1.xml" Id="R57489711d7e64ef1" /></Relationships>
</file>

<file path=ppt/notesSlides/_rels/notesSlide234.xml.rels>&#65279;<?xml version="1.0" encoding="utf-8"?><Relationships xmlns="http://schemas.openxmlformats.org/package/2006/relationships"><Relationship Type="http://schemas.openxmlformats.org/officeDocument/2006/relationships/slide" Target="/ppt/slides/slide234.xml" Id="Ra6b5e4e10d7b4808" /><Relationship Type="http://schemas.openxmlformats.org/officeDocument/2006/relationships/notesMaster" Target="/ppt/notesMasters/notesMaster1.xml" Id="R361929e3a86e4b44" /></Relationships>
</file>

<file path=ppt/notesSlides/_rels/notesSlide235.xml.rels>&#65279;<?xml version="1.0" encoding="utf-8"?><Relationships xmlns="http://schemas.openxmlformats.org/package/2006/relationships"><Relationship Type="http://schemas.openxmlformats.org/officeDocument/2006/relationships/slide" Target="/ppt/slides/slide235.xml" Id="R145c2b8dec514528" /><Relationship Type="http://schemas.openxmlformats.org/officeDocument/2006/relationships/notesMaster" Target="/ppt/notesMasters/notesMaster1.xml" Id="R23be5045a94a4520" /></Relationships>
</file>

<file path=ppt/notesSlides/_rels/notesSlide236.xml.rels>&#65279;<?xml version="1.0" encoding="utf-8"?><Relationships xmlns="http://schemas.openxmlformats.org/package/2006/relationships"><Relationship Type="http://schemas.openxmlformats.org/officeDocument/2006/relationships/slide" Target="/ppt/slides/slide236.xml" Id="Rac935e9bcf504031" /><Relationship Type="http://schemas.openxmlformats.org/officeDocument/2006/relationships/notesMaster" Target="/ppt/notesMasters/notesMaster1.xml" Id="R9fadcfc8a7bf4b3b" /></Relationships>
</file>

<file path=ppt/notesSlides/_rels/notesSlide237.xml.rels>&#65279;<?xml version="1.0" encoding="utf-8"?><Relationships xmlns="http://schemas.openxmlformats.org/package/2006/relationships"><Relationship Type="http://schemas.openxmlformats.org/officeDocument/2006/relationships/slide" Target="/ppt/slides/slide237.xml" Id="Rc7f4b6a76fb44bc6" /><Relationship Type="http://schemas.openxmlformats.org/officeDocument/2006/relationships/notesMaster" Target="/ppt/notesMasters/notesMaster1.xml" Id="R31b94aa93b844b9b" /></Relationships>
</file>

<file path=ppt/notesSlides/_rels/notesSlide238.xml.rels>&#65279;<?xml version="1.0" encoding="utf-8"?><Relationships xmlns="http://schemas.openxmlformats.org/package/2006/relationships"><Relationship Type="http://schemas.openxmlformats.org/officeDocument/2006/relationships/slide" Target="/ppt/slides/slide238.xml" Id="Rc3ae1fb23e4f41a0" /><Relationship Type="http://schemas.openxmlformats.org/officeDocument/2006/relationships/notesMaster" Target="/ppt/notesMasters/notesMaster1.xml" Id="R349c947c806a45cf" /></Relationships>
</file>

<file path=ppt/notesSlides/_rels/notesSlide239.xml.rels>&#65279;<?xml version="1.0" encoding="utf-8"?><Relationships xmlns="http://schemas.openxmlformats.org/package/2006/relationships"><Relationship Type="http://schemas.openxmlformats.org/officeDocument/2006/relationships/slide" Target="/ppt/slides/slide239.xml" Id="Rb7726350b2264de2" /><Relationship Type="http://schemas.openxmlformats.org/officeDocument/2006/relationships/notesMaster" Target="/ppt/notesMasters/notesMaster1.xml" Id="R7f25b1e1f73d4276" /></Relationships>
</file>

<file path=ppt/notesSlides/_rels/notesSlide240.xml.rels>&#65279;<?xml version="1.0" encoding="utf-8"?><Relationships xmlns="http://schemas.openxmlformats.org/package/2006/relationships"><Relationship Type="http://schemas.openxmlformats.org/officeDocument/2006/relationships/slide" Target="/ppt/slides/slide240.xml" Id="R3a463f6184b644c4" /><Relationship Type="http://schemas.openxmlformats.org/officeDocument/2006/relationships/notesMaster" Target="/ppt/notesMasters/notesMaster1.xml" Id="Ree042d7fee304b0c" /></Relationships>
</file>

<file path=ppt/notesSlides/_rels/notesSlide241.xml.rels>&#65279;<?xml version="1.0" encoding="utf-8"?><Relationships xmlns="http://schemas.openxmlformats.org/package/2006/relationships"><Relationship Type="http://schemas.openxmlformats.org/officeDocument/2006/relationships/slide" Target="/ppt/slides/slide241.xml" Id="Racf5131879ba46bf" /><Relationship Type="http://schemas.openxmlformats.org/officeDocument/2006/relationships/notesMaster" Target="/ppt/notesMasters/notesMaster1.xml" Id="R951d823daa0a41e7" /></Relationships>
</file>

<file path=ppt/notesSlides/_rels/notesSlide242.xml.rels>&#65279;<?xml version="1.0" encoding="utf-8"?><Relationships xmlns="http://schemas.openxmlformats.org/package/2006/relationships"><Relationship Type="http://schemas.openxmlformats.org/officeDocument/2006/relationships/slide" Target="/ppt/slides/slide242.xml" Id="R87717c277bfd42e4" /><Relationship Type="http://schemas.openxmlformats.org/officeDocument/2006/relationships/notesMaster" Target="/ppt/notesMasters/notesMaster1.xml" Id="R428bb14baad34a76" /></Relationships>
</file>

<file path=ppt/notesSlides/_rels/notesSlide243.xml.rels>&#65279;<?xml version="1.0" encoding="utf-8"?><Relationships xmlns="http://schemas.openxmlformats.org/package/2006/relationships"><Relationship Type="http://schemas.openxmlformats.org/officeDocument/2006/relationships/slide" Target="/ppt/slides/slide243.xml" Id="R2865a49b087b49b3" /><Relationship Type="http://schemas.openxmlformats.org/officeDocument/2006/relationships/notesMaster" Target="/ppt/notesMasters/notesMaster1.xml" Id="R48211df2c5fe43cd" /></Relationships>
</file>

<file path=ppt/notesSlides/_rels/notesSlide245.xml.rels>&#65279;<?xml version="1.0" encoding="utf-8"?><Relationships xmlns="http://schemas.openxmlformats.org/package/2006/relationships"><Relationship Type="http://schemas.openxmlformats.org/officeDocument/2006/relationships/slide" Target="/ppt/slides/slide245.xml" Id="Rcfb21b63825f4953" /><Relationship Type="http://schemas.openxmlformats.org/officeDocument/2006/relationships/notesMaster" Target="/ppt/notesMasters/notesMaster1.xml" Id="Rac6726a8ab204994" /></Relationships>
</file>

<file path=ppt/notesSlides/_rels/notesSlide246.xml.rels>&#65279;<?xml version="1.0" encoding="utf-8"?><Relationships xmlns="http://schemas.openxmlformats.org/package/2006/relationships"><Relationship Type="http://schemas.openxmlformats.org/officeDocument/2006/relationships/slide" Target="/ppt/slides/slide246.xml" Id="R9625d2ee7c584961" /><Relationship Type="http://schemas.openxmlformats.org/officeDocument/2006/relationships/notesMaster" Target="/ppt/notesMasters/notesMaster1.xml" Id="R89f57068bc754013" /></Relationships>
</file>

<file path=ppt/notesSlides/_rels/notesSlide247.xml.rels>&#65279;<?xml version="1.0" encoding="utf-8"?><Relationships xmlns="http://schemas.openxmlformats.org/package/2006/relationships"><Relationship Type="http://schemas.openxmlformats.org/officeDocument/2006/relationships/slide" Target="/ppt/slides/slide247.xml" Id="R8fd2e67cb56c46a3" /><Relationship Type="http://schemas.openxmlformats.org/officeDocument/2006/relationships/notesMaster" Target="/ppt/notesMasters/notesMaster1.xml" Id="Rafd17033e8d540d6" /></Relationships>
</file>

<file path=ppt/notesSlides/_rels/notesSlide248.xml.rels>&#65279;<?xml version="1.0" encoding="utf-8"?><Relationships xmlns="http://schemas.openxmlformats.org/package/2006/relationships"><Relationship Type="http://schemas.openxmlformats.org/officeDocument/2006/relationships/slide" Target="/ppt/slides/slide248.xml" Id="R993df9f9933c4f58" /><Relationship Type="http://schemas.openxmlformats.org/officeDocument/2006/relationships/notesMaster" Target="/ppt/notesMasters/notesMaster1.xml" Id="R17ab04a471344bc9" /></Relationships>
</file>

<file path=ppt/notesSlides/_rels/notesSlide249.xml.rels>&#65279;<?xml version="1.0" encoding="utf-8"?><Relationships xmlns="http://schemas.openxmlformats.org/package/2006/relationships"><Relationship Type="http://schemas.openxmlformats.org/officeDocument/2006/relationships/slide" Target="/ppt/slides/slide249.xml" Id="Re4c6fdb64044488b" /><Relationship Type="http://schemas.openxmlformats.org/officeDocument/2006/relationships/notesMaster" Target="/ppt/notesMasters/notesMaster1.xml" Id="Rd15715bdef894967" /></Relationships>
</file>

<file path=ppt/notesSlides/_rels/notesSlide250.xml.rels>&#65279;<?xml version="1.0" encoding="utf-8"?><Relationships xmlns="http://schemas.openxmlformats.org/package/2006/relationships"><Relationship Type="http://schemas.openxmlformats.org/officeDocument/2006/relationships/slide" Target="/ppt/slides/slide250.xml" Id="R22562de69bd742a4" /><Relationship Type="http://schemas.openxmlformats.org/officeDocument/2006/relationships/notesMaster" Target="/ppt/notesMasters/notesMaster1.xml" Id="Recd00c37af1d4d3b" /></Relationships>
</file>

<file path=ppt/notesSlides/_rels/notesSlide251.xml.rels>&#65279;<?xml version="1.0" encoding="utf-8"?><Relationships xmlns="http://schemas.openxmlformats.org/package/2006/relationships"><Relationship Type="http://schemas.openxmlformats.org/officeDocument/2006/relationships/slide" Target="/ppt/slides/slide251.xml" Id="R54c2392ba5f44d1a" /><Relationship Type="http://schemas.openxmlformats.org/officeDocument/2006/relationships/notesMaster" Target="/ppt/notesMasters/notesMaster1.xml" Id="Rea52beba370f44ab" /></Relationships>
</file>

<file path=ppt/notesSlides/_rels/notesSlide252.xml.rels>&#65279;<?xml version="1.0" encoding="utf-8"?><Relationships xmlns="http://schemas.openxmlformats.org/package/2006/relationships"><Relationship Type="http://schemas.openxmlformats.org/officeDocument/2006/relationships/slide" Target="/ppt/slides/slide252.xml" Id="R23ed7bbcbfb249ff" /><Relationship Type="http://schemas.openxmlformats.org/officeDocument/2006/relationships/notesMaster" Target="/ppt/notesMasters/notesMaster1.xml" Id="R8ebe43b0c0a24a93" /></Relationships>
</file>

<file path=ppt/notesSlides/_rels/notesSlide253.xml.rels>&#65279;<?xml version="1.0" encoding="utf-8"?><Relationships xmlns="http://schemas.openxmlformats.org/package/2006/relationships"><Relationship Type="http://schemas.openxmlformats.org/officeDocument/2006/relationships/slide" Target="/ppt/slides/slide253.xml" Id="R04ed9a8571b342a8" /><Relationship Type="http://schemas.openxmlformats.org/officeDocument/2006/relationships/notesMaster" Target="/ppt/notesMasters/notesMaster1.xml" Id="R9ed77014ac284796" /></Relationships>
</file>

<file path=ppt/notesSlides/_rels/notesSlide254.xml.rels>&#65279;<?xml version="1.0" encoding="utf-8"?><Relationships xmlns="http://schemas.openxmlformats.org/package/2006/relationships"><Relationship Type="http://schemas.openxmlformats.org/officeDocument/2006/relationships/slide" Target="/ppt/slides/slide254.xml" Id="R29e5effc568743ae" /><Relationship Type="http://schemas.openxmlformats.org/officeDocument/2006/relationships/notesMaster" Target="/ppt/notesMasters/notesMaster1.xml" Id="R28ebbe8936a54903" /></Relationships>
</file>

<file path=ppt/notesSlides/_rels/notesSlide255.xml.rels>&#65279;<?xml version="1.0" encoding="utf-8"?><Relationships xmlns="http://schemas.openxmlformats.org/package/2006/relationships"><Relationship Type="http://schemas.openxmlformats.org/officeDocument/2006/relationships/slide" Target="/ppt/slides/slide255.xml" Id="R47ed392d6e7d456d" /><Relationship Type="http://schemas.openxmlformats.org/officeDocument/2006/relationships/notesMaster" Target="/ppt/notesMasters/notesMaster1.xml" Id="R54a0527ae30b4f55" /></Relationships>
</file>

<file path=ppt/notesSlides/_rels/notesSlide256.xml.rels>&#65279;<?xml version="1.0" encoding="utf-8"?><Relationships xmlns="http://schemas.openxmlformats.org/package/2006/relationships"><Relationship Type="http://schemas.openxmlformats.org/officeDocument/2006/relationships/slide" Target="/ppt/slides/slide256.xml" Id="R1f9052ddc05c4368" /><Relationship Type="http://schemas.openxmlformats.org/officeDocument/2006/relationships/notesMaster" Target="/ppt/notesMasters/notesMaster1.xml" Id="R54f3550498da45b4" /></Relationships>
</file>

<file path=ppt/notesSlides/_rels/notesSlide257.xml.rels>&#65279;<?xml version="1.0" encoding="utf-8"?><Relationships xmlns="http://schemas.openxmlformats.org/package/2006/relationships"><Relationship Type="http://schemas.openxmlformats.org/officeDocument/2006/relationships/slide" Target="/ppt/slides/slide257.xml" Id="Rf7ce005574e94b99" /><Relationship Type="http://schemas.openxmlformats.org/officeDocument/2006/relationships/notesMaster" Target="/ppt/notesMasters/notesMaster1.xml" Id="Rfbe7304f6cf7498e" /></Relationships>
</file>

<file path=ppt/notesSlides/_rels/notesSlide258.xml.rels>&#65279;<?xml version="1.0" encoding="utf-8"?><Relationships xmlns="http://schemas.openxmlformats.org/package/2006/relationships"><Relationship Type="http://schemas.openxmlformats.org/officeDocument/2006/relationships/slide" Target="/ppt/slides/slide258.xml" Id="Rb0d9727b8d48496b" /><Relationship Type="http://schemas.openxmlformats.org/officeDocument/2006/relationships/notesMaster" Target="/ppt/notesMasters/notesMaster1.xml" Id="R8360572c811b483b" /></Relationships>
</file>

<file path=ppt/notesSlides/_rels/notesSlide259.xml.rels>&#65279;<?xml version="1.0" encoding="utf-8"?><Relationships xmlns="http://schemas.openxmlformats.org/package/2006/relationships"><Relationship Type="http://schemas.openxmlformats.org/officeDocument/2006/relationships/slide" Target="/ppt/slides/slide259.xml" Id="R39276690478d40aa" /><Relationship Type="http://schemas.openxmlformats.org/officeDocument/2006/relationships/notesMaster" Target="/ppt/notesMasters/notesMaster1.xml" Id="R2062d80110bc4fa3" /></Relationships>
</file>

<file path=ppt/notesSlides/_rels/notesSlide260.xml.rels>&#65279;<?xml version="1.0" encoding="utf-8"?><Relationships xmlns="http://schemas.openxmlformats.org/package/2006/relationships"><Relationship Type="http://schemas.openxmlformats.org/officeDocument/2006/relationships/slide" Target="/ppt/slides/slide260.xml" Id="R6cfccb399f2248eb" /><Relationship Type="http://schemas.openxmlformats.org/officeDocument/2006/relationships/notesMaster" Target="/ppt/notesMasters/notesMaster1.xml" Id="Rdfbeba67bcdd45e3" /></Relationships>
</file>

<file path=ppt/notesSlides/_rels/notesSlide261.xml.rels>&#65279;<?xml version="1.0" encoding="utf-8"?><Relationships xmlns="http://schemas.openxmlformats.org/package/2006/relationships"><Relationship Type="http://schemas.openxmlformats.org/officeDocument/2006/relationships/slide" Target="/ppt/slides/slide261.xml" Id="R85a0c9580ac44f69" /><Relationship Type="http://schemas.openxmlformats.org/officeDocument/2006/relationships/notesMaster" Target="/ppt/notesMasters/notesMaster1.xml" Id="Ra398c86288c643a5" /></Relationships>
</file>

<file path=ppt/notesSlides/_rels/notesSlide262.xml.rels>&#65279;<?xml version="1.0" encoding="utf-8"?><Relationships xmlns="http://schemas.openxmlformats.org/package/2006/relationships"><Relationship Type="http://schemas.openxmlformats.org/officeDocument/2006/relationships/slide" Target="/ppt/slides/slide262.xml" Id="Rffeca3d284264c63" /><Relationship Type="http://schemas.openxmlformats.org/officeDocument/2006/relationships/notesMaster" Target="/ppt/notesMasters/notesMaster1.xml" Id="R766093becd964329" /></Relationships>
</file>

<file path=ppt/notesSlides/_rels/notesSlide263.xml.rels>&#65279;<?xml version="1.0" encoding="utf-8"?><Relationships xmlns="http://schemas.openxmlformats.org/package/2006/relationships"><Relationship Type="http://schemas.openxmlformats.org/officeDocument/2006/relationships/slide" Target="/ppt/slides/slide263.xml" Id="Rb82e9bbfebdd4ea3" /><Relationship Type="http://schemas.openxmlformats.org/officeDocument/2006/relationships/notesMaster" Target="/ppt/notesMasters/notesMaster1.xml" Id="R7e568a8dd2654a7b" /></Relationships>
</file>

<file path=ppt/notesSlides/_rels/notesSlide264.xml.rels>&#65279;<?xml version="1.0" encoding="utf-8"?><Relationships xmlns="http://schemas.openxmlformats.org/package/2006/relationships"><Relationship Type="http://schemas.openxmlformats.org/officeDocument/2006/relationships/slide" Target="/ppt/slides/slide264.xml" Id="R747b9ab45d644417" /><Relationship Type="http://schemas.openxmlformats.org/officeDocument/2006/relationships/notesMaster" Target="/ppt/notesMasters/notesMaster1.xml" Id="Recd0be4adf5043cb" /></Relationships>
</file>

<file path=ppt/notesSlides/_rels/notesSlide265.xml.rels>&#65279;<?xml version="1.0" encoding="utf-8"?><Relationships xmlns="http://schemas.openxmlformats.org/package/2006/relationships"><Relationship Type="http://schemas.openxmlformats.org/officeDocument/2006/relationships/slide" Target="/ppt/slides/slide265.xml" Id="Rc0c0518e400b463a" /><Relationship Type="http://schemas.openxmlformats.org/officeDocument/2006/relationships/notesMaster" Target="/ppt/notesMasters/notesMaster1.xml" Id="R829e8f19c32d4e37" /></Relationships>
</file>

<file path=ppt/notesSlides/_rels/notesSlide266.xml.rels>&#65279;<?xml version="1.0" encoding="utf-8"?><Relationships xmlns="http://schemas.openxmlformats.org/package/2006/relationships"><Relationship Type="http://schemas.openxmlformats.org/officeDocument/2006/relationships/slide" Target="/ppt/slides/slide266.xml" Id="R359f4dff3fb547d0" /><Relationship Type="http://schemas.openxmlformats.org/officeDocument/2006/relationships/notesMaster" Target="/ppt/notesMasters/notesMaster1.xml" Id="R968ac55c8d984dd7" /></Relationships>
</file>

<file path=ppt/notesSlides/_rels/notesSlide267.xml.rels>&#65279;<?xml version="1.0" encoding="utf-8"?><Relationships xmlns="http://schemas.openxmlformats.org/package/2006/relationships"><Relationship Type="http://schemas.openxmlformats.org/officeDocument/2006/relationships/slide" Target="/ppt/slides/slide267.xml" Id="Rcb9a3883b47f4974" /><Relationship Type="http://schemas.openxmlformats.org/officeDocument/2006/relationships/notesMaster" Target="/ppt/notesMasters/notesMaster1.xml" Id="Re9918cbec2c44183" /></Relationships>
</file>

<file path=ppt/notesSlides/_rels/notesSlide268.xml.rels>&#65279;<?xml version="1.0" encoding="utf-8"?><Relationships xmlns="http://schemas.openxmlformats.org/package/2006/relationships"><Relationship Type="http://schemas.openxmlformats.org/officeDocument/2006/relationships/slide" Target="/ppt/slides/slide268.xml" Id="R9ab6cb850063419c" /><Relationship Type="http://schemas.openxmlformats.org/officeDocument/2006/relationships/notesMaster" Target="/ppt/notesMasters/notesMaster1.xml" Id="Ra6b088a45f89418f" /></Relationships>
</file>

<file path=ppt/notesSlides/_rels/notesSlide269.xml.rels>&#65279;<?xml version="1.0" encoding="utf-8"?><Relationships xmlns="http://schemas.openxmlformats.org/package/2006/relationships"><Relationship Type="http://schemas.openxmlformats.org/officeDocument/2006/relationships/slide" Target="/ppt/slides/slide269.xml" Id="R49de516cfc374931" /><Relationship Type="http://schemas.openxmlformats.org/officeDocument/2006/relationships/notesMaster" Target="/ppt/notesMasters/notesMaster1.xml" Id="R85763a4789d447b0" /></Relationships>
</file>

<file path=ppt/notesSlides/_rels/notesSlide270.xml.rels>&#65279;<?xml version="1.0" encoding="utf-8"?><Relationships xmlns="http://schemas.openxmlformats.org/package/2006/relationships"><Relationship Type="http://schemas.openxmlformats.org/officeDocument/2006/relationships/slide" Target="/ppt/slides/slide270.xml" Id="Rf511fc7e801146b9" /><Relationship Type="http://schemas.openxmlformats.org/officeDocument/2006/relationships/notesMaster" Target="/ppt/notesMasters/notesMaster1.xml" Id="R982fab7310d04bf5" /></Relationships>
</file>

<file path=ppt/notesSlides/_rels/notesSlide271.xml.rels>&#65279;<?xml version="1.0" encoding="utf-8"?><Relationships xmlns="http://schemas.openxmlformats.org/package/2006/relationships"><Relationship Type="http://schemas.openxmlformats.org/officeDocument/2006/relationships/slide" Target="/ppt/slides/slide271.xml" Id="R63f82f275b434ff8" /><Relationship Type="http://schemas.openxmlformats.org/officeDocument/2006/relationships/notesMaster" Target="/ppt/notesMasters/notesMaster1.xml" Id="R8d62fb2e6c3e4073" /></Relationships>
</file>

<file path=ppt/notesSlides/_rels/notesSlide272.xml.rels>&#65279;<?xml version="1.0" encoding="utf-8"?><Relationships xmlns="http://schemas.openxmlformats.org/package/2006/relationships"><Relationship Type="http://schemas.openxmlformats.org/officeDocument/2006/relationships/slide" Target="/ppt/slides/slide272.xml" Id="R41f29f2d160c46d1" /><Relationship Type="http://schemas.openxmlformats.org/officeDocument/2006/relationships/notesMaster" Target="/ppt/notesMasters/notesMaster1.xml" Id="Rc76b6b151b4441ad" /></Relationships>
</file>

<file path=ppt/notesSlides/_rels/notesSlide273.xml.rels>&#65279;<?xml version="1.0" encoding="utf-8"?><Relationships xmlns="http://schemas.openxmlformats.org/package/2006/relationships"><Relationship Type="http://schemas.openxmlformats.org/officeDocument/2006/relationships/slide" Target="/ppt/slides/slide273.xml" Id="Rdad8e37ba5c54720" /><Relationship Type="http://schemas.openxmlformats.org/officeDocument/2006/relationships/notesMaster" Target="/ppt/notesMasters/notesMaster1.xml" Id="R217e955ad3a940a4" /></Relationships>
</file>

<file path=ppt/notesSlides/_rels/notesSlide274.xml.rels>&#65279;<?xml version="1.0" encoding="utf-8"?><Relationships xmlns="http://schemas.openxmlformats.org/package/2006/relationships"><Relationship Type="http://schemas.openxmlformats.org/officeDocument/2006/relationships/slide" Target="/ppt/slides/slide274.xml" Id="R9ea72a19c95b468b" /><Relationship Type="http://schemas.openxmlformats.org/officeDocument/2006/relationships/notesMaster" Target="/ppt/notesMasters/notesMaster1.xml" Id="Racedbc975b7b46e8" /></Relationships>
</file>

<file path=ppt/notesSlides/_rels/notesSlide275.xml.rels>&#65279;<?xml version="1.0" encoding="utf-8"?><Relationships xmlns="http://schemas.openxmlformats.org/package/2006/relationships"><Relationship Type="http://schemas.openxmlformats.org/officeDocument/2006/relationships/slide" Target="/ppt/slides/slide275.xml" Id="Rbf3187ab0a5c4f8a" /><Relationship Type="http://schemas.openxmlformats.org/officeDocument/2006/relationships/notesMaster" Target="/ppt/notesMasters/notesMaster1.xml" Id="R3a74a6f022b64d0e" /></Relationships>
</file>

<file path=ppt/notesSlides/_rels/notesSlide276.xml.rels>&#65279;<?xml version="1.0" encoding="utf-8"?><Relationships xmlns="http://schemas.openxmlformats.org/package/2006/relationships"><Relationship Type="http://schemas.openxmlformats.org/officeDocument/2006/relationships/slide" Target="/ppt/slides/slide276.xml" Id="Rebe157bb705a4040" /><Relationship Type="http://schemas.openxmlformats.org/officeDocument/2006/relationships/notesMaster" Target="/ppt/notesMasters/notesMaster1.xml" Id="R97f39f4e1b8a4796" /></Relationships>
</file>

<file path=ppt/notesSlides/_rels/notesSlide277.xml.rels>&#65279;<?xml version="1.0" encoding="utf-8"?><Relationships xmlns="http://schemas.openxmlformats.org/package/2006/relationships"><Relationship Type="http://schemas.openxmlformats.org/officeDocument/2006/relationships/slide" Target="/ppt/slides/slide277.xml" Id="R6cb3eef6490b4118" /><Relationship Type="http://schemas.openxmlformats.org/officeDocument/2006/relationships/notesMaster" Target="/ppt/notesMasters/notesMaster1.xml" Id="R7afa2e0c34fa44a1" /></Relationships>
</file>

<file path=ppt/notesSlides/_rels/notesSlide278.xml.rels>&#65279;<?xml version="1.0" encoding="utf-8"?><Relationships xmlns="http://schemas.openxmlformats.org/package/2006/relationships"><Relationship Type="http://schemas.openxmlformats.org/officeDocument/2006/relationships/slide" Target="/ppt/slides/slide278.xml" Id="R2420488614e648db" /><Relationship Type="http://schemas.openxmlformats.org/officeDocument/2006/relationships/notesMaster" Target="/ppt/notesMasters/notesMaster1.xml" Id="R1c2c0523746448c5" /></Relationships>
</file>

<file path=ppt/notesSlides/_rels/notesSlide279.xml.rels>&#65279;<?xml version="1.0" encoding="utf-8"?><Relationships xmlns="http://schemas.openxmlformats.org/package/2006/relationships"><Relationship Type="http://schemas.openxmlformats.org/officeDocument/2006/relationships/slide" Target="/ppt/slides/slide279.xml" Id="R831c07a3e4964325" /><Relationship Type="http://schemas.openxmlformats.org/officeDocument/2006/relationships/notesMaster" Target="/ppt/notesMasters/notesMaster1.xml" Id="R5d03770dce37432c" /></Relationships>
</file>

<file path=ppt/notesSlides/_rels/notesSlide280.xml.rels>&#65279;<?xml version="1.0" encoding="utf-8"?><Relationships xmlns="http://schemas.openxmlformats.org/package/2006/relationships"><Relationship Type="http://schemas.openxmlformats.org/officeDocument/2006/relationships/slide" Target="/ppt/slides/slide280.xml" Id="R6d6452c891684bc5" /><Relationship Type="http://schemas.openxmlformats.org/officeDocument/2006/relationships/notesMaster" Target="/ppt/notesMasters/notesMaster1.xml" Id="Rbf46450c0e304ef0" /></Relationships>
</file>

<file path=ppt/notesSlides/_rels/notesSlide281.xml.rels>&#65279;<?xml version="1.0" encoding="utf-8"?><Relationships xmlns="http://schemas.openxmlformats.org/package/2006/relationships"><Relationship Type="http://schemas.openxmlformats.org/officeDocument/2006/relationships/slide" Target="/ppt/slides/slide281.xml" Id="R9937bcf909f74590" /><Relationship Type="http://schemas.openxmlformats.org/officeDocument/2006/relationships/notesMaster" Target="/ppt/notesMasters/notesMaster1.xml" Id="Reb79b163d5554180" /></Relationships>
</file>

<file path=ppt/notesSlides/_rels/notesSlide282.xml.rels>&#65279;<?xml version="1.0" encoding="utf-8"?><Relationships xmlns="http://schemas.openxmlformats.org/package/2006/relationships"><Relationship Type="http://schemas.openxmlformats.org/officeDocument/2006/relationships/slide" Target="/ppt/slides/slide282.xml" Id="Rfd7ab8df15404312" /><Relationship Type="http://schemas.openxmlformats.org/officeDocument/2006/relationships/notesMaster" Target="/ppt/notesMasters/notesMaster1.xml" Id="Re9d44ed029614732" /></Relationships>
</file>

<file path=ppt/notesSlides/_rels/notesSlide283.xml.rels>&#65279;<?xml version="1.0" encoding="utf-8"?><Relationships xmlns="http://schemas.openxmlformats.org/package/2006/relationships"><Relationship Type="http://schemas.openxmlformats.org/officeDocument/2006/relationships/slide" Target="/ppt/slides/slide283.xml" Id="R0e6b5a253f954d2a" /><Relationship Type="http://schemas.openxmlformats.org/officeDocument/2006/relationships/notesMaster" Target="/ppt/notesMasters/notesMaster1.xml" Id="R973c4d8c22874cab" /></Relationships>
</file>

<file path=ppt/notesSlides/_rels/notesSlide284.xml.rels>&#65279;<?xml version="1.0" encoding="utf-8"?><Relationships xmlns="http://schemas.openxmlformats.org/package/2006/relationships"><Relationship Type="http://schemas.openxmlformats.org/officeDocument/2006/relationships/slide" Target="/ppt/slides/slide284.xml" Id="Rcb73da0a3a18480d" /><Relationship Type="http://schemas.openxmlformats.org/officeDocument/2006/relationships/notesMaster" Target="/ppt/notesMasters/notesMaster1.xml" Id="R3060441ed47447f7" /></Relationships>
</file>

<file path=ppt/notesSlides/_rels/notesSlide285.xml.rels>&#65279;<?xml version="1.0" encoding="utf-8"?><Relationships xmlns="http://schemas.openxmlformats.org/package/2006/relationships"><Relationship Type="http://schemas.openxmlformats.org/officeDocument/2006/relationships/slide" Target="/ppt/slides/slide285.xml" Id="R29fa2c6f1efa4318" /><Relationship Type="http://schemas.openxmlformats.org/officeDocument/2006/relationships/notesMaster" Target="/ppt/notesMasters/notesMaster1.xml" Id="R62fad6d7897c40a6" /></Relationships>
</file>

<file path=ppt/notesSlides/_rels/notesSlide286.xml.rels>&#65279;<?xml version="1.0" encoding="utf-8"?><Relationships xmlns="http://schemas.openxmlformats.org/package/2006/relationships"><Relationship Type="http://schemas.openxmlformats.org/officeDocument/2006/relationships/slide" Target="/ppt/slides/slide286.xml" Id="R06a34cb109c84b51" /><Relationship Type="http://schemas.openxmlformats.org/officeDocument/2006/relationships/notesMaster" Target="/ppt/notesMasters/notesMaster1.xml" Id="Rfdf0e939bcfb4f22" /></Relationships>
</file>

<file path=ppt/notesSlides/_rels/notesSlide287.xml.rels>&#65279;<?xml version="1.0" encoding="utf-8"?><Relationships xmlns="http://schemas.openxmlformats.org/package/2006/relationships"><Relationship Type="http://schemas.openxmlformats.org/officeDocument/2006/relationships/slide" Target="/ppt/slides/slide287.xml" Id="R069e4e9e55174cd8" /><Relationship Type="http://schemas.openxmlformats.org/officeDocument/2006/relationships/notesMaster" Target="/ppt/notesMasters/notesMaster1.xml" Id="Rcd6e9d9e1e3b4c51" /></Relationships>
</file>

<file path=ppt/notesSlides/_rels/notesSlide288.xml.rels>&#65279;<?xml version="1.0" encoding="utf-8"?><Relationships xmlns="http://schemas.openxmlformats.org/package/2006/relationships"><Relationship Type="http://schemas.openxmlformats.org/officeDocument/2006/relationships/slide" Target="/ppt/slides/slide288.xml" Id="R41381514927646e3" /><Relationship Type="http://schemas.openxmlformats.org/officeDocument/2006/relationships/notesMaster" Target="/ppt/notesMasters/notesMaster1.xml" Id="Rcc892817c5fc4b2a" /></Relationships>
</file>

<file path=ppt/notesSlides/_rels/notesSlide289.xml.rels>&#65279;<?xml version="1.0" encoding="utf-8"?><Relationships xmlns="http://schemas.openxmlformats.org/package/2006/relationships"><Relationship Type="http://schemas.openxmlformats.org/officeDocument/2006/relationships/slide" Target="/ppt/slides/slide289.xml" Id="Rf3a7fded3b4448c9" /><Relationship Type="http://schemas.openxmlformats.org/officeDocument/2006/relationships/notesMaster" Target="/ppt/notesMasters/notesMaster1.xml" Id="Rca21eedb18a6424b" /></Relationships>
</file>

<file path=ppt/notesSlides/_rels/notesSlide290.xml.rels>&#65279;<?xml version="1.0" encoding="utf-8"?><Relationships xmlns="http://schemas.openxmlformats.org/package/2006/relationships"><Relationship Type="http://schemas.openxmlformats.org/officeDocument/2006/relationships/slide" Target="/ppt/slides/slide290.xml" Id="Re6be075fa3734671" /><Relationship Type="http://schemas.openxmlformats.org/officeDocument/2006/relationships/notesMaster" Target="/ppt/notesMasters/notesMaster1.xml" Id="R90faa4eaa9ed4501" /></Relationships>
</file>

<file path=ppt/notesSlides/_rels/notesSlide291.xml.rels>&#65279;<?xml version="1.0" encoding="utf-8"?><Relationships xmlns="http://schemas.openxmlformats.org/package/2006/relationships"><Relationship Type="http://schemas.openxmlformats.org/officeDocument/2006/relationships/slide" Target="/ppt/slides/slide291.xml" Id="R936e690cc5a04329" /><Relationship Type="http://schemas.openxmlformats.org/officeDocument/2006/relationships/notesMaster" Target="/ppt/notesMasters/notesMaster1.xml" Id="R4420954a464f4ecd" /></Relationships>
</file>

<file path=ppt/notesSlides/_rels/notesSlide292.xml.rels>&#65279;<?xml version="1.0" encoding="utf-8"?><Relationships xmlns="http://schemas.openxmlformats.org/package/2006/relationships"><Relationship Type="http://schemas.openxmlformats.org/officeDocument/2006/relationships/slide" Target="/ppt/slides/slide292.xml" Id="R937ce897ce234bff" /><Relationship Type="http://schemas.openxmlformats.org/officeDocument/2006/relationships/notesMaster" Target="/ppt/notesMasters/notesMaster1.xml" Id="R83cb6eb8ab2e4897" /></Relationships>
</file>

<file path=ppt/notesSlides/_rels/notesSlide293.xml.rels>&#65279;<?xml version="1.0" encoding="utf-8"?><Relationships xmlns="http://schemas.openxmlformats.org/package/2006/relationships"><Relationship Type="http://schemas.openxmlformats.org/officeDocument/2006/relationships/slide" Target="/ppt/slides/slide293.xml" Id="R6612d7036a8445d3" /><Relationship Type="http://schemas.openxmlformats.org/officeDocument/2006/relationships/notesMaster" Target="/ppt/notesMasters/notesMaster1.xml" Id="Rac8f7d682df54702" /></Relationships>
</file>

<file path=ppt/notesSlides/_rels/notesSlide294.xml.rels>&#65279;<?xml version="1.0" encoding="utf-8"?><Relationships xmlns="http://schemas.openxmlformats.org/package/2006/relationships"><Relationship Type="http://schemas.openxmlformats.org/officeDocument/2006/relationships/slide" Target="/ppt/slides/slide294.xml" Id="R87f4572d66234a73" /><Relationship Type="http://schemas.openxmlformats.org/officeDocument/2006/relationships/notesMaster" Target="/ppt/notesMasters/notesMaster1.xml" Id="R273f96296aae4cfa" /></Relationships>
</file>

<file path=ppt/notesSlides/_rels/notesSlide295.xml.rels>&#65279;<?xml version="1.0" encoding="utf-8"?><Relationships xmlns="http://schemas.openxmlformats.org/package/2006/relationships"><Relationship Type="http://schemas.openxmlformats.org/officeDocument/2006/relationships/slide" Target="/ppt/slides/slide295.xml" Id="R71aab1e710984c08" /><Relationship Type="http://schemas.openxmlformats.org/officeDocument/2006/relationships/notesMaster" Target="/ppt/notesMasters/notesMaster1.xml" Id="Re35e88c2aeb74e28" /></Relationships>
</file>

<file path=ppt/notesSlides/_rels/notesSlide296.xml.rels>&#65279;<?xml version="1.0" encoding="utf-8"?><Relationships xmlns="http://schemas.openxmlformats.org/package/2006/relationships"><Relationship Type="http://schemas.openxmlformats.org/officeDocument/2006/relationships/slide" Target="/ppt/slides/slide296.xml" Id="Rdb9a7f9d7d464e57" /><Relationship Type="http://schemas.openxmlformats.org/officeDocument/2006/relationships/notesMaster" Target="/ppt/notesMasters/notesMaster1.xml" Id="Reb0b73f43aac4e18" /></Relationships>
</file>

<file path=ppt/notesSlides/_rels/notesSlide297.xml.rels>&#65279;<?xml version="1.0" encoding="utf-8"?><Relationships xmlns="http://schemas.openxmlformats.org/package/2006/relationships"><Relationship Type="http://schemas.openxmlformats.org/officeDocument/2006/relationships/slide" Target="/ppt/slides/slide297.xml" Id="R95630ba610d74223" /><Relationship Type="http://schemas.openxmlformats.org/officeDocument/2006/relationships/notesMaster" Target="/ppt/notesMasters/notesMaster1.xml" Id="R8213e0cab393463b" /></Relationships>
</file>

<file path=ppt/notesSlides/_rels/notesSlide298.xml.rels>&#65279;<?xml version="1.0" encoding="utf-8"?><Relationships xmlns="http://schemas.openxmlformats.org/package/2006/relationships"><Relationship Type="http://schemas.openxmlformats.org/officeDocument/2006/relationships/slide" Target="/ppt/slides/slide298.xml" Id="Rfdf08fe69ffa490d" /><Relationship Type="http://schemas.openxmlformats.org/officeDocument/2006/relationships/notesMaster" Target="/ppt/notesMasters/notesMaster1.xml" Id="R66a2b604639a4128" /></Relationships>
</file>

<file path=ppt/notesSlides/_rels/notesSlide299.xml.rels>&#65279;<?xml version="1.0" encoding="utf-8"?><Relationships xmlns="http://schemas.openxmlformats.org/package/2006/relationships"><Relationship Type="http://schemas.openxmlformats.org/officeDocument/2006/relationships/slide" Target="/ppt/slides/slide299.xml" Id="Ra24a6803ecae4ea0" /><Relationship Type="http://schemas.openxmlformats.org/officeDocument/2006/relationships/notesMaster" Target="/ppt/notesMasters/notesMaster1.xml" Id="R4ca3cd5853a6433d" /></Relationships>
</file>

<file path=ppt/notesSlides/_rels/notesSlide300.xml.rels>&#65279;<?xml version="1.0" encoding="utf-8"?><Relationships xmlns="http://schemas.openxmlformats.org/package/2006/relationships"><Relationship Type="http://schemas.openxmlformats.org/officeDocument/2006/relationships/slide" Target="/ppt/slides/slide300.xml" Id="R203693cd5a764ef8" /><Relationship Type="http://schemas.openxmlformats.org/officeDocument/2006/relationships/notesMaster" Target="/ppt/notesMasters/notesMaster1.xml" Id="R858cf8ad64c6441b" /></Relationships>
</file>

<file path=ppt/notesSlides/_rels/notesSlide301.xml.rels>&#65279;<?xml version="1.0" encoding="utf-8"?><Relationships xmlns="http://schemas.openxmlformats.org/package/2006/relationships"><Relationship Type="http://schemas.openxmlformats.org/officeDocument/2006/relationships/slide" Target="/ppt/slides/slide301.xml" Id="R307e1198d3084e61" /><Relationship Type="http://schemas.openxmlformats.org/officeDocument/2006/relationships/notesMaster" Target="/ppt/notesMasters/notesMaster1.xml" Id="Rccf866069dbb404f" /></Relationships>
</file>

<file path=ppt/notesSlides/_rels/notesSlide302.xml.rels>&#65279;<?xml version="1.0" encoding="utf-8"?><Relationships xmlns="http://schemas.openxmlformats.org/package/2006/relationships"><Relationship Type="http://schemas.openxmlformats.org/officeDocument/2006/relationships/slide" Target="/ppt/slides/slide302.xml" Id="Refeef35245fb499c" /><Relationship Type="http://schemas.openxmlformats.org/officeDocument/2006/relationships/notesMaster" Target="/ppt/notesMasters/notesMaster1.xml" Id="R6cd23fcbd03140b5" /></Relationships>
</file>

<file path=ppt/notesSlides/_rels/notesSlide303.xml.rels>&#65279;<?xml version="1.0" encoding="utf-8"?><Relationships xmlns="http://schemas.openxmlformats.org/package/2006/relationships"><Relationship Type="http://schemas.openxmlformats.org/officeDocument/2006/relationships/slide" Target="/ppt/slides/slide303.xml" Id="R77295d5a11fb4d27" /><Relationship Type="http://schemas.openxmlformats.org/officeDocument/2006/relationships/notesMaster" Target="/ppt/notesMasters/notesMaster1.xml" Id="Rce27bea7a8754e46" /></Relationships>
</file>

<file path=ppt/notesSlides/_rels/notesSlide304.xml.rels>&#65279;<?xml version="1.0" encoding="utf-8"?><Relationships xmlns="http://schemas.openxmlformats.org/package/2006/relationships"><Relationship Type="http://schemas.openxmlformats.org/officeDocument/2006/relationships/slide" Target="/ppt/slides/slide304.xml" Id="R8df9e56ad7cc4a4a" /><Relationship Type="http://schemas.openxmlformats.org/officeDocument/2006/relationships/notesMaster" Target="/ppt/notesMasters/notesMaster1.xml" Id="R183f53a9640142dc" /></Relationships>
</file>

<file path=ppt/notesSlides/_rels/notesSlide305.xml.rels>&#65279;<?xml version="1.0" encoding="utf-8"?><Relationships xmlns="http://schemas.openxmlformats.org/package/2006/relationships"><Relationship Type="http://schemas.openxmlformats.org/officeDocument/2006/relationships/slide" Target="/ppt/slides/slide305.xml" Id="Red1964bfacde4df9" /><Relationship Type="http://schemas.openxmlformats.org/officeDocument/2006/relationships/notesMaster" Target="/ppt/notesMasters/notesMaster1.xml" Id="R2e06edf5c90a473d" /></Relationships>
</file>

<file path=ppt/notesSlides/_rels/notesSlide306.xml.rels>&#65279;<?xml version="1.0" encoding="utf-8"?><Relationships xmlns="http://schemas.openxmlformats.org/package/2006/relationships"><Relationship Type="http://schemas.openxmlformats.org/officeDocument/2006/relationships/slide" Target="/ppt/slides/slide306.xml" Id="Re981d7c9d1474dcb" /><Relationship Type="http://schemas.openxmlformats.org/officeDocument/2006/relationships/notesMaster" Target="/ppt/notesMasters/notesMaster1.xml" Id="R174a3fc30ee74beb" /></Relationships>
</file>

<file path=ppt/notesSlides/_rels/notesSlide307.xml.rels>&#65279;<?xml version="1.0" encoding="utf-8"?><Relationships xmlns="http://schemas.openxmlformats.org/package/2006/relationships"><Relationship Type="http://schemas.openxmlformats.org/officeDocument/2006/relationships/slide" Target="/ppt/slides/slide307.xml" Id="R6959a598b096479e" /><Relationship Type="http://schemas.openxmlformats.org/officeDocument/2006/relationships/notesMaster" Target="/ppt/notesMasters/notesMaster1.xml" Id="R05c123ad7bd44912" /></Relationships>
</file>

<file path=ppt/notesSlides/_rels/notesSlide308.xml.rels>&#65279;<?xml version="1.0" encoding="utf-8"?><Relationships xmlns="http://schemas.openxmlformats.org/package/2006/relationships"><Relationship Type="http://schemas.openxmlformats.org/officeDocument/2006/relationships/slide" Target="/ppt/slides/slide308.xml" Id="R9fc36940b6b04ded" /><Relationship Type="http://schemas.openxmlformats.org/officeDocument/2006/relationships/notesMaster" Target="/ppt/notesMasters/notesMaster1.xml" Id="R5eec659e43674553" /></Relationships>
</file>

<file path=ppt/notesSlides/_rels/notesSlide310.xml.rels>&#65279;<?xml version="1.0" encoding="utf-8"?><Relationships xmlns="http://schemas.openxmlformats.org/package/2006/relationships"><Relationship Type="http://schemas.openxmlformats.org/officeDocument/2006/relationships/slide" Target="/ppt/slides/slide310.xml" Id="Rcbbe67a342254ad1" /><Relationship Type="http://schemas.openxmlformats.org/officeDocument/2006/relationships/notesMaster" Target="/ppt/notesMasters/notesMaster1.xml" Id="R9aaca36f05d34b65" /></Relationships>
</file>

<file path=ppt/notesSlides/_rels/notesSlide311.xml.rels>&#65279;<?xml version="1.0" encoding="utf-8"?><Relationships xmlns="http://schemas.openxmlformats.org/package/2006/relationships"><Relationship Type="http://schemas.openxmlformats.org/officeDocument/2006/relationships/slide" Target="/ppt/slides/slide311.xml" Id="R3a7b571df4194988" /><Relationship Type="http://schemas.openxmlformats.org/officeDocument/2006/relationships/notesMaster" Target="/ppt/notesMasters/notesMaster1.xml" Id="R1037ac2b980e49d1" /></Relationships>
</file>

<file path=ppt/notesSlides/_rels/notesSlide312.xml.rels>&#65279;<?xml version="1.0" encoding="utf-8"?><Relationships xmlns="http://schemas.openxmlformats.org/package/2006/relationships"><Relationship Type="http://schemas.openxmlformats.org/officeDocument/2006/relationships/slide" Target="/ppt/slides/slide312.xml" Id="R66489c6258c44a0a" /><Relationship Type="http://schemas.openxmlformats.org/officeDocument/2006/relationships/notesMaster" Target="/ppt/notesMasters/notesMaster1.xml" Id="R19c8879b6dca48ae" /></Relationships>
</file>

<file path=ppt/notesSlides/_rels/notesSlide313.xml.rels>&#65279;<?xml version="1.0" encoding="utf-8"?><Relationships xmlns="http://schemas.openxmlformats.org/package/2006/relationships"><Relationship Type="http://schemas.openxmlformats.org/officeDocument/2006/relationships/slide" Target="/ppt/slides/slide313.xml" Id="R50875d74a5dd40e1" /><Relationship Type="http://schemas.openxmlformats.org/officeDocument/2006/relationships/notesMaster" Target="/ppt/notesMasters/notesMaster1.xml" Id="Rc241006befb04b46" /></Relationships>
</file>

<file path=ppt/notesSlides/_rels/notesSlide314.xml.rels>&#65279;<?xml version="1.0" encoding="utf-8"?><Relationships xmlns="http://schemas.openxmlformats.org/package/2006/relationships"><Relationship Type="http://schemas.openxmlformats.org/officeDocument/2006/relationships/slide" Target="/ppt/slides/slide314.xml" Id="R6d9515895f4a4079" /><Relationship Type="http://schemas.openxmlformats.org/officeDocument/2006/relationships/notesMaster" Target="/ppt/notesMasters/notesMaster1.xml" Id="Rc5ed4f7742344698" /></Relationships>
</file>

<file path=ppt/notesSlides/_rels/notesSlide315.xml.rels>&#65279;<?xml version="1.0" encoding="utf-8"?><Relationships xmlns="http://schemas.openxmlformats.org/package/2006/relationships"><Relationship Type="http://schemas.openxmlformats.org/officeDocument/2006/relationships/slide" Target="/ppt/slides/slide315.xml" Id="Re23f9f14f51a4363" /><Relationship Type="http://schemas.openxmlformats.org/officeDocument/2006/relationships/notesMaster" Target="/ppt/notesMasters/notesMaster1.xml" Id="Rcbe31472df9b44a4" /></Relationships>
</file>

<file path=ppt/notesSlides/_rels/notesSlide316.xml.rels>&#65279;<?xml version="1.0" encoding="utf-8"?><Relationships xmlns="http://schemas.openxmlformats.org/package/2006/relationships"><Relationship Type="http://schemas.openxmlformats.org/officeDocument/2006/relationships/slide" Target="/ppt/slides/slide316.xml" Id="R76c88c0a1fba419e" /><Relationship Type="http://schemas.openxmlformats.org/officeDocument/2006/relationships/notesMaster" Target="/ppt/notesMasters/notesMaster1.xml" Id="Rf6347c53de844386" /></Relationships>
</file>

<file path=ppt/notesSlides/_rels/notesSlide317.xml.rels>&#65279;<?xml version="1.0" encoding="utf-8"?><Relationships xmlns="http://schemas.openxmlformats.org/package/2006/relationships"><Relationship Type="http://schemas.openxmlformats.org/officeDocument/2006/relationships/slide" Target="/ppt/slides/slide317.xml" Id="R16194ac1745b4351" /><Relationship Type="http://schemas.openxmlformats.org/officeDocument/2006/relationships/notesMaster" Target="/ppt/notesMasters/notesMaster1.xml" Id="R29cb7c1b71fe4f95" /></Relationships>
</file>

<file path=ppt/notesSlides/_rels/notesSlide318.xml.rels>&#65279;<?xml version="1.0" encoding="utf-8"?><Relationships xmlns="http://schemas.openxmlformats.org/package/2006/relationships"><Relationship Type="http://schemas.openxmlformats.org/officeDocument/2006/relationships/slide" Target="/ppt/slides/slide318.xml" Id="R7273565051214999" /><Relationship Type="http://schemas.openxmlformats.org/officeDocument/2006/relationships/notesMaster" Target="/ppt/notesMasters/notesMaster1.xml" Id="R1a2a15a2313b4d51" /></Relationships>
</file>

<file path=ppt/notesSlides/_rels/notesSlide319.xml.rels>&#65279;<?xml version="1.0" encoding="utf-8"?><Relationships xmlns="http://schemas.openxmlformats.org/package/2006/relationships"><Relationship Type="http://schemas.openxmlformats.org/officeDocument/2006/relationships/slide" Target="/ppt/slides/slide319.xml" Id="R08571e725b784ba5" /><Relationship Type="http://schemas.openxmlformats.org/officeDocument/2006/relationships/notesMaster" Target="/ppt/notesMasters/notesMaster1.xml" Id="Refc6ee4edc5c4cc5" /></Relationships>
</file>

<file path=ppt/notesSlides/_rels/notesSlide320.xml.rels>&#65279;<?xml version="1.0" encoding="utf-8"?><Relationships xmlns="http://schemas.openxmlformats.org/package/2006/relationships"><Relationship Type="http://schemas.openxmlformats.org/officeDocument/2006/relationships/slide" Target="/ppt/slides/slide320.xml" Id="R572b92b695fb4c34" /><Relationship Type="http://schemas.openxmlformats.org/officeDocument/2006/relationships/notesMaster" Target="/ppt/notesMasters/notesMaster1.xml" Id="R5679cf32a8bf43f1" /></Relationships>
</file>

<file path=ppt/notesSlides/_rels/notesSlide321.xml.rels>&#65279;<?xml version="1.0" encoding="utf-8"?><Relationships xmlns="http://schemas.openxmlformats.org/package/2006/relationships"><Relationship Type="http://schemas.openxmlformats.org/officeDocument/2006/relationships/slide" Target="/ppt/slides/slide321.xml" Id="R55ee705f7d2742b7" /><Relationship Type="http://schemas.openxmlformats.org/officeDocument/2006/relationships/notesMaster" Target="/ppt/notesMasters/notesMaster1.xml" Id="Rfa44747cebad4551" /></Relationships>
</file>

<file path=ppt/notesSlides/_rels/notesSlide322.xml.rels>&#65279;<?xml version="1.0" encoding="utf-8"?><Relationships xmlns="http://schemas.openxmlformats.org/package/2006/relationships"><Relationship Type="http://schemas.openxmlformats.org/officeDocument/2006/relationships/slide" Target="/ppt/slides/slide322.xml" Id="Re1414060a4454b4a" /><Relationship Type="http://schemas.openxmlformats.org/officeDocument/2006/relationships/notesMaster" Target="/ppt/notesMasters/notesMaster1.xml" Id="R367d1969129c4297" /></Relationships>
</file>

<file path=ppt/notesSlides/_rels/notesSlide323.xml.rels>&#65279;<?xml version="1.0" encoding="utf-8"?><Relationships xmlns="http://schemas.openxmlformats.org/package/2006/relationships"><Relationship Type="http://schemas.openxmlformats.org/officeDocument/2006/relationships/slide" Target="/ppt/slides/slide323.xml" Id="R3747ab2e12be4298" /><Relationship Type="http://schemas.openxmlformats.org/officeDocument/2006/relationships/notesMaster" Target="/ppt/notesMasters/notesMaster1.xml" Id="R3c558047d9ae4dc4" /></Relationships>
</file>

<file path=ppt/notesSlides/_rels/notesSlide324.xml.rels>&#65279;<?xml version="1.0" encoding="utf-8"?><Relationships xmlns="http://schemas.openxmlformats.org/package/2006/relationships"><Relationship Type="http://schemas.openxmlformats.org/officeDocument/2006/relationships/slide" Target="/ppt/slides/slide324.xml" Id="R76ec32b8276c456d" /><Relationship Type="http://schemas.openxmlformats.org/officeDocument/2006/relationships/notesMaster" Target="/ppt/notesMasters/notesMaster1.xml" Id="Re19ef0a8426f415a" /></Relationships>
</file>

<file path=ppt/notesSlides/_rels/notesSlide325.xml.rels>&#65279;<?xml version="1.0" encoding="utf-8"?><Relationships xmlns="http://schemas.openxmlformats.org/package/2006/relationships"><Relationship Type="http://schemas.openxmlformats.org/officeDocument/2006/relationships/slide" Target="/ppt/slides/slide325.xml" Id="R3ace599202b2419c" /><Relationship Type="http://schemas.openxmlformats.org/officeDocument/2006/relationships/notesMaster" Target="/ppt/notesMasters/notesMaster1.xml" Id="Ra1158c8db4524090" /></Relationships>
</file>

<file path=ppt/notesSlides/_rels/notesSlide326.xml.rels>&#65279;<?xml version="1.0" encoding="utf-8"?><Relationships xmlns="http://schemas.openxmlformats.org/package/2006/relationships"><Relationship Type="http://schemas.openxmlformats.org/officeDocument/2006/relationships/slide" Target="/ppt/slides/slide326.xml" Id="Ra8b3ed3b554d4b6a" /><Relationship Type="http://schemas.openxmlformats.org/officeDocument/2006/relationships/notesMaster" Target="/ppt/notesMasters/notesMaster1.xml" Id="R055e4839ea0f4314" /></Relationships>
</file>

<file path=ppt/notesSlides/_rels/notesSlide327.xml.rels>&#65279;<?xml version="1.0" encoding="utf-8"?><Relationships xmlns="http://schemas.openxmlformats.org/package/2006/relationships"><Relationship Type="http://schemas.openxmlformats.org/officeDocument/2006/relationships/slide" Target="/ppt/slides/slide327.xml" Id="R94865a6b69304f7c" /><Relationship Type="http://schemas.openxmlformats.org/officeDocument/2006/relationships/notesMaster" Target="/ppt/notesMasters/notesMaster1.xml" Id="R8018a9bc2b4b4161" /></Relationships>
</file>

<file path=ppt/notesSlides/_rels/notesSlide328.xml.rels>&#65279;<?xml version="1.0" encoding="utf-8"?><Relationships xmlns="http://schemas.openxmlformats.org/package/2006/relationships"><Relationship Type="http://schemas.openxmlformats.org/officeDocument/2006/relationships/slide" Target="/ppt/slides/slide328.xml" Id="R82f7e8101f9c43e1" /><Relationship Type="http://schemas.openxmlformats.org/officeDocument/2006/relationships/notesMaster" Target="/ppt/notesMasters/notesMaster1.xml" Id="R0f56c01a443c4cc2" /></Relationships>
</file>

<file path=ppt/notesSlides/_rels/notesSlide329.xml.rels>&#65279;<?xml version="1.0" encoding="utf-8"?><Relationships xmlns="http://schemas.openxmlformats.org/package/2006/relationships"><Relationship Type="http://schemas.openxmlformats.org/officeDocument/2006/relationships/slide" Target="/ppt/slides/slide329.xml" Id="R6e758ee49b934e49" /><Relationship Type="http://schemas.openxmlformats.org/officeDocument/2006/relationships/notesMaster" Target="/ppt/notesMasters/notesMaster1.xml" Id="R4622a0cb3c294165" /></Relationships>
</file>

<file path=ppt/notesSlides/_rels/notesSlide330.xml.rels>&#65279;<?xml version="1.0" encoding="utf-8"?><Relationships xmlns="http://schemas.openxmlformats.org/package/2006/relationships"><Relationship Type="http://schemas.openxmlformats.org/officeDocument/2006/relationships/slide" Target="/ppt/slides/slide330.xml" Id="R4778e786b85a40df" /><Relationship Type="http://schemas.openxmlformats.org/officeDocument/2006/relationships/notesMaster" Target="/ppt/notesMasters/notesMaster1.xml" Id="R6bc0076fdfc248cf" /></Relationships>
</file>

<file path=ppt/notesSlides/_rels/notesSlide331.xml.rels>&#65279;<?xml version="1.0" encoding="utf-8"?><Relationships xmlns="http://schemas.openxmlformats.org/package/2006/relationships"><Relationship Type="http://schemas.openxmlformats.org/officeDocument/2006/relationships/slide" Target="/ppt/slides/slide331.xml" Id="Re6251deb108c484f" /><Relationship Type="http://schemas.openxmlformats.org/officeDocument/2006/relationships/notesMaster" Target="/ppt/notesMasters/notesMaster1.xml" Id="Rcc6202f5bc814b65" /></Relationships>
</file>

<file path=ppt/notesSlides/_rels/notesSlide332.xml.rels>&#65279;<?xml version="1.0" encoding="utf-8"?><Relationships xmlns="http://schemas.openxmlformats.org/package/2006/relationships"><Relationship Type="http://schemas.openxmlformats.org/officeDocument/2006/relationships/slide" Target="/ppt/slides/slide332.xml" Id="R182da57c15ca4b81" /><Relationship Type="http://schemas.openxmlformats.org/officeDocument/2006/relationships/notesMaster" Target="/ppt/notesMasters/notesMaster1.xml" Id="R21cc6881a7a540a2" /></Relationships>
</file>

<file path=ppt/notesSlides/_rels/notesSlide333.xml.rels>&#65279;<?xml version="1.0" encoding="utf-8"?><Relationships xmlns="http://schemas.openxmlformats.org/package/2006/relationships"><Relationship Type="http://schemas.openxmlformats.org/officeDocument/2006/relationships/slide" Target="/ppt/slides/slide333.xml" Id="R90f8f4abf9824d57" /><Relationship Type="http://schemas.openxmlformats.org/officeDocument/2006/relationships/notesMaster" Target="/ppt/notesMasters/notesMaster1.xml" Id="Rd673acc145f64f3e" /></Relationships>
</file>

<file path=ppt/notesSlides/_rels/notesSlide334.xml.rels>&#65279;<?xml version="1.0" encoding="utf-8"?><Relationships xmlns="http://schemas.openxmlformats.org/package/2006/relationships"><Relationship Type="http://schemas.openxmlformats.org/officeDocument/2006/relationships/slide" Target="/ppt/slides/slide334.xml" Id="Raf82738ac5874b97" /><Relationship Type="http://schemas.openxmlformats.org/officeDocument/2006/relationships/notesMaster" Target="/ppt/notesMasters/notesMaster1.xml" Id="R04bf68d165814086" /></Relationships>
</file>

<file path=ppt/notesSlides/_rels/notesSlide561.xml.rels>&#65279;<?xml version="1.0" encoding="utf-8"?><Relationships xmlns="http://schemas.openxmlformats.org/package/2006/relationships"><Relationship Type="http://schemas.openxmlformats.org/officeDocument/2006/relationships/slide" Target="/ppt/slides/slide561.xml" Id="R7b4486c60c7c48b4" /><Relationship Type="http://schemas.openxmlformats.org/officeDocument/2006/relationships/notesMaster" Target="/ppt/notesMasters/notesMaster1.xml" Id="Ra01949728b004288" /></Relationships>
</file>

<file path=ppt/notesSlides/_rels/notesSlide562.xml.rels>&#65279;<?xml version="1.0" encoding="utf-8"?><Relationships xmlns="http://schemas.openxmlformats.org/package/2006/relationships"><Relationship Type="http://schemas.openxmlformats.org/officeDocument/2006/relationships/slide" Target="/ppt/slides/slide562.xml" Id="Rcd10d33d7b39484e" /><Relationship Type="http://schemas.openxmlformats.org/officeDocument/2006/relationships/notesMaster" Target="/ppt/notesMasters/notesMaster1.xml" Id="Rd369e1d2f87d45c0" /></Relationships>
</file>

<file path=ppt/notesSlides/_rels/notesSlide563.xml.rels>&#65279;<?xml version="1.0" encoding="utf-8"?><Relationships xmlns="http://schemas.openxmlformats.org/package/2006/relationships"><Relationship Type="http://schemas.openxmlformats.org/officeDocument/2006/relationships/slide" Target="/ppt/slides/slide563.xml" Id="R635aea546ca84953" /><Relationship Type="http://schemas.openxmlformats.org/officeDocument/2006/relationships/notesMaster" Target="/ppt/notesMasters/notesMaster1.xml" Id="Rb417ecd76f52443e" /></Relationships>
</file>

<file path=ppt/notesSlides/_rels/notesSlide565.xml.rels>&#65279;<?xml version="1.0" encoding="utf-8"?><Relationships xmlns="http://schemas.openxmlformats.org/package/2006/relationships"><Relationship Type="http://schemas.openxmlformats.org/officeDocument/2006/relationships/slide" Target="/ppt/slides/slide565.xml" Id="R5581f0dd28de4240" /><Relationship Type="http://schemas.openxmlformats.org/officeDocument/2006/relationships/notesMaster" Target="/ppt/notesMasters/notesMaster1.xml" Id="R07e9d78f89ff414a" /></Relationships>
</file>

<file path=ppt/notesSlides/_rels/notesSlide566.xml.rels>&#65279;<?xml version="1.0" encoding="utf-8"?><Relationships xmlns="http://schemas.openxmlformats.org/package/2006/relationships"><Relationship Type="http://schemas.openxmlformats.org/officeDocument/2006/relationships/slide" Target="/ppt/slides/slide566.xml" Id="Rb33e52ec24c54a56" /><Relationship Type="http://schemas.openxmlformats.org/officeDocument/2006/relationships/notesMaster" Target="/ppt/notesMasters/notesMaster1.xml" Id="R672d8b8bccd2468d" /></Relationships>
</file>

<file path=ppt/notesSlides/_rels/notesSlide567.xml.rels>&#65279;<?xml version="1.0" encoding="utf-8"?><Relationships xmlns="http://schemas.openxmlformats.org/package/2006/relationships"><Relationship Type="http://schemas.openxmlformats.org/officeDocument/2006/relationships/slide" Target="/ppt/slides/slide567.xml" Id="Rf39e90d0469c49ef" /><Relationship Type="http://schemas.openxmlformats.org/officeDocument/2006/relationships/notesMaster" Target="/ppt/notesMasters/notesMaster1.xml" Id="R76288c725e364860" /></Relationships>
</file>

<file path=ppt/notesSlides/_rels/notesSlide568.xml.rels>&#65279;<?xml version="1.0" encoding="utf-8"?><Relationships xmlns="http://schemas.openxmlformats.org/package/2006/relationships"><Relationship Type="http://schemas.openxmlformats.org/officeDocument/2006/relationships/slide" Target="/ppt/slides/slide568.xml" Id="Rf411dfd8836e4926" /><Relationship Type="http://schemas.openxmlformats.org/officeDocument/2006/relationships/notesMaster" Target="/ppt/notesMasters/notesMaster1.xml" Id="R24ceeff69a104f99" /></Relationships>
</file>

<file path=ppt/notesSlides/_rels/notesSlide569.xml.rels>&#65279;<?xml version="1.0" encoding="utf-8"?><Relationships xmlns="http://schemas.openxmlformats.org/package/2006/relationships"><Relationship Type="http://schemas.openxmlformats.org/officeDocument/2006/relationships/slide" Target="/ppt/slides/slide569.xml" Id="R6d905db72a3a47ef" /><Relationship Type="http://schemas.openxmlformats.org/officeDocument/2006/relationships/notesMaster" Target="/ppt/notesMasters/notesMaster1.xml" Id="R04a2f40cb2814297" /></Relationships>
</file>

<file path=ppt/notesSlides/_rels/notesSlide570.xml.rels>&#65279;<?xml version="1.0" encoding="utf-8"?><Relationships xmlns="http://schemas.openxmlformats.org/package/2006/relationships"><Relationship Type="http://schemas.openxmlformats.org/officeDocument/2006/relationships/slide" Target="/ppt/slides/slide570.xml" Id="R7fd5ee5df85843f7" /><Relationship Type="http://schemas.openxmlformats.org/officeDocument/2006/relationships/notesMaster" Target="/ppt/notesMasters/notesMaster1.xml" Id="R8d7889938f9346ce" /></Relationships>
</file>

<file path=ppt/notesSlides/_rels/notesSlide571.xml.rels>&#65279;<?xml version="1.0" encoding="utf-8"?><Relationships xmlns="http://schemas.openxmlformats.org/package/2006/relationships"><Relationship Type="http://schemas.openxmlformats.org/officeDocument/2006/relationships/slide" Target="/ppt/slides/slide571.xml" Id="Rca34a55524c04a71" /><Relationship Type="http://schemas.openxmlformats.org/officeDocument/2006/relationships/notesMaster" Target="/ppt/notesMasters/notesMaster1.xml" Id="Ra5ce059a2d6349aa" /></Relationships>
</file>

<file path=ppt/notesSlides/_rels/notesSlide572.xml.rels>&#65279;<?xml version="1.0" encoding="utf-8"?><Relationships xmlns="http://schemas.openxmlformats.org/package/2006/relationships"><Relationship Type="http://schemas.openxmlformats.org/officeDocument/2006/relationships/slide" Target="/ppt/slides/slide572.xml" Id="Rc4838e07f5404988" /><Relationship Type="http://schemas.openxmlformats.org/officeDocument/2006/relationships/notesMaster" Target="/ppt/notesMasters/notesMaster1.xml" Id="R5093cee0a9284db4" /></Relationships>
</file>

<file path=ppt/notesSlides/_rels/notesSlide573.xml.rels>&#65279;<?xml version="1.0" encoding="utf-8"?><Relationships xmlns="http://schemas.openxmlformats.org/package/2006/relationships"><Relationship Type="http://schemas.openxmlformats.org/officeDocument/2006/relationships/slide" Target="/ppt/slides/slide573.xml" Id="R3c6220fe988d4f23" /><Relationship Type="http://schemas.openxmlformats.org/officeDocument/2006/relationships/notesMaster" Target="/ppt/notesMasters/notesMaster1.xml" Id="R97b4c0eabe5649cd" /></Relationships>
</file>

<file path=ppt/notesSlides/_rels/notesSlide574.xml.rels>&#65279;<?xml version="1.0" encoding="utf-8"?><Relationships xmlns="http://schemas.openxmlformats.org/package/2006/relationships"><Relationship Type="http://schemas.openxmlformats.org/officeDocument/2006/relationships/slide" Target="/ppt/slides/slide574.xml" Id="R9e69bb9c10484ef9" /><Relationship Type="http://schemas.openxmlformats.org/officeDocument/2006/relationships/notesMaster" Target="/ppt/notesMasters/notesMaster1.xml" Id="Rf33b10fd6fcc403a" /></Relationships>
</file>

<file path=ppt/notesSlides/_rels/notesSlide575.xml.rels>&#65279;<?xml version="1.0" encoding="utf-8"?><Relationships xmlns="http://schemas.openxmlformats.org/package/2006/relationships"><Relationship Type="http://schemas.openxmlformats.org/officeDocument/2006/relationships/slide" Target="/ppt/slides/slide575.xml" Id="R1d6a9513bb534c6d" /><Relationship Type="http://schemas.openxmlformats.org/officeDocument/2006/relationships/notesMaster" Target="/ppt/notesMasters/notesMaster1.xml" Id="R816c4bd700234005" /></Relationships>
</file>

<file path=ppt/notesSlides/_rels/notesSlide576.xml.rels>&#65279;<?xml version="1.0" encoding="utf-8"?><Relationships xmlns="http://schemas.openxmlformats.org/package/2006/relationships"><Relationship Type="http://schemas.openxmlformats.org/officeDocument/2006/relationships/slide" Target="/ppt/slides/slide576.xml" Id="R632a607a125648aa" /><Relationship Type="http://schemas.openxmlformats.org/officeDocument/2006/relationships/notesMaster" Target="/ppt/notesMasters/notesMaster1.xml" Id="R364357d956834694" /></Relationships>
</file>

<file path=ppt/notesSlides/_rels/notesSlide577.xml.rels>&#65279;<?xml version="1.0" encoding="utf-8"?><Relationships xmlns="http://schemas.openxmlformats.org/package/2006/relationships"><Relationship Type="http://schemas.openxmlformats.org/officeDocument/2006/relationships/slide" Target="/ppt/slides/slide577.xml" Id="R44946e76dd5046f2" /><Relationship Type="http://schemas.openxmlformats.org/officeDocument/2006/relationships/notesMaster" Target="/ppt/notesMasters/notesMaster1.xml" Id="R071acd2785a14e9c" /></Relationships>
</file>

<file path=ppt/notesSlides/_rels/notesSlide578.xml.rels>&#65279;<?xml version="1.0" encoding="utf-8"?><Relationships xmlns="http://schemas.openxmlformats.org/package/2006/relationships"><Relationship Type="http://schemas.openxmlformats.org/officeDocument/2006/relationships/slide" Target="/ppt/slides/slide578.xml" Id="Rd0cfe54053c54923" /><Relationship Type="http://schemas.openxmlformats.org/officeDocument/2006/relationships/notesMaster" Target="/ppt/notesMasters/notesMaster1.xml" Id="R10164e560d4a4943" /></Relationships>
</file>

<file path=ppt/notesSlides/_rels/notesSlide579.xml.rels>&#65279;<?xml version="1.0" encoding="utf-8"?><Relationships xmlns="http://schemas.openxmlformats.org/package/2006/relationships"><Relationship Type="http://schemas.openxmlformats.org/officeDocument/2006/relationships/slide" Target="/ppt/slides/slide579.xml" Id="R78693aa653574b2d" /><Relationship Type="http://schemas.openxmlformats.org/officeDocument/2006/relationships/notesMaster" Target="/ppt/notesMasters/notesMaster1.xml" Id="R5138aa959d404e64" /></Relationships>
</file>

<file path=ppt/notesSlides/_rels/notesSlide580.xml.rels>&#65279;<?xml version="1.0" encoding="utf-8"?><Relationships xmlns="http://schemas.openxmlformats.org/package/2006/relationships"><Relationship Type="http://schemas.openxmlformats.org/officeDocument/2006/relationships/slide" Target="/ppt/slides/slide580.xml" Id="R44be132eeda14f69" /><Relationship Type="http://schemas.openxmlformats.org/officeDocument/2006/relationships/notesMaster" Target="/ppt/notesMasters/notesMaster1.xml" Id="R92e22c0ad5894c41" /></Relationships>
</file>

<file path=ppt/notesSlides/_rels/notesSlide581.xml.rels>&#65279;<?xml version="1.0" encoding="utf-8"?><Relationships xmlns="http://schemas.openxmlformats.org/package/2006/relationships"><Relationship Type="http://schemas.openxmlformats.org/officeDocument/2006/relationships/slide" Target="/ppt/slides/slide581.xml" Id="Rb7f1e1b1353d4a9d" /><Relationship Type="http://schemas.openxmlformats.org/officeDocument/2006/relationships/notesMaster" Target="/ppt/notesMasters/notesMaster1.xml" Id="R9ad462aeadf44deb" /></Relationships>
</file>

<file path=ppt/notesSlides/_rels/notesSlide582.xml.rels>&#65279;<?xml version="1.0" encoding="utf-8"?><Relationships xmlns="http://schemas.openxmlformats.org/package/2006/relationships"><Relationship Type="http://schemas.openxmlformats.org/officeDocument/2006/relationships/slide" Target="/ppt/slides/slide582.xml" Id="R53ec91aa750e4b27" /><Relationship Type="http://schemas.openxmlformats.org/officeDocument/2006/relationships/notesMaster" Target="/ppt/notesMasters/notesMaster1.xml" Id="Rcf6bebe2e37e4997" /></Relationships>
</file>

<file path=ppt/notesSlides/_rels/notesSlide583.xml.rels>&#65279;<?xml version="1.0" encoding="utf-8"?><Relationships xmlns="http://schemas.openxmlformats.org/package/2006/relationships"><Relationship Type="http://schemas.openxmlformats.org/officeDocument/2006/relationships/slide" Target="/ppt/slides/slide583.xml" Id="R54e4c50852fc46d7" /><Relationship Type="http://schemas.openxmlformats.org/officeDocument/2006/relationships/notesMaster" Target="/ppt/notesMasters/notesMaster1.xml" Id="Rcff7342c16cf4c3c" /></Relationships>
</file>

<file path=ppt/notesSlides/_rels/notesSlide584.xml.rels>&#65279;<?xml version="1.0" encoding="utf-8"?><Relationships xmlns="http://schemas.openxmlformats.org/package/2006/relationships"><Relationship Type="http://schemas.openxmlformats.org/officeDocument/2006/relationships/slide" Target="/ppt/slides/slide584.xml" Id="R9f836e457b1243ff" /><Relationship Type="http://schemas.openxmlformats.org/officeDocument/2006/relationships/notesMaster" Target="/ppt/notesMasters/notesMaster1.xml" Id="R06fd5dc657d14410" /></Relationships>
</file>

<file path=ppt/notesSlides/_rels/notesSlide585.xml.rels>&#65279;<?xml version="1.0" encoding="utf-8"?><Relationships xmlns="http://schemas.openxmlformats.org/package/2006/relationships"><Relationship Type="http://schemas.openxmlformats.org/officeDocument/2006/relationships/slide" Target="/ppt/slides/slide585.xml" Id="R0dca24e2b84f4b4f" /><Relationship Type="http://schemas.openxmlformats.org/officeDocument/2006/relationships/notesMaster" Target="/ppt/notesMasters/notesMaster1.xml" Id="R5db905906f46481f" /></Relationships>
</file>

<file path=ppt/notesSlides/_rels/notesSlide586.xml.rels>&#65279;<?xml version="1.0" encoding="utf-8"?><Relationships xmlns="http://schemas.openxmlformats.org/package/2006/relationships"><Relationship Type="http://schemas.openxmlformats.org/officeDocument/2006/relationships/slide" Target="/ppt/slides/slide586.xml" Id="Rda7b940dddb340ef" /><Relationship Type="http://schemas.openxmlformats.org/officeDocument/2006/relationships/notesMaster" Target="/ppt/notesMasters/notesMaster1.xml" Id="R7965b037c0cc408c" /></Relationships>
</file>

<file path=ppt/notesSlides/_rels/notesSlide587.xml.rels>&#65279;<?xml version="1.0" encoding="utf-8"?><Relationships xmlns="http://schemas.openxmlformats.org/package/2006/relationships"><Relationship Type="http://schemas.openxmlformats.org/officeDocument/2006/relationships/slide" Target="/ppt/slides/slide587.xml" Id="Ref7674e950984569" /><Relationship Type="http://schemas.openxmlformats.org/officeDocument/2006/relationships/notesMaster" Target="/ppt/notesMasters/notesMaster1.xml" Id="R971fc25d62124fd1" /></Relationships>
</file>

<file path=ppt/notesSlides/_rels/notesSlide588.xml.rels>&#65279;<?xml version="1.0" encoding="utf-8"?><Relationships xmlns="http://schemas.openxmlformats.org/package/2006/relationships"><Relationship Type="http://schemas.openxmlformats.org/officeDocument/2006/relationships/slide" Target="/ppt/slides/slide588.xml" Id="R977c6196fa214f39" /><Relationship Type="http://schemas.openxmlformats.org/officeDocument/2006/relationships/notesMaster" Target="/ppt/notesMasters/notesMaster1.xml" Id="R3391dd3211004d0a" /></Relationships>
</file>

<file path=ppt/notesSlides/_rels/notesSlide589.xml.rels>&#65279;<?xml version="1.0" encoding="utf-8"?><Relationships xmlns="http://schemas.openxmlformats.org/package/2006/relationships"><Relationship Type="http://schemas.openxmlformats.org/officeDocument/2006/relationships/slide" Target="/ppt/slides/slide589.xml" Id="R2981c2b9b09f436a" /><Relationship Type="http://schemas.openxmlformats.org/officeDocument/2006/relationships/notesMaster" Target="/ppt/notesMasters/notesMaster1.xml" Id="Ra111cf2d18234364" /></Relationships>
</file>

<file path=ppt/notesSlides/_rels/notesSlide590.xml.rels>&#65279;<?xml version="1.0" encoding="utf-8"?><Relationships xmlns="http://schemas.openxmlformats.org/package/2006/relationships"><Relationship Type="http://schemas.openxmlformats.org/officeDocument/2006/relationships/slide" Target="/ppt/slides/slide590.xml" Id="Rbe5afe5ad10f479c" /><Relationship Type="http://schemas.openxmlformats.org/officeDocument/2006/relationships/notesMaster" Target="/ppt/notesMasters/notesMaster1.xml" Id="R8767396dc31b4b57" /></Relationships>
</file>

<file path=ppt/notesSlides/_rels/notesSlide591.xml.rels>&#65279;<?xml version="1.0" encoding="utf-8"?><Relationships xmlns="http://schemas.openxmlformats.org/package/2006/relationships"><Relationship Type="http://schemas.openxmlformats.org/officeDocument/2006/relationships/slide" Target="/ppt/slides/slide591.xml" Id="Rddb20d3562fb424d" /><Relationship Type="http://schemas.openxmlformats.org/officeDocument/2006/relationships/notesMaster" Target="/ppt/notesMasters/notesMaster1.xml" Id="R0d288594509946f0" /></Relationships>
</file>

<file path=ppt/notesSlides/_rels/notesSlide592.xml.rels>&#65279;<?xml version="1.0" encoding="utf-8"?><Relationships xmlns="http://schemas.openxmlformats.org/package/2006/relationships"><Relationship Type="http://schemas.openxmlformats.org/officeDocument/2006/relationships/slide" Target="/ppt/slides/slide592.xml" Id="Rf82bfd01fb1a4f74" /><Relationship Type="http://schemas.openxmlformats.org/officeDocument/2006/relationships/notesMaster" Target="/ppt/notesMasters/notesMaster1.xml" Id="Rdb8108473d1046d8" /></Relationships>
</file>

<file path=ppt/notesSlides/_rels/notesSlide593.xml.rels>&#65279;<?xml version="1.0" encoding="utf-8"?><Relationships xmlns="http://schemas.openxmlformats.org/package/2006/relationships"><Relationship Type="http://schemas.openxmlformats.org/officeDocument/2006/relationships/slide" Target="/ppt/slides/slide593.xml" Id="R00e93d6db05d4a87" /><Relationship Type="http://schemas.openxmlformats.org/officeDocument/2006/relationships/notesMaster" Target="/ppt/notesMasters/notesMaster1.xml" Id="Re3f39bec290947b7" /></Relationships>
</file>

<file path=ppt/notesSlides/_rels/notesSlide594.xml.rels>&#65279;<?xml version="1.0" encoding="utf-8"?><Relationships xmlns="http://schemas.openxmlformats.org/package/2006/relationships"><Relationship Type="http://schemas.openxmlformats.org/officeDocument/2006/relationships/slide" Target="/ppt/slides/slide594.xml" Id="Rdcb35907b3a64f2f" /><Relationship Type="http://schemas.openxmlformats.org/officeDocument/2006/relationships/notesMaster" Target="/ppt/notesMasters/notesMaster1.xml" Id="R5913a7172c804e44" /></Relationships>
</file>

<file path=ppt/notesSlides/_rels/notesSlide595.xml.rels>&#65279;<?xml version="1.0" encoding="utf-8"?><Relationships xmlns="http://schemas.openxmlformats.org/package/2006/relationships"><Relationship Type="http://schemas.openxmlformats.org/officeDocument/2006/relationships/slide" Target="/ppt/slides/slide595.xml" Id="R1a51fa7f33c34171" /><Relationship Type="http://schemas.openxmlformats.org/officeDocument/2006/relationships/notesMaster" Target="/ppt/notesMasters/notesMaster1.xml" Id="R752f8de6cbf2400a" /></Relationships>
</file>

<file path=ppt/notesSlides/_rels/notesSlide596.xml.rels>&#65279;<?xml version="1.0" encoding="utf-8"?><Relationships xmlns="http://schemas.openxmlformats.org/package/2006/relationships"><Relationship Type="http://schemas.openxmlformats.org/officeDocument/2006/relationships/slide" Target="/ppt/slides/slide596.xml" Id="R088205b9674a41e3" /><Relationship Type="http://schemas.openxmlformats.org/officeDocument/2006/relationships/notesMaster" Target="/ppt/notesMasters/notesMaster1.xml" Id="R3527b6ae576c4247" /></Relationships>
</file>

<file path=ppt/notesSlides/_rels/notesSlide597.xml.rels>&#65279;<?xml version="1.0" encoding="utf-8"?><Relationships xmlns="http://schemas.openxmlformats.org/package/2006/relationships"><Relationship Type="http://schemas.openxmlformats.org/officeDocument/2006/relationships/slide" Target="/ppt/slides/slide597.xml" Id="R1ee4c6ed2c6242a2" /><Relationship Type="http://schemas.openxmlformats.org/officeDocument/2006/relationships/notesMaster" Target="/ppt/notesMasters/notesMaster1.xml" Id="Rfc81ad44b34a4d76" /></Relationships>
</file>

<file path=ppt/notesSlides/_rels/notesSlide598.xml.rels>&#65279;<?xml version="1.0" encoding="utf-8"?><Relationships xmlns="http://schemas.openxmlformats.org/package/2006/relationships"><Relationship Type="http://schemas.openxmlformats.org/officeDocument/2006/relationships/slide" Target="/ppt/slides/slide598.xml" Id="R22cdd87923ab489f" /><Relationship Type="http://schemas.openxmlformats.org/officeDocument/2006/relationships/notesMaster" Target="/ppt/notesMasters/notesMaster1.xml" Id="R0cd87a843cab46f3" /></Relationships>
</file>

<file path=ppt/notesSlides/_rels/notesSlide599.xml.rels>&#65279;<?xml version="1.0" encoding="utf-8"?><Relationships xmlns="http://schemas.openxmlformats.org/package/2006/relationships"><Relationship Type="http://schemas.openxmlformats.org/officeDocument/2006/relationships/slide" Target="/ppt/slides/slide599.xml" Id="R506fce94f7fb4ab7" /><Relationship Type="http://schemas.openxmlformats.org/officeDocument/2006/relationships/notesMaster" Target="/ppt/notesMasters/notesMaster1.xml" Id="R3016b37597a7432d" /></Relationships>
</file>

<file path=ppt/notesSlides/_rels/notesSlide600.xml.rels>&#65279;<?xml version="1.0" encoding="utf-8"?><Relationships xmlns="http://schemas.openxmlformats.org/package/2006/relationships"><Relationship Type="http://schemas.openxmlformats.org/officeDocument/2006/relationships/slide" Target="/ppt/slides/slide600.xml" Id="Rd075ec8ad60b4bba" /><Relationship Type="http://schemas.openxmlformats.org/officeDocument/2006/relationships/notesMaster" Target="/ppt/notesMasters/notesMaster1.xml" Id="Rc42ef3e89625441c" /></Relationships>
</file>

<file path=ppt/notesSlides/_rels/notesSlide601.xml.rels>&#65279;<?xml version="1.0" encoding="utf-8"?><Relationships xmlns="http://schemas.openxmlformats.org/package/2006/relationships"><Relationship Type="http://schemas.openxmlformats.org/officeDocument/2006/relationships/slide" Target="/ppt/slides/slide601.xml" Id="R0624de27aa85489a" /><Relationship Type="http://schemas.openxmlformats.org/officeDocument/2006/relationships/notesMaster" Target="/ppt/notesMasters/notesMaster1.xml" Id="Raec3445352554701" /></Relationships>
</file>

<file path=ppt/notesSlides/_rels/notesSlide602.xml.rels>&#65279;<?xml version="1.0" encoding="utf-8"?><Relationships xmlns="http://schemas.openxmlformats.org/package/2006/relationships"><Relationship Type="http://schemas.openxmlformats.org/officeDocument/2006/relationships/slide" Target="/ppt/slides/slide602.xml" Id="Ra1b24dd3eac8421f" /><Relationship Type="http://schemas.openxmlformats.org/officeDocument/2006/relationships/notesMaster" Target="/ppt/notesMasters/notesMaster1.xml" Id="Rb8b774b64d6940ac" /></Relationships>
</file>

<file path=ppt/notesSlides/_rels/notesSlide603.xml.rels>&#65279;<?xml version="1.0" encoding="utf-8"?><Relationships xmlns="http://schemas.openxmlformats.org/package/2006/relationships"><Relationship Type="http://schemas.openxmlformats.org/officeDocument/2006/relationships/slide" Target="/ppt/slides/slide603.xml" Id="Rb16e2c3c86ca47b7" /><Relationship Type="http://schemas.openxmlformats.org/officeDocument/2006/relationships/notesMaster" Target="/ppt/notesMasters/notesMaster1.xml" Id="R2cc76487dfa1411b" /></Relationships>
</file>

<file path=ppt/notesSlides/_rels/notesSlide604.xml.rels>&#65279;<?xml version="1.0" encoding="utf-8"?><Relationships xmlns="http://schemas.openxmlformats.org/package/2006/relationships"><Relationship Type="http://schemas.openxmlformats.org/officeDocument/2006/relationships/slide" Target="/ppt/slides/slide604.xml" Id="R34bd71999c8f4376" /><Relationship Type="http://schemas.openxmlformats.org/officeDocument/2006/relationships/notesMaster" Target="/ppt/notesMasters/notesMaster1.xml" Id="R7e8a88ee19ca4b66" /></Relationships>
</file>

<file path=ppt/notesSlides/_rels/notesSlide605.xml.rels>&#65279;<?xml version="1.0" encoding="utf-8"?><Relationships xmlns="http://schemas.openxmlformats.org/package/2006/relationships"><Relationship Type="http://schemas.openxmlformats.org/officeDocument/2006/relationships/slide" Target="/ppt/slides/slide605.xml" Id="R18502794cdb54782" /><Relationship Type="http://schemas.openxmlformats.org/officeDocument/2006/relationships/notesMaster" Target="/ppt/notesMasters/notesMaster1.xml" Id="R983d1e321d79403d" /></Relationships>
</file>

<file path=ppt/notesSlides/_rels/notesSlide606.xml.rels>&#65279;<?xml version="1.0" encoding="utf-8"?><Relationships xmlns="http://schemas.openxmlformats.org/package/2006/relationships"><Relationship Type="http://schemas.openxmlformats.org/officeDocument/2006/relationships/slide" Target="/ppt/slides/slide606.xml" Id="R03072f5564f746ee" /><Relationship Type="http://schemas.openxmlformats.org/officeDocument/2006/relationships/notesMaster" Target="/ppt/notesMasters/notesMaster1.xml" Id="R43a6d418fe4b475b" /></Relationships>
</file>

<file path=ppt/notesSlides/_rels/notesSlide607.xml.rels>&#65279;<?xml version="1.0" encoding="utf-8"?><Relationships xmlns="http://schemas.openxmlformats.org/package/2006/relationships"><Relationship Type="http://schemas.openxmlformats.org/officeDocument/2006/relationships/slide" Target="/ppt/slides/slide607.xml" Id="R70fe5243c63e4868" /><Relationship Type="http://schemas.openxmlformats.org/officeDocument/2006/relationships/notesMaster" Target="/ppt/notesMasters/notesMaster1.xml" Id="R7378ebe778f541d8" /></Relationships>
</file>

<file path=ppt/notesSlides/_rels/notesSlide608.xml.rels>&#65279;<?xml version="1.0" encoding="utf-8"?><Relationships xmlns="http://schemas.openxmlformats.org/package/2006/relationships"><Relationship Type="http://schemas.openxmlformats.org/officeDocument/2006/relationships/slide" Target="/ppt/slides/slide608.xml" Id="Re2a2c2f9b0eb45f9" /><Relationship Type="http://schemas.openxmlformats.org/officeDocument/2006/relationships/notesMaster" Target="/ppt/notesMasters/notesMaster1.xml" Id="Refbbe13a2cf344f2" /></Relationships>
</file>

<file path=ppt/notesSlides/_rels/notesSlide609.xml.rels>&#65279;<?xml version="1.0" encoding="utf-8"?><Relationships xmlns="http://schemas.openxmlformats.org/package/2006/relationships"><Relationship Type="http://schemas.openxmlformats.org/officeDocument/2006/relationships/slide" Target="/ppt/slides/slide609.xml" Id="Raa2ccc0ea0f3423d" /><Relationship Type="http://schemas.openxmlformats.org/officeDocument/2006/relationships/notesMaster" Target="/ppt/notesMasters/notesMaster1.xml" Id="Rcc9ee0f1547b422f" /></Relationships>
</file>

<file path=ppt/notesSlides/_rels/notesSlide610.xml.rels>&#65279;<?xml version="1.0" encoding="utf-8"?><Relationships xmlns="http://schemas.openxmlformats.org/package/2006/relationships"><Relationship Type="http://schemas.openxmlformats.org/officeDocument/2006/relationships/slide" Target="/ppt/slides/slide610.xml" Id="Ra8a0ee614a7b4d19" /><Relationship Type="http://schemas.openxmlformats.org/officeDocument/2006/relationships/notesMaster" Target="/ppt/notesMasters/notesMaster1.xml" Id="Rb534a8606cbd4621" /></Relationships>
</file>

<file path=ppt/notesSlides/_rels/notesSlide611.xml.rels>&#65279;<?xml version="1.0" encoding="utf-8"?><Relationships xmlns="http://schemas.openxmlformats.org/package/2006/relationships"><Relationship Type="http://schemas.openxmlformats.org/officeDocument/2006/relationships/slide" Target="/ppt/slides/slide611.xml" Id="R1d3de243e2dd4520" /><Relationship Type="http://schemas.openxmlformats.org/officeDocument/2006/relationships/notesMaster" Target="/ppt/notesMasters/notesMaster1.xml" Id="Rc67c656a724d4cde" /></Relationships>
</file>

<file path=ppt/notesSlides/_rels/notesSlide612.xml.rels>&#65279;<?xml version="1.0" encoding="utf-8"?><Relationships xmlns="http://schemas.openxmlformats.org/package/2006/relationships"><Relationship Type="http://schemas.openxmlformats.org/officeDocument/2006/relationships/slide" Target="/ppt/slides/slide612.xml" Id="R67e2e6b9f7964ef2" /><Relationship Type="http://schemas.openxmlformats.org/officeDocument/2006/relationships/notesMaster" Target="/ppt/notesMasters/notesMaster1.xml" Id="Rf63cf9c782f44705" /></Relationships>
</file>

<file path=ppt/notesSlides/_rels/notesSlide613.xml.rels>&#65279;<?xml version="1.0" encoding="utf-8"?><Relationships xmlns="http://schemas.openxmlformats.org/package/2006/relationships"><Relationship Type="http://schemas.openxmlformats.org/officeDocument/2006/relationships/slide" Target="/ppt/slides/slide613.xml" Id="R4002f81154d34524" /><Relationship Type="http://schemas.openxmlformats.org/officeDocument/2006/relationships/notesMaster" Target="/ppt/notesMasters/notesMaster1.xml" Id="R5ad5bf8adf7a4473" /></Relationships>
</file>

<file path=ppt/notesSlides/_rels/notesSlide614.xml.rels>&#65279;<?xml version="1.0" encoding="utf-8"?><Relationships xmlns="http://schemas.openxmlformats.org/package/2006/relationships"><Relationship Type="http://schemas.openxmlformats.org/officeDocument/2006/relationships/slide" Target="/ppt/slides/slide614.xml" Id="R63ef2c95f66c41d6" /><Relationship Type="http://schemas.openxmlformats.org/officeDocument/2006/relationships/notesMaster" Target="/ppt/notesMasters/notesMaster1.xml" Id="R0904a4e128454971" /></Relationships>
</file>

<file path=ppt/notesSlides/_rels/notesSlide615.xml.rels>&#65279;<?xml version="1.0" encoding="utf-8"?><Relationships xmlns="http://schemas.openxmlformats.org/package/2006/relationships"><Relationship Type="http://schemas.openxmlformats.org/officeDocument/2006/relationships/slide" Target="/ppt/slides/slide615.xml" Id="R13af706081a440c9" /><Relationship Type="http://schemas.openxmlformats.org/officeDocument/2006/relationships/notesMaster" Target="/ppt/notesMasters/notesMaster1.xml" Id="R108e34c2e3a646aa" /></Relationships>
</file>

<file path=ppt/notesSlides/_rels/notesSlide616.xml.rels>&#65279;<?xml version="1.0" encoding="utf-8"?><Relationships xmlns="http://schemas.openxmlformats.org/package/2006/relationships"><Relationship Type="http://schemas.openxmlformats.org/officeDocument/2006/relationships/slide" Target="/ppt/slides/slide616.xml" Id="R366ecee24c564f61" /><Relationship Type="http://schemas.openxmlformats.org/officeDocument/2006/relationships/notesMaster" Target="/ppt/notesMasters/notesMaster1.xml" Id="R443a24acc593468c" /></Relationships>
</file>

<file path=ppt/notesSlides/_rels/notesSlide617.xml.rels>&#65279;<?xml version="1.0" encoding="utf-8"?><Relationships xmlns="http://schemas.openxmlformats.org/package/2006/relationships"><Relationship Type="http://schemas.openxmlformats.org/officeDocument/2006/relationships/slide" Target="/ppt/slides/slide617.xml" Id="Rd458162da334416f" /><Relationship Type="http://schemas.openxmlformats.org/officeDocument/2006/relationships/notesMaster" Target="/ppt/notesMasters/notesMaster1.xml" Id="R54f01edb15b24c8e" /></Relationships>
</file>

<file path=ppt/notesSlides/_rels/notesSlide618.xml.rels>&#65279;<?xml version="1.0" encoding="utf-8"?><Relationships xmlns="http://schemas.openxmlformats.org/package/2006/relationships"><Relationship Type="http://schemas.openxmlformats.org/officeDocument/2006/relationships/slide" Target="/ppt/slides/slide618.xml" Id="Rcc57112bd33c4272" /><Relationship Type="http://schemas.openxmlformats.org/officeDocument/2006/relationships/notesMaster" Target="/ppt/notesMasters/notesMaster1.xml" Id="Rc976c68c75024820" /></Relationships>
</file>

<file path=ppt/notesSlides/_rels/notesSlide619.xml.rels>&#65279;<?xml version="1.0" encoding="utf-8"?><Relationships xmlns="http://schemas.openxmlformats.org/package/2006/relationships"><Relationship Type="http://schemas.openxmlformats.org/officeDocument/2006/relationships/slide" Target="/ppt/slides/slide619.xml" Id="R3fdee0073d1b4c69" /><Relationship Type="http://schemas.openxmlformats.org/officeDocument/2006/relationships/notesMaster" Target="/ppt/notesMasters/notesMaster1.xml" Id="Rcca4c839117346db" /></Relationships>
</file>

<file path=ppt/notesSlides/_rels/notesSlide621.xml.rels>&#65279;<?xml version="1.0" encoding="utf-8"?><Relationships xmlns="http://schemas.openxmlformats.org/package/2006/relationships"><Relationship Type="http://schemas.openxmlformats.org/officeDocument/2006/relationships/slide" Target="/ppt/slides/slide621.xml" Id="R8f508b6f8cae47d7" /><Relationship Type="http://schemas.openxmlformats.org/officeDocument/2006/relationships/notesMaster" Target="/ppt/notesMasters/notesMaster1.xml" Id="R0e2634d23ec046ac" /></Relationships>
</file>

<file path=ppt/notesSlides/_rels/notesSlide622.xml.rels>&#65279;<?xml version="1.0" encoding="utf-8"?><Relationships xmlns="http://schemas.openxmlformats.org/package/2006/relationships"><Relationship Type="http://schemas.openxmlformats.org/officeDocument/2006/relationships/slide" Target="/ppt/slides/slide622.xml" Id="R8957d4217ea44c18" /><Relationship Type="http://schemas.openxmlformats.org/officeDocument/2006/relationships/notesMaster" Target="/ppt/notesMasters/notesMaster1.xml" Id="R550546bb3a564bb4" /></Relationships>
</file>

<file path=ppt/notesSlides/_rels/notesSlide623.xml.rels>&#65279;<?xml version="1.0" encoding="utf-8"?><Relationships xmlns="http://schemas.openxmlformats.org/package/2006/relationships"><Relationship Type="http://schemas.openxmlformats.org/officeDocument/2006/relationships/slide" Target="/ppt/slides/slide623.xml" Id="Rafac345d35b448ff" /><Relationship Type="http://schemas.openxmlformats.org/officeDocument/2006/relationships/notesMaster" Target="/ppt/notesMasters/notesMaster1.xml" Id="R614c0f82f75841a3" /></Relationships>
</file>

<file path=ppt/notesSlides/_rels/notesSlide624.xml.rels>&#65279;<?xml version="1.0" encoding="utf-8"?><Relationships xmlns="http://schemas.openxmlformats.org/package/2006/relationships"><Relationship Type="http://schemas.openxmlformats.org/officeDocument/2006/relationships/slide" Target="/ppt/slides/slide624.xml" Id="Re4d31b5ccf1c44bb" /><Relationship Type="http://schemas.openxmlformats.org/officeDocument/2006/relationships/notesMaster" Target="/ppt/notesMasters/notesMaster1.xml" Id="R2d2b1afbc8594336" /></Relationships>
</file>

<file path=ppt/notesSlides/_rels/notesSlide625.xml.rels>&#65279;<?xml version="1.0" encoding="utf-8"?><Relationships xmlns="http://schemas.openxmlformats.org/package/2006/relationships"><Relationship Type="http://schemas.openxmlformats.org/officeDocument/2006/relationships/slide" Target="/ppt/slides/slide625.xml" Id="R4e54981006584863" /><Relationship Type="http://schemas.openxmlformats.org/officeDocument/2006/relationships/notesMaster" Target="/ppt/notesMasters/notesMaster1.xml" Id="Re2fb8155c3854bea" /></Relationships>
</file>

<file path=ppt/notesSlides/_rels/notesSlide626.xml.rels>&#65279;<?xml version="1.0" encoding="utf-8"?><Relationships xmlns="http://schemas.openxmlformats.org/package/2006/relationships"><Relationship Type="http://schemas.openxmlformats.org/officeDocument/2006/relationships/slide" Target="/ppt/slides/slide626.xml" Id="R7f6449fb1a1345f7" /><Relationship Type="http://schemas.openxmlformats.org/officeDocument/2006/relationships/notesMaster" Target="/ppt/notesMasters/notesMaster1.xml" Id="R0ff995f38a7a4eac" /></Relationships>
</file>

<file path=ppt/notesSlides/_rels/notesSlide627.xml.rels>&#65279;<?xml version="1.0" encoding="utf-8"?><Relationships xmlns="http://schemas.openxmlformats.org/package/2006/relationships"><Relationship Type="http://schemas.openxmlformats.org/officeDocument/2006/relationships/slide" Target="/ppt/slides/slide627.xml" Id="Rcbb7acbc1e304dd2" /><Relationship Type="http://schemas.openxmlformats.org/officeDocument/2006/relationships/notesMaster" Target="/ppt/notesMasters/notesMaster1.xml" Id="Rc08c45eabfcf4c61" /></Relationships>
</file>

<file path=ppt/notesSlides/_rels/notesSlide628.xml.rels>&#65279;<?xml version="1.0" encoding="utf-8"?><Relationships xmlns="http://schemas.openxmlformats.org/package/2006/relationships"><Relationship Type="http://schemas.openxmlformats.org/officeDocument/2006/relationships/slide" Target="/ppt/slides/slide628.xml" Id="Rac00e322307a48e3" /><Relationship Type="http://schemas.openxmlformats.org/officeDocument/2006/relationships/notesMaster" Target="/ppt/notesMasters/notesMaster1.xml" Id="Rc7b54510d4a54d2e" /></Relationships>
</file>

<file path=ppt/notesSlides/_rels/notesSlide629.xml.rels>&#65279;<?xml version="1.0" encoding="utf-8"?><Relationships xmlns="http://schemas.openxmlformats.org/package/2006/relationships"><Relationship Type="http://schemas.openxmlformats.org/officeDocument/2006/relationships/slide" Target="/ppt/slides/slide629.xml" Id="R74b0122af40843c4" /><Relationship Type="http://schemas.openxmlformats.org/officeDocument/2006/relationships/notesMaster" Target="/ppt/notesMasters/notesMaster1.xml" Id="R1de36215fded4d85" /></Relationships>
</file>

<file path=ppt/notesSlides/_rels/notesSlide630.xml.rels>&#65279;<?xml version="1.0" encoding="utf-8"?><Relationships xmlns="http://schemas.openxmlformats.org/package/2006/relationships"><Relationship Type="http://schemas.openxmlformats.org/officeDocument/2006/relationships/slide" Target="/ppt/slides/slide630.xml" Id="R28c476032cfc4f15" /><Relationship Type="http://schemas.openxmlformats.org/officeDocument/2006/relationships/notesMaster" Target="/ppt/notesMasters/notesMaster1.xml" Id="R36a18bf4d2e741cf" /></Relationships>
</file>

<file path=ppt/notesSlides/_rels/notesSlide631.xml.rels>&#65279;<?xml version="1.0" encoding="utf-8"?><Relationships xmlns="http://schemas.openxmlformats.org/package/2006/relationships"><Relationship Type="http://schemas.openxmlformats.org/officeDocument/2006/relationships/slide" Target="/ppt/slides/slide631.xml" Id="R865afafb68684f01" /><Relationship Type="http://schemas.openxmlformats.org/officeDocument/2006/relationships/notesMaster" Target="/ppt/notesMasters/notesMaster1.xml" Id="Rf5aed52f34414333" /></Relationships>
</file>

<file path=ppt/notesSlides/_rels/notesSlide632.xml.rels>&#65279;<?xml version="1.0" encoding="utf-8"?><Relationships xmlns="http://schemas.openxmlformats.org/package/2006/relationships"><Relationship Type="http://schemas.openxmlformats.org/officeDocument/2006/relationships/slide" Target="/ppt/slides/slide632.xml" Id="Re8082ef5fc2142c5" /><Relationship Type="http://schemas.openxmlformats.org/officeDocument/2006/relationships/notesMaster" Target="/ppt/notesMasters/notesMaster1.xml" Id="R074f493484024ff2" /></Relationships>
</file>

<file path=ppt/notesSlides/_rels/notesSlide633.xml.rels>&#65279;<?xml version="1.0" encoding="utf-8"?><Relationships xmlns="http://schemas.openxmlformats.org/package/2006/relationships"><Relationship Type="http://schemas.openxmlformats.org/officeDocument/2006/relationships/slide" Target="/ppt/slides/slide633.xml" Id="R8fa6823fc3184dc6" /><Relationship Type="http://schemas.openxmlformats.org/officeDocument/2006/relationships/notesMaster" Target="/ppt/notesMasters/notesMaster1.xml" Id="Rc62769b83328474f" /></Relationships>
</file>

<file path=ppt/notesSlides/_rels/notesSlide634.xml.rels>&#65279;<?xml version="1.0" encoding="utf-8"?><Relationships xmlns="http://schemas.openxmlformats.org/package/2006/relationships"><Relationship Type="http://schemas.openxmlformats.org/officeDocument/2006/relationships/slide" Target="/ppt/slides/slide634.xml" Id="R69a0fe6e400542c0" /><Relationship Type="http://schemas.openxmlformats.org/officeDocument/2006/relationships/notesMaster" Target="/ppt/notesMasters/notesMaster1.xml" Id="Rc35ed9dd401a4868" /></Relationships>
</file>

<file path=ppt/notesSlides/_rels/notesSlide635.xml.rels>&#65279;<?xml version="1.0" encoding="utf-8"?><Relationships xmlns="http://schemas.openxmlformats.org/package/2006/relationships"><Relationship Type="http://schemas.openxmlformats.org/officeDocument/2006/relationships/slide" Target="/ppt/slides/slide635.xml" Id="R17372bbaf854482a" /><Relationship Type="http://schemas.openxmlformats.org/officeDocument/2006/relationships/notesMaster" Target="/ppt/notesMasters/notesMaster1.xml" Id="Rb095b5204f2c48ae" /></Relationships>
</file>

<file path=ppt/notesSlides/_rels/notesSlide636.xml.rels>&#65279;<?xml version="1.0" encoding="utf-8"?><Relationships xmlns="http://schemas.openxmlformats.org/package/2006/relationships"><Relationship Type="http://schemas.openxmlformats.org/officeDocument/2006/relationships/slide" Target="/ppt/slides/slide636.xml" Id="R107307970075415f" /><Relationship Type="http://schemas.openxmlformats.org/officeDocument/2006/relationships/notesMaster" Target="/ppt/notesMasters/notesMaster1.xml" Id="R860263d2e45b4411" /></Relationships>
</file>

<file path=ppt/notesSlides/_rels/notesSlide637.xml.rels>&#65279;<?xml version="1.0" encoding="utf-8"?><Relationships xmlns="http://schemas.openxmlformats.org/package/2006/relationships"><Relationship Type="http://schemas.openxmlformats.org/officeDocument/2006/relationships/slide" Target="/ppt/slides/slide637.xml" Id="Rab24a5aa3fcb4c6b" /><Relationship Type="http://schemas.openxmlformats.org/officeDocument/2006/relationships/notesMaster" Target="/ppt/notesMasters/notesMaster1.xml" Id="Ra73919709e754616" /></Relationships>
</file>

<file path=ppt/notesSlides/_rels/notesSlide638.xml.rels>&#65279;<?xml version="1.0" encoding="utf-8"?><Relationships xmlns="http://schemas.openxmlformats.org/package/2006/relationships"><Relationship Type="http://schemas.openxmlformats.org/officeDocument/2006/relationships/slide" Target="/ppt/slides/slide638.xml" Id="R2c533ab3c6fc47be" /><Relationship Type="http://schemas.openxmlformats.org/officeDocument/2006/relationships/notesMaster" Target="/ppt/notesMasters/notesMaster1.xml" Id="Radec17d8b6694af4" /></Relationships>
</file>

<file path=ppt/notesSlides/_rels/notesSlide639.xml.rels>&#65279;<?xml version="1.0" encoding="utf-8"?><Relationships xmlns="http://schemas.openxmlformats.org/package/2006/relationships"><Relationship Type="http://schemas.openxmlformats.org/officeDocument/2006/relationships/slide" Target="/ppt/slides/slide639.xml" Id="Reca1b01cd2e346b9" /><Relationship Type="http://schemas.openxmlformats.org/officeDocument/2006/relationships/notesMaster" Target="/ppt/notesMasters/notesMaster1.xml" Id="Rcafb3bda85b442c2" /></Relationships>
</file>

<file path=ppt/notesSlides/_rels/notesSlide640.xml.rels>&#65279;<?xml version="1.0" encoding="utf-8"?><Relationships xmlns="http://schemas.openxmlformats.org/package/2006/relationships"><Relationship Type="http://schemas.openxmlformats.org/officeDocument/2006/relationships/slide" Target="/ppt/slides/slide640.xml" Id="R814373cfd9e1463f" /><Relationship Type="http://schemas.openxmlformats.org/officeDocument/2006/relationships/notesMaster" Target="/ppt/notesMasters/notesMaster1.xml" Id="R9ea76b4d5eef4fc7" /></Relationships>
</file>

<file path=ppt/notesSlides/_rels/notesSlide641.xml.rels>&#65279;<?xml version="1.0" encoding="utf-8"?><Relationships xmlns="http://schemas.openxmlformats.org/package/2006/relationships"><Relationship Type="http://schemas.openxmlformats.org/officeDocument/2006/relationships/slide" Target="/ppt/slides/slide641.xml" Id="Rd051e651e54a4523" /><Relationship Type="http://schemas.openxmlformats.org/officeDocument/2006/relationships/notesMaster" Target="/ppt/notesMasters/notesMaster1.xml" Id="R6cdb99aa2cce4e2f" /></Relationships>
</file>

<file path=ppt/notesSlides/_rels/notesSlide642.xml.rels>&#65279;<?xml version="1.0" encoding="utf-8"?><Relationships xmlns="http://schemas.openxmlformats.org/package/2006/relationships"><Relationship Type="http://schemas.openxmlformats.org/officeDocument/2006/relationships/slide" Target="/ppt/slides/slide642.xml" Id="R36dfcf21e60d4f27" /><Relationship Type="http://schemas.openxmlformats.org/officeDocument/2006/relationships/notesMaster" Target="/ppt/notesMasters/notesMaster1.xml" Id="R5681b8faf8b44c80" /></Relationships>
</file>

<file path=ppt/notesSlides/_rels/notesSlide643.xml.rels>&#65279;<?xml version="1.0" encoding="utf-8"?><Relationships xmlns="http://schemas.openxmlformats.org/package/2006/relationships"><Relationship Type="http://schemas.openxmlformats.org/officeDocument/2006/relationships/slide" Target="/ppt/slides/slide643.xml" Id="R0e601f296c224cb5" /><Relationship Type="http://schemas.openxmlformats.org/officeDocument/2006/relationships/notesMaster" Target="/ppt/notesMasters/notesMaster1.xml" Id="R82e282549d78441b" /></Relationships>
</file>

<file path=ppt/notesSlides/_rels/notesSlide644.xml.rels>&#65279;<?xml version="1.0" encoding="utf-8"?><Relationships xmlns="http://schemas.openxmlformats.org/package/2006/relationships"><Relationship Type="http://schemas.openxmlformats.org/officeDocument/2006/relationships/slide" Target="/ppt/slides/slide644.xml" Id="R763c1aa8e23949cc" /><Relationship Type="http://schemas.openxmlformats.org/officeDocument/2006/relationships/notesMaster" Target="/ppt/notesMasters/notesMaster1.xml" Id="R83e9aebd4b50465d" /></Relationships>
</file>

<file path=ppt/notesSlides/_rels/notesSlide645.xml.rels>&#65279;<?xml version="1.0" encoding="utf-8"?><Relationships xmlns="http://schemas.openxmlformats.org/package/2006/relationships"><Relationship Type="http://schemas.openxmlformats.org/officeDocument/2006/relationships/slide" Target="/ppt/slides/slide645.xml" Id="R3249225e30b54d70" /><Relationship Type="http://schemas.openxmlformats.org/officeDocument/2006/relationships/notesMaster" Target="/ppt/notesMasters/notesMaster1.xml" Id="Rd65a0c117250418f" /></Relationships>
</file>

<file path=ppt/notesSlides/_rels/notesSlide646.xml.rels>&#65279;<?xml version="1.0" encoding="utf-8"?><Relationships xmlns="http://schemas.openxmlformats.org/package/2006/relationships"><Relationship Type="http://schemas.openxmlformats.org/officeDocument/2006/relationships/slide" Target="/ppt/slides/slide646.xml" Id="R47f0891dcfd847bb" /><Relationship Type="http://schemas.openxmlformats.org/officeDocument/2006/relationships/notesMaster" Target="/ppt/notesMasters/notesMaster1.xml" Id="R0a3a33f083a64c68" /></Relationships>
</file>

<file path=ppt/notesSlides/_rels/notesSlide647.xml.rels>&#65279;<?xml version="1.0" encoding="utf-8"?><Relationships xmlns="http://schemas.openxmlformats.org/package/2006/relationships"><Relationship Type="http://schemas.openxmlformats.org/officeDocument/2006/relationships/slide" Target="/ppt/slides/slide647.xml" Id="Ra6351047910b4b31" /><Relationship Type="http://schemas.openxmlformats.org/officeDocument/2006/relationships/notesMaster" Target="/ppt/notesMasters/notesMaster1.xml" Id="Rb383aa395c2b4634" /></Relationships>
</file>

<file path=ppt/notesSlides/_rels/notesSlide648.xml.rels>&#65279;<?xml version="1.0" encoding="utf-8"?><Relationships xmlns="http://schemas.openxmlformats.org/package/2006/relationships"><Relationship Type="http://schemas.openxmlformats.org/officeDocument/2006/relationships/slide" Target="/ppt/slides/slide648.xml" Id="R0c2399b3b9b64407" /><Relationship Type="http://schemas.openxmlformats.org/officeDocument/2006/relationships/notesMaster" Target="/ppt/notesMasters/notesMaster1.xml" Id="Rd5076eb2eef142dc" /></Relationships>
</file>

<file path=ppt/notesSlides/_rels/notesSlide649.xml.rels>&#65279;<?xml version="1.0" encoding="utf-8"?><Relationships xmlns="http://schemas.openxmlformats.org/package/2006/relationships"><Relationship Type="http://schemas.openxmlformats.org/officeDocument/2006/relationships/slide" Target="/ppt/slides/slide649.xml" Id="R632c038be509454b" /><Relationship Type="http://schemas.openxmlformats.org/officeDocument/2006/relationships/notesMaster" Target="/ppt/notesMasters/notesMaster1.xml" Id="R3d02a60ebf6f4462" /></Relationships>
</file>

<file path=ppt/notesSlides/_rels/notesSlide650.xml.rels>&#65279;<?xml version="1.0" encoding="utf-8"?><Relationships xmlns="http://schemas.openxmlformats.org/package/2006/relationships"><Relationship Type="http://schemas.openxmlformats.org/officeDocument/2006/relationships/slide" Target="/ppt/slides/slide650.xml" Id="R1f07332d3a724666" /><Relationship Type="http://schemas.openxmlformats.org/officeDocument/2006/relationships/notesMaster" Target="/ppt/notesMasters/notesMaster1.xml" Id="Radc88158a24d4171" /></Relationships>
</file>

<file path=ppt/notesSlides/_rels/notesSlide651.xml.rels>&#65279;<?xml version="1.0" encoding="utf-8"?><Relationships xmlns="http://schemas.openxmlformats.org/package/2006/relationships"><Relationship Type="http://schemas.openxmlformats.org/officeDocument/2006/relationships/slide" Target="/ppt/slides/slide651.xml" Id="R6a9166d6c8e2449e" /><Relationship Type="http://schemas.openxmlformats.org/officeDocument/2006/relationships/notesMaster" Target="/ppt/notesMasters/notesMaster1.xml" Id="R37b73caf69af4131" /></Relationships>
</file>

<file path=ppt/notesSlides/_rels/notesSlide652.xml.rels>&#65279;<?xml version="1.0" encoding="utf-8"?><Relationships xmlns="http://schemas.openxmlformats.org/package/2006/relationships"><Relationship Type="http://schemas.openxmlformats.org/officeDocument/2006/relationships/slide" Target="/ppt/slides/slide652.xml" Id="R9f38c9b4f26c4930" /><Relationship Type="http://schemas.openxmlformats.org/officeDocument/2006/relationships/notesMaster" Target="/ppt/notesMasters/notesMaster1.xml" Id="Rc7a80f9650c64f30" /></Relationships>
</file>

<file path=ppt/notesSlides/_rels/notesSlide653.xml.rels>&#65279;<?xml version="1.0" encoding="utf-8"?><Relationships xmlns="http://schemas.openxmlformats.org/package/2006/relationships"><Relationship Type="http://schemas.openxmlformats.org/officeDocument/2006/relationships/slide" Target="/ppt/slides/slide653.xml" Id="R5d7dffcceb2e4b2c" /><Relationship Type="http://schemas.openxmlformats.org/officeDocument/2006/relationships/notesMaster" Target="/ppt/notesMasters/notesMaster1.xml" Id="R39bff9f66941406c" /></Relationships>
</file>

<file path=ppt/notesSlides/_rels/notesSlide654.xml.rels>&#65279;<?xml version="1.0" encoding="utf-8"?><Relationships xmlns="http://schemas.openxmlformats.org/package/2006/relationships"><Relationship Type="http://schemas.openxmlformats.org/officeDocument/2006/relationships/slide" Target="/ppt/slides/slide654.xml" Id="Rc93dd6c8f79949f6" /><Relationship Type="http://schemas.openxmlformats.org/officeDocument/2006/relationships/notesMaster" Target="/ppt/notesMasters/notesMaster1.xml" Id="Rbbe45a6021464d4d" /></Relationships>
</file>

<file path=ppt/notesSlides/_rels/notesSlide655.xml.rels>&#65279;<?xml version="1.0" encoding="utf-8"?><Relationships xmlns="http://schemas.openxmlformats.org/package/2006/relationships"><Relationship Type="http://schemas.openxmlformats.org/officeDocument/2006/relationships/slide" Target="/ppt/slides/slide655.xml" Id="R8b8d8c45a75a41cc" /><Relationship Type="http://schemas.openxmlformats.org/officeDocument/2006/relationships/notesMaster" Target="/ppt/notesMasters/notesMaster1.xml" Id="R7a39f12bd5294d48" /></Relationships>
</file>

<file path=ppt/notesSlides/_rels/notesSlide656.xml.rels>&#65279;<?xml version="1.0" encoding="utf-8"?><Relationships xmlns="http://schemas.openxmlformats.org/package/2006/relationships"><Relationship Type="http://schemas.openxmlformats.org/officeDocument/2006/relationships/slide" Target="/ppt/slides/slide656.xml" Id="R3f6c2670d7db4160" /><Relationship Type="http://schemas.openxmlformats.org/officeDocument/2006/relationships/notesMaster" Target="/ppt/notesMasters/notesMaster1.xml" Id="R7c9e0b5de2474b03" /></Relationships>
</file>

<file path=ppt/notesSlides/_rels/notesSlide657.xml.rels>&#65279;<?xml version="1.0" encoding="utf-8"?><Relationships xmlns="http://schemas.openxmlformats.org/package/2006/relationships"><Relationship Type="http://schemas.openxmlformats.org/officeDocument/2006/relationships/slide" Target="/ppt/slides/slide657.xml" Id="R793f21d530324a79" /><Relationship Type="http://schemas.openxmlformats.org/officeDocument/2006/relationships/notesMaster" Target="/ppt/notesMasters/notesMaster1.xml" Id="R896c7ad3d9fc4a5c" /></Relationships>
</file>

<file path=ppt/notesSlides/_rels/notesSlide658.xml.rels>&#65279;<?xml version="1.0" encoding="utf-8"?><Relationships xmlns="http://schemas.openxmlformats.org/package/2006/relationships"><Relationship Type="http://schemas.openxmlformats.org/officeDocument/2006/relationships/slide" Target="/ppt/slides/slide658.xml" Id="R88d5c61bc1bb4edf" /><Relationship Type="http://schemas.openxmlformats.org/officeDocument/2006/relationships/notesMaster" Target="/ppt/notesMasters/notesMaster1.xml" Id="Ra713d407f6c54d9a" /></Relationships>
</file>

<file path=ppt/notesSlides/_rels/notesSlide659.xml.rels>&#65279;<?xml version="1.0" encoding="utf-8"?><Relationships xmlns="http://schemas.openxmlformats.org/package/2006/relationships"><Relationship Type="http://schemas.openxmlformats.org/officeDocument/2006/relationships/slide" Target="/ppt/slides/slide659.xml" Id="R145d39cd73e845eb" /><Relationship Type="http://schemas.openxmlformats.org/officeDocument/2006/relationships/notesMaster" Target="/ppt/notesMasters/notesMaster1.xml" Id="R14efc5d68d2e4354" /></Relationships>
</file>

<file path=ppt/notesSlides/_rels/notesSlide660.xml.rels>&#65279;<?xml version="1.0" encoding="utf-8"?><Relationships xmlns="http://schemas.openxmlformats.org/package/2006/relationships"><Relationship Type="http://schemas.openxmlformats.org/officeDocument/2006/relationships/slide" Target="/ppt/slides/slide660.xml" Id="Rdb96407dd44d4585" /><Relationship Type="http://schemas.openxmlformats.org/officeDocument/2006/relationships/notesMaster" Target="/ppt/notesMasters/notesMaster1.xml" Id="Rc995a2e325094099" /></Relationships>
</file>

<file path=ppt/notesSlides/_rels/notesSlide661.xml.rels>&#65279;<?xml version="1.0" encoding="utf-8"?><Relationships xmlns="http://schemas.openxmlformats.org/package/2006/relationships"><Relationship Type="http://schemas.openxmlformats.org/officeDocument/2006/relationships/slide" Target="/ppt/slides/slide661.xml" Id="R674e1caf82dc4193" /><Relationship Type="http://schemas.openxmlformats.org/officeDocument/2006/relationships/notesMaster" Target="/ppt/notesMasters/notesMaster1.xml" Id="R2f69fdbee81f4d3a" /></Relationships>
</file>

<file path=ppt/notesSlides/_rels/notesSlide662.xml.rels>&#65279;<?xml version="1.0" encoding="utf-8"?><Relationships xmlns="http://schemas.openxmlformats.org/package/2006/relationships"><Relationship Type="http://schemas.openxmlformats.org/officeDocument/2006/relationships/slide" Target="/ppt/slides/slide662.xml" Id="R468941a90cd14574" /><Relationship Type="http://schemas.openxmlformats.org/officeDocument/2006/relationships/notesMaster" Target="/ppt/notesMasters/notesMaster1.xml" Id="R0782e9d23b6845d9" /></Relationships>
</file>

<file path=ppt/notesSlides/_rels/notesSlide663.xml.rels>&#65279;<?xml version="1.0" encoding="utf-8"?><Relationships xmlns="http://schemas.openxmlformats.org/package/2006/relationships"><Relationship Type="http://schemas.openxmlformats.org/officeDocument/2006/relationships/slide" Target="/ppt/slides/slide663.xml" Id="R6bafa743ded04378" /><Relationship Type="http://schemas.openxmlformats.org/officeDocument/2006/relationships/notesMaster" Target="/ppt/notesMasters/notesMaster1.xml" Id="R77dcd3940e1b4af6" /></Relationships>
</file>

<file path=ppt/notesSlides/_rels/notesSlide664.xml.rels>&#65279;<?xml version="1.0" encoding="utf-8"?><Relationships xmlns="http://schemas.openxmlformats.org/package/2006/relationships"><Relationship Type="http://schemas.openxmlformats.org/officeDocument/2006/relationships/slide" Target="/ppt/slides/slide664.xml" Id="R0ab5ba20d7ef41a4" /><Relationship Type="http://schemas.openxmlformats.org/officeDocument/2006/relationships/notesMaster" Target="/ppt/notesMasters/notesMaster1.xml" Id="R64b1c28c5e4449e0" /></Relationships>
</file>

<file path=ppt/notesSlides/_rels/notesSlide665.xml.rels>&#65279;<?xml version="1.0" encoding="utf-8"?><Relationships xmlns="http://schemas.openxmlformats.org/package/2006/relationships"><Relationship Type="http://schemas.openxmlformats.org/officeDocument/2006/relationships/slide" Target="/ppt/slides/slide665.xml" Id="R38a2def8b89546b0" /><Relationship Type="http://schemas.openxmlformats.org/officeDocument/2006/relationships/notesMaster" Target="/ppt/notesMasters/notesMaster1.xml" Id="Rb8e07f5055bf428d" /></Relationships>
</file>

<file path=ppt/notesSlides/_rels/notesSlide666.xml.rels>&#65279;<?xml version="1.0" encoding="utf-8"?><Relationships xmlns="http://schemas.openxmlformats.org/package/2006/relationships"><Relationship Type="http://schemas.openxmlformats.org/officeDocument/2006/relationships/slide" Target="/ppt/slides/slide666.xml" Id="Rbc58c67e429b4377" /><Relationship Type="http://schemas.openxmlformats.org/officeDocument/2006/relationships/notesMaster" Target="/ppt/notesMasters/notesMaster1.xml" Id="R117c1d8910bd46cb" /></Relationships>
</file>

<file path=ppt/notesSlides/_rels/notesSlide667.xml.rels>&#65279;<?xml version="1.0" encoding="utf-8"?><Relationships xmlns="http://schemas.openxmlformats.org/package/2006/relationships"><Relationship Type="http://schemas.openxmlformats.org/officeDocument/2006/relationships/slide" Target="/ppt/slides/slide667.xml" Id="R63ee5c365c2c4fbd" /><Relationship Type="http://schemas.openxmlformats.org/officeDocument/2006/relationships/notesMaster" Target="/ppt/notesMasters/notesMaster1.xml" Id="Rbc2f3fd3c83f4b70" /></Relationships>
</file>

<file path=ppt/notesSlides/_rels/notesSlide668.xml.rels>&#65279;<?xml version="1.0" encoding="utf-8"?><Relationships xmlns="http://schemas.openxmlformats.org/package/2006/relationships"><Relationship Type="http://schemas.openxmlformats.org/officeDocument/2006/relationships/slide" Target="/ppt/slides/slide668.xml" Id="R4f3ae44d56e944eb" /><Relationship Type="http://schemas.openxmlformats.org/officeDocument/2006/relationships/notesMaster" Target="/ppt/notesMasters/notesMaster1.xml" Id="Rec4ba1c4beb54dbd" /></Relationships>
</file>

<file path=ppt/notesSlides/_rels/notesSlide669.xml.rels>&#65279;<?xml version="1.0" encoding="utf-8"?><Relationships xmlns="http://schemas.openxmlformats.org/package/2006/relationships"><Relationship Type="http://schemas.openxmlformats.org/officeDocument/2006/relationships/slide" Target="/ppt/slides/slide669.xml" Id="R78c3392eac5c435b" /><Relationship Type="http://schemas.openxmlformats.org/officeDocument/2006/relationships/notesMaster" Target="/ppt/notesMasters/notesMaster1.xml" Id="R905a605f66ed4d1c" /></Relationships>
</file>

<file path=ppt/notesSlides/_rels/notesSlide670.xml.rels>&#65279;<?xml version="1.0" encoding="utf-8"?><Relationships xmlns="http://schemas.openxmlformats.org/package/2006/relationships"><Relationship Type="http://schemas.openxmlformats.org/officeDocument/2006/relationships/slide" Target="/ppt/slides/slide670.xml" Id="R21496427d1364454" /><Relationship Type="http://schemas.openxmlformats.org/officeDocument/2006/relationships/notesMaster" Target="/ppt/notesMasters/notesMaster1.xml" Id="R6850bbc8bfcc4922" /></Relationships>
</file>

<file path=ppt/notesSlides/_rels/notesSlide671.xml.rels>&#65279;<?xml version="1.0" encoding="utf-8"?><Relationships xmlns="http://schemas.openxmlformats.org/package/2006/relationships"><Relationship Type="http://schemas.openxmlformats.org/officeDocument/2006/relationships/slide" Target="/ppt/slides/slide671.xml" Id="R8f171580b04746b1" /><Relationship Type="http://schemas.openxmlformats.org/officeDocument/2006/relationships/notesMaster" Target="/ppt/notesMasters/notesMaster1.xml" Id="Ra1b6a0ec35ca4775" /></Relationships>
</file>

<file path=ppt/notesSlides/_rels/notesSlide672.xml.rels>&#65279;<?xml version="1.0" encoding="utf-8"?><Relationships xmlns="http://schemas.openxmlformats.org/package/2006/relationships"><Relationship Type="http://schemas.openxmlformats.org/officeDocument/2006/relationships/slide" Target="/ppt/slides/slide672.xml" Id="R436d98b55c0747ee" /><Relationship Type="http://schemas.openxmlformats.org/officeDocument/2006/relationships/notesMaster" Target="/ppt/notesMasters/notesMaster1.xml" Id="R7a925319b6ce49cd" /></Relationships>
</file>

<file path=ppt/notesSlides/_rels/notesSlide673.xml.rels>&#65279;<?xml version="1.0" encoding="utf-8"?><Relationships xmlns="http://schemas.openxmlformats.org/package/2006/relationships"><Relationship Type="http://schemas.openxmlformats.org/officeDocument/2006/relationships/slide" Target="/ppt/slides/slide673.xml" Id="R3b8b5466280347eb" /><Relationship Type="http://schemas.openxmlformats.org/officeDocument/2006/relationships/notesMaster" Target="/ppt/notesMasters/notesMaster1.xml" Id="R4278b3d5de37461a" /></Relationships>
</file>

<file path=ppt/notesSlides/_rels/notesSlide674.xml.rels>&#65279;<?xml version="1.0" encoding="utf-8"?><Relationships xmlns="http://schemas.openxmlformats.org/package/2006/relationships"><Relationship Type="http://schemas.openxmlformats.org/officeDocument/2006/relationships/slide" Target="/ppt/slides/slide674.xml" Id="Rb11ef0868d3b492a" /><Relationship Type="http://schemas.openxmlformats.org/officeDocument/2006/relationships/notesMaster" Target="/ppt/notesMasters/notesMaster1.xml" Id="Red8dcfd81c254156" /></Relationships>
</file>

<file path=ppt/notesSlides/_rels/notesSlide675.xml.rels>&#65279;<?xml version="1.0" encoding="utf-8"?><Relationships xmlns="http://schemas.openxmlformats.org/package/2006/relationships"><Relationship Type="http://schemas.openxmlformats.org/officeDocument/2006/relationships/slide" Target="/ppt/slides/slide675.xml" Id="R3b2662d4e7814379" /><Relationship Type="http://schemas.openxmlformats.org/officeDocument/2006/relationships/notesMaster" Target="/ppt/notesMasters/notesMaster1.xml" Id="Rac21b773045c4d94" /></Relationships>
</file>

<file path=ppt/notesSlides/_rels/notesSlide676.xml.rels>&#65279;<?xml version="1.0" encoding="utf-8"?><Relationships xmlns="http://schemas.openxmlformats.org/package/2006/relationships"><Relationship Type="http://schemas.openxmlformats.org/officeDocument/2006/relationships/slide" Target="/ppt/slides/slide676.xml" Id="R82f79a25168146cb" /><Relationship Type="http://schemas.openxmlformats.org/officeDocument/2006/relationships/notesMaster" Target="/ppt/notesMasters/notesMaster1.xml" Id="Ra29eae721dd641e7" /></Relationships>
</file>

<file path=ppt/notesSlides/_rels/notesSlide678.xml.rels>&#65279;<?xml version="1.0" encoding="utf-8"?><Relationships xmlns="http://schemas.openxmlformats.org/package/2006/relationships"><Relationship Type="http://schemas.openxmlformats.org/officeDocument/2006/relationships/slide" Target="/ppt/slides/slide678.xml" Id="Rc52a18f4b6d14211" /><Relationship Type="http://schemas.openxmlformats.org/officeDocument/2006/relationships/notesMaster" Target="/ppt/notesMasters/notesMaster1.xml" Id="R69b9bf96fae34fe1" /></Relationships>
</file>

<file path=ppt/notesSlides/_rels/notesSlide679.xml.rels>&#65279;<?xml version="1.0" encoding="utf-8"?><Relationships xmlns="http://schemas.openxmlformats.org/package/2006/relationships"><Relationship Type="http://schemas.openxmlformats.org/officeDocument/2006/relationships/slide" Target="/ppt/slides/slide679.xml" Id="Rb9a642c16c784b63" /><Relationship Type="http://schemas.openxmlformats.org/officeDocument/2006/relationships/notesMaster" Target="/ppt/notesMasters/notesMaster1.xml" Id="R640ae7f2a06740e6" /></Relationships>
</file>

<file path=ppt/notesSlides/_rels/notesSlide680.xml.rels>&#65279;<?xml version="1.0" encoding="utf-8"?><Relationships xmlns="http://schemas.openxmlformats.org/package/2006/relationships"><Relationship Type="http://schemas.openxmlformats.org/officeDocument/2006/relationships/slide" Target="/ppt/slides/slide680.xml" Id="Rc457f0a0526f41f9" /><Relationship Type="http://schemas.openxmlformats.org/officeDocument/2006/relationships/notesMaster" Target="/ppt/notesMasters/notesMaster1.xml" Id="R676968cdbcde43c7" /></Relationships>
</file>

<file path=ppt/notesSlides/_rels/notesSlide681.xml.rels>&#65279;<?xml version="1.0" encoding="utf-8"?><Relationships xmlns="http://schemas.openxmlformats.org/package/2006/relationships"><Relationship Type="http://schemas.openxmlformats.org/officeDocument/2006/relationships/slide" Target="/ppt/slides/slide681.xml" Id="R6d25b9ec31eb40f4" /><Relationship Type="http://schemas.openxmlformats.org/officeDocument/2006/relationships/notesMaster" Target="/ppt/notesMasters/notesMaster1.xml" Id="Ra333ea64cf234e51" /></Relationships>
</file>

<file path=ppt/notesSlides/_rels/notesSlide682.xml.rels>&#65279;<?xml version="1.0" encoding="utf-8"?><Relationships xmlns="http://schemas.openxmlformats.org/package/2006/relationships"><Relationship Type="http://schemas.openxmlformats.org/officeDocument/2006/relationships/slide" Target="/ppt/slides/slide682.xml" Id="R2f35563f51dd4298" /><Relationship Type="http://schemas.openxmlformats.org/officeDocument/2006/relationships/notesMaster" Target="/ppt/notesMasters/notesMaster1.xml" Id="Rfbe53c4bce5e43e2" /></Relationships>
</file>

<file path=ppt/notesSlides/_rels/notesSlide683.xml.rels>&#65279;<?xml version="1.0" encoding="utf-8"?><Relationships xmlns="http://schemas.openxmlformats.org/package/2006/relationships"><Relationship Type="http://schemas.openxmlformats.org/officeDocument/2006/relationships/slide" Target="/ppt/slides/slide683.xml" Id="Re05652359a734586" /><Relationship Type="http://schemas.openxmlformats.org/officeDocument/2006/relationships/notesMaster" Target="/ppt/notesMasters/notesMaster1.xml" Id="R3ab7ffab6d6b448e" /></Relationships>
</file>

<file path=ppt/notesSlides/_rels/notesSlide684.xml.rels>&#65279;<?xml version="1.0" encoding="utf-8"?><Relationships xmlns="http://schemas.openxmlformats.org/package/2006/relationships"><Relationship Type="http://schemas.openxmlformats.org/officeDocument/2006/relationships/slide" Target="/ppt/slides/slide684.xml" Id="R64d07fb34e624bfd" /><Relationship Type="http://schemas.openxmlformats.org/officeDocument/2006/relationships/notesMaster" Target="/ppt/notesMasters/notesMaster1.xml" Id="R36528d7e81a14196" /></Relationships>
</file>

<file path=ppt/notesSlides/_rels/notesSlide685.xml.rels>&#65279;<?xml version="1.0" encoding="utf-8"?><Relationships xmlns="http://schemas.openxmlformats.org/package/2006/relationships"><Relationship Type="http://schemas.openxmlformats.org/officeDocument/2006/relationships/slide" Target="/ppt/slides/slide685.xml" Id="Rf684d04fb6d24efe" /><Relationship Type="http://schemas.openxmlformats.org/officeDocument/2006/relationships/notesMaster" Target="/ppt/notesMasters/notesMaster1.xml" Id="Rd092da5f219c4a0b" /></Relationships>
</file>

<file path=ppt/notesSlides/_rels/notesSlide686.xml.rels>&#65279;<?xml version="1.0" encoding="utf-8"?><Relationships xmlns="http://schemas.openxmlformats.org/package/2006/relationships"><Relationship Type="http://schemas.openxmlformats.org/officeDocument/2006/relationships/slide" Target="/ppt/slides/slide686.xml" Id="R9ecd8ba196584714" /><Relationship Type="http://schemas.openxmlformats.org/officeDocument/2006/relationships/notesMaster" Target="/ppt/notesMasters/notesMaster1.xml" Id="R018dbe2987f64e47" /></Relationships>
</file>

<file path=ppt/notesSlides/_rels/notesSlide687.xml.rels>&#65279;<?xml version="1.0" encoding="utf-8"?><Relationships xmlns="http://schemas.openxmlformats.org/package/2006/relationships"><Relationship Type="http://schemas.openxmlformats.org/officeDocument/2006/relationships/slide" Target="/ppt/slides/slide687.xml" Id="Rde049d2adb384a65" /><Relationship Type="http://schemas.openxmlformats.org/officeDocument/2006/relationships/notesMaster" Target="/ppt/notesMasters/notesMaster1.xml" Id="R456f74a91d374381" /></Relationships>
</file>

<file path=ppt/notesSlides/_rels/notesSlide688.xml.rels>&#65279;<?xml version="1.0" encoding="utf-8"?><Relationships xmlns="http://schemas.openxmlformats.org/package/2006/relationships"><Relationship Type="http://schemas.openxmlformats.org/officeDocument/2006/relationships/slide" Target="/ppt/slides/slide688.xml" Id="R28628c770a1c448d" /><Relationship Type="http://schemas.openxmlformats.org/officeDocument/2006/relationships/notesMaster" Target="/ppt/notesMasters/notesMaster1.xml" Id="R854c903cb11d451e" /></Relationships>
</file>

<file path=ppt/notesSlides/_rels/notesSlide689.xml.rels>&#65279;<?xml version="1.0" encoding="utf-8"?><Relationships xmlns="http://schemas.openxmlformats.org/package/2006/relationships"><Relationship Type="http://schemas.openxmlformats.org/officeDocument/2006/relationships/slide" Target="/ppt/slides/slide689.xml" Id="R7eea82727b64426a" /><Relationship Type="http://schemas.openxmlformats.org/officeDocument/2006/relationships/notesMaster" Target="/ppt/notesMasters/notesMaster1.xml" Id="R6b9b9cade5c142ab" /></Relationships>
</file>

<file path=ppt/notesSlides/_rels/notesSlide690.xml.rels>&#65279;<?xml version="1.0" encoding="utf-8"?><Relationships xmlns="http://schemas.openxmlformats.org/package/2006/relationships"><Relationship Type="http://schemas.openxmlformats.org/officeDocument/2006/relationships/slide" Target="/ppt/slides/slide690.xml" Id="R3626701d67f64d76" /><Relationship Type="http://schemas.openxmlformats.org/officeDocument/2006/relationships/notesMaster" Target="/ppt/notesMasters/notesMaster1.xml" Id="R2d591ba1c07a4512" /></Relationships>
</file>

<file path=ppt/notesSlides/_rels/notesSlide691.xml.rels>&#65279;<?xml version="1.0" encoding="utf-8"?><Relationships xmlns="http://schemas.openxmlformats.org/package/2006/relationships"><Relationship Type="http://schemas.openxmlformats.org/officeDocument/2006/relationships/slide" Target="/ppt/slides/slide691.xml" Id="R3830126ebc0d4b9a" /><Relationship Type="http://schemas.openxmlformats.org/officeDocument/2006/relationships/notesMaster" Target="/ppt/notesMasters/notesMaster1.xml" Id="R8fb578e73e684b0c" /></Relationships>
</file>

<file path=ppt/notesSlides/_rels/notesSlide774.xml.rels>&#65279;<?xml version="1.0" encoding="utf-8"?><Relationships xmlns="http://schemas.openxmlformats.org/package/2006/relationships"><Relationship Type="http://schemas.openxmlformats.org/officeDocument/2006/relationships/slide" Target="/ppt/slides/slide774.xml" Id="R844bf7fdaeae4a19" /><Relationship Type="http://schemas.openxmlformats.org/officeDocument/2006/relationships/notesMaster" Target="/ppt/notesMasters/notesMaster1.xml" Id="Red306b62bcf94ddc" /></Relationships>
</file>

<file path=ppt/notesSlides/_rels/notesSlide775.xml.rels>&#65279;<?xml version="1.0" encoding="utf-8"?><Relationships xmlns="http://schemas.openxmlformats.org/package/2006/relationships"><Relationship Type="http://schemas.openxmlformats.org/officeDocument/2006/relationships/slide" Target="/ppt/slides/slide775.xml" Id="R7abd29d1b9294231" /><Relationship Type="http://schemas.openxmlformats.org/officeDocument/2006/relationships/notesMaster" Target="/ppt/notesMasters/notesMaster1.xml" Id="R73a49890b7de460d" /></Relationships>
</file>

<file path=ppt/notesSlides/_rels/notesSlide776.xml.rels>&#65279;<?xml version="1.0" encoding="utf-8"?><Relationships xmlns="http://schemas.openxmlformats.org/package/2006/relationships"><Relationship Type="http://schemas.openxmlformats.org/officeDocument/2006/relationships/slide" Target="/ppt/slides/slide776.xml" Id="Rb917e2acb50f44c4" /><Relationship Type="http://schemas.openxmlformats.org/officeDocument/2006/relationships/notesMaster" Target="/ppt/notesMasters/notesMaster1.xml" Id="R6fa0ac814ae449ac" /></Relationships>
</file>

<file path=ppt/notesSlides/_rels/notesSlide778.xml.rels>&#65279;<?xml version="1.0" encoding="utf-8"?><Relationships xmlns="http://schemas.openxmlformats.org/package/2006/relationships"><Relationship Type="http://schemas.openxmlformats.org/officeDocument/2006/relationships/slide" Target="/ppt/slides/slide778.xml" Id="Rf32a340dc7224c0e" /><Relationship Type="http://schemas.openxmlformats.org/officeDocument/2006/relationships/notesMaster" Target="/ppt/notesMasters/notesMaster1.xml" Id="R6cbb198fa1ce4655" /></Relationships>
</file>

<file path=ppt/notesSlides/_rels/notesSlide779.xml.rels>&#65279;<?xml version="1.0" encoding="utf-8"?><Relationships xmlns="http://schemas.openxmlformats.org/package/2006/relationships"><Relationship Type="http://schemas.openxmlformats.org/officeDocument/2006/relationships/slide" Target="/ppt/slides/slide779.xml" Id="Ra19422779eb54663" /><Relationship Type="http://schemas.openxmlformats.org/officeDocument/2006/relationships/notesMaster" Target="/ppt/notesMasters/notesMaster1.xml" Id="R858719be60f44dc8" /></Relationships>
</file>

<file path=ppt/notesSlides/_rels/notesSlide780.xml.rels>&#65279;<?xml version="1.0" encoding="utf-8"?><Relationships xmlns="http://schemas.openxmlformats.org/package/2006/relationships"><Relationship Type="http://schemas.openxmlformats.org/officeDocument/2006/relationships/slide" Target="/ppt/slides/slide780.xml" Id="R94bf646e4b9f4dec" /><Relationship Type="http://schemas.openxmlformats.org/officeDocument/2006/relationships/notesMaster" Target="/ppt/notesMasters/notesMaster1.xml" Id="R3100361e6f9946eb" /></Relationships>
</file>

<file path=ppt/notesSlides/_rels/notesSlide781.xml.rels>&#65279;<?xml version="1.0" encoding="utf-8"?><Relationships xmlns="http://schemas.openxmlformats.org/package/2006/relationships"><Relationship Type="http://schemas.openxmlformats.org/officeDocument/2006/relationships/slide" Target="/ppt/slides/slide781.xml" Id="R451bf8912a474e7c" /><Relationship Type="http://schemas.openxmlformats.org/officeDocument/2006/relationships/notesMaster" Target="/ppt/notesMasters/notesMaster1.xml" Id="R5c9af2a4051044ce" /></Relationships>
</file>

<file path=ppt/notesSlides/_rels/notesSlide782.xml.rels>&#65279;<?xml version="1.0" encoding="utf-8"?><Relationships xmlns="http://schemas.openxmlformats.org/package/2006/relationships"><Relationship Type="http://schemas.openxmlformats.org/officeDocument/2006/relationships/slide" Target="/ppt/slides/slide782.xml" Id="Rd4ae5c29f62a4651" /><Relationship Type="http://schemas.openxmlformats.org/officeDocument/2006/relationships/notesMaster" Target="/ppt/notesMasters/notesMaster1.xml" Id="Rbf02655ab3fb4041" /></Relationships>
</file>

<file path=ppt/notesSlides/_rels/notesSlide783.xml.rels>&#65279;<?xml version="1.0" encoding="utf-8"?><Relationships xmlns="http://schemas.openxmlformats.org/package/2006/relationships"><Relationship Type="http://schemas.openxmlformats.org/officeDocument/2006/relationships/slide" Target="/ppt/slides/slide783.xml" Id="Ree13b9fa29d74455" /><Relationship Type="http://schemas.openxmlformats.org/officeDocument/2006/relationships/notesMaster" Target="/ppt/notesMasters/notesMaster1.xml" Id="Rd8578bb86a8448d4" /></Relationships>
</file>

<file path=ppt/notesSlides/_rels/notesSlide784.xml.rels>&#65279;<?xml version="1.0" encoding="utf-8"?><Relationships xmlns="http://schemas.openxmlformats.org/package/2006/relationships"><Relationship Type="http://schemas.openxmlformats.org/officeDocument/2006/relationships/slide" Target="/ppt/slides/slide784.xml" Id="R222cb561ab8e4967" /><Relationship Type="http://schemas.openxmlformats.org/officeDocument/2006/relationships/notesMaster" Target="/ppt/notesMasters/notesMaster1.xml" Id="Rf76a553244974429" /></Relationships>
</file>

<file path=ppt/notesSlides/_rels/notesSlide785.xml.rels>&#65279;<?xml version="1.0" encoding="utf-8"?><Relationships xmlns="http://schemas.openxmlformats.org/package/2006/relationships"><Relationship Type="http://schemas.openxmlformats.org/officeDocument/2006/relationships/slide" Target="/ppt/slides/slide785.xml" Id="Rac87b97f00a54c57" /><Relationship Type="http://schemas.openxmlformats.org/officeDocument/2006/relationships/notesMaster" Target="/ppt/notesMasters/notesMaster1.xml" Id="Rd0ac3e9ff37744b7" /></Relationships>
</file>

<file path=ppt/notesSlides/_rels/notesSlide786.xml.rels>&#65279;<?xml version="1.0" encoding="utf-8"?><Relationships xmlns="http://schemas.openxmlformats.org/package/2006/relationships"><Relationship Type="http://schemas.openxmlformats.org/officeDocument/2006/relationships/slide" Target="/ppt/slides/slide786.xml" Id="R73f193d1656f4644" /><Relationship Type="http://schemas.openxmlformats.org/officeDocument/2006/relationships/notesMaster" Target="/ppt/notesMasters/notesMaster1.xml" Id="Rfd091ffcb33d4396" /></Relationships>
</file>

<file path=ppt/notesSlides/_rels/notesSlide787.xml.rels>&#65279;<?xml version="1.0" encoding="utf-8"?><Relationships xmlns="http://schemas.openxmlformats.org/package/2006/relationships"><Relationship Type="http://schemas.openxmlformats.org/officeDocument/2006/relationships/slide" Target="/ppt/slides/slide787.xml" Id="R32d8db1665644ef5" /><Relationship Type="http://schemas.openxmlformats.org/officeDocument/2006/relationships/notesMaster" Target="/ppt/notesMasters/notesMaster1.xml" Id="Rce513a0e87e6427d" /></Relationships>
</file>

<file path=ppt/notesSlides/_rels/notesSlide788.xml.rels>&#65279;<?xml version="1.0" encoding="utf-8"?><Relationships xmlns="http://schemas.openxmlformats.org/package/2006/relationships"><Relationship Type="http://schemas.openxmlformats.org/officeDocument/2006/relationships/slide" Target="/ppt/slides/slide788.xml" Id="R63adcf2b904345b4" /><Relationship Type="http://schemas.openxmlformats.org/officeDocument/2006/relationships/notesMaster" Target="/ppt/notesMasters/notesMaster1.xml" Id="R6d06e09e55da4bc1" /></Relationships>
</file>

<file path=ppt/notesSlides/_rels/notesSlide789.xml.rels>&#65279;<?xml version="1.0" encoding="utf-8"?><Relationships xmlns="http://schemas.openxmlformats.org/package/2006/relationships"><Relationship Type="http://schemas.openxmlformats.org/officeDocument/2006/relationships/slide" Target="/ppt/slides/slide789.xml" Id="R3c342fe0da19491f" /><Relationship Type="http://schemas.openxmlformats.org/officeDocument/2006/relationships/notesMaster" Target="/ppt/notesMasters/notesMaster1.xml" Id="Rcc8831d6e302482a" /></Relationships>
</file>

<file path=ppt/notesSlides/_rels/notesSlide790.xml.rels>&#65279;<?xml version="1.0" encoding="utf-8"?><Relationships xmlns="http://schemas.openxmlformats.org/package/2006/relationships"><Relationship Type="http://schemas.openxmlformats.org/officeDocument/2006/relationships/slide" Target="/ppt/slides/slide790.xml" Id="Rd8ad6c69352b458d" /><Relationship Type="http://schemas.openxmlformats.org/officeDocument/2006/relationships/notesMaster" Target="/ppt/notesMasters/notesMaster1.xml" Id="Rb01eb08425e845fc" /></Relationships>
</file>

<file path=ppt/notesSlides/_rels/notesSlide791.xml.rels>&#65279;<?xml version="1.0" encoding="utf-8"?><Relationships xmlns="http://schemas.openxmlformats.org/package/2006/relationships"><Relationship Type="http://schemas.openxmlformats.org/officeDocument/2006/relationships/slide" Target="/ppt/slides/slide791.xml" Id="R2c81f2c373a74a41" /><Relationship Type="http://schemas.openxmlformats.org/officeDocument/2006/relationships/notesMaster" Target="/ppt/notesMasters/notesMaster1.xml" Id="Ra4609941a94c4f00" /></Relationships>
</file>

<file path=ppt/notesSlides/_rels/notesSlide792.xml.rels>&#65279;<?xml version="1.0" encoding="utf-8"?><Relationships xmlns="http://schemas.openxmlformats.org/package/2006/relationships"><Relationship Type="http://schemas.openxmlformats.org/officeDocument/2006/relationships/slide" Target="/ppt/slides/slide792.xml" Id="R57571f5334e84576" /><Relationship Type="http://schemas.openxmlformats.org/officeDocument/2006/relationships/notesMaster" Target="/ppt/notesMasters/notesMaster1.xml" Id="Rc7a97d96dc8449d5" /></Relationships>
</file>

<file path=ppt/notesSlides/_rels/notesSlide793.xml.rels>&#65279;<?xml version="1.0" encoding="utf-8"?><Relationships xmlns="http://schemas.openxmlformats.org/package/2006/relationships"><Relationship Type="http://schemas.openxmlformats.org/officeDocument/2006/relationships/slide" Target="/ppt/slides/slide793.xml" Id="Reba11d6830c748ec" /><Relationship Type="http://schemas.openxmlformats.org/officeDocument/2006/relationships/notesMaster" Target="/ppt/notesMasters/notesMaster1.xml" Id="Rfb911b7ee94b41d7" /></Relationships>
</file>

<file path=ppt/notesSlides/_rels/notesSlide794.xml.rels>&#65279;<?xml version="1.0" encoding="utf-8"?><Relationships xmlns="http://schemas.openxmlformats.org/package/2006/relationships"><Relationship Type="http://schemas.openxmlformats.org/officeDocument/2006/relationships/slide" Target="/ppt/slides/slide794.xml" Id="R0fd01a2e23aa4c2e" /><Relationship Type="http://schemas.openxmlformats.org/officeDocument/2006/relationships/notesMaster" Target="/ppt/notesMasters/notesMaster1.xml" Id="Rf332cdb1b1c04e6c" /></Relationships>
</file>

<file path=ppt/notesSlides/_rels/notesSlide795.xml.rels>&#65279;<?xml version="1.0" encoding="utf-8"?><Relationships xmlns="http://schemas.openxmlformats.org/package/2006/relationships"><Relationship Type="http://schemas.openxmlformats.org/officeDocument/2006/relationships/slide" Target="/ppt/slides/slide795.xml" Id="Rd4582a17976a4cd0" /><Relationship Type="http://schemas.openxmlformats.org/officeDocument/2006/relationships/notesMaster" Target="/ppt/notesMasters/notesMaster1.xml" Id="R439b25beb5c54042" /></Relationships>
</file>

<file path=ppt/notesSlides/_rels/notesSlide796.xml.rels>&#65279;<?xml version="1.0" encoding="utf-8"?><Relationships xmlns="http://schemas.openxmlformats.org/package/2006/relationships"><Relationship Type="http://schemas.openxmlformats.org/officeDocument/2006/relationships/slide" Target="/ppt/slides/slide796.xml" Id="R71afa7937a0744be" /><Relationship Type="http://schemas.openxmlformats.org/officeDocument/2006/relationships/notesMaster" Target="/ppt/notesMasters/notesMaster1.xml" Id="R1e588a61821446bb" /></Relationships>
</file>

<file path=ppt/notesSlides/_rels/notesSlide797.xml.rels>&#65279;<?xml version="1.0" encoding="utf-8"?><Relationships xmlns="http://schemas.openxmlformats.org/package/2006/relationships"><Relationship Type="http://schemas.openxmlformats.org/officeDocument/2006/relationships/slide" Target="/ppt/slides/slide797.xml" Id="R8800f24a8bf3465a" /><Relationship Type="http://schemas.openxmlformats.org/officeDocument/2006/relationships/notesMaster" Target="/ppt/notesMasters/notesMaster1.xml" Id="R86fc5d1a85a34889" /></Relationships>
</file>

<file path=ppt/notesSlides/_rels/notesSlide798.xml.rels>&#65279;<?xml version="1.0" encoding="utf-8"?><Relationships xmlns="http://schemas.openxmlformats.org/package/2006/relationships"><Relationship Type="http://schemas.openxmlformats.org/officeDocument/2006/relationships/slide" Target="/ppt/slides/slide798.xml" Id="Ra5b93a0ba7ba459b" /><Relationship Type="http://schemas.openxmlformats.org/officeDocument/2006/relationships/notesMaster" Target="/ppt/notesMasters/notesMaster1.xml" Id="R4d98bca926714f9e" /></Relationships>
</file>

<file path=ppt/notesSlides/_rels/notesSlide799.xml.rels>&#65279;<?xml version="1.0" encoding="utf-8"?><Relationships xmlns="http://schemas.openxmlformats.org/package/2006/relationships"><Relationship Type="http://schemas.openxmlformats.org/officeDocument/2006/relationships/slide" Target="/ppt/slides/slide799.xml" Id="R69a2d86b13b7421d" /><Relationship Type="http://schemas.openxmlformats.org/officeDocument/2006/relationships/notesMaster" Target="/ppt/notesMasters/notesMaster1.xml" Id="R64e6fb4ff5594a11" /></Relationships>
</file>

<file path=ppt/notesSlides/_rels/notesSlide800.xml.rels>&#65279;<?xml version="1.0" encoding="utf-8"?><Relationships xmlns="http://schemas.openxmlformats.org/package/2006/relationships"><Relationship Type="http://schemas.openxmlformats.org/officeDocument/2006/relationships/slide" Target="/ppt/slides/slide800.xml" Id="R863036c9ffbe42e8" /><Relationship Type="http://schemas.openxmlformats.org/officeDocument/2006/relationships/notesMaster" Target="/ppt/notesMasters/notesMaster1.xml" Id="R2eecbf9bfc824fef" /></Relationships>
</file>

<file path=ppt/notesSlides/_rels/notesSlide801.xml.rels>&#65279;<?xml version="1.0" encoding="utf-8"?><Relationships xmlns="http://schemas.openxmlformats.org/package/2006/relationships"><Relationship Type="http://schemas.openxmlformats.org/officeDocument/2006/relationships/slide" Target="/ppt/slides/slide801.xml" Id="R3a41c77c2fc54372" /><Relationship Type="http://schemas.openxmlformats.org/officeDocument/2006/relationships/notesMaster" Target="/ppt/notesMasters/notesMaster1.xml" Id="R3b1bedc337e04b27" /></Relationships>
</file>

<file path=ppt/notesSlides/_rels/notesSlide803.xml.rels>&#65279;<?xml version="1.0" encoding="utf-8"?><Relationships xmlns="http://schemas.openxmlformats.org/package/2006/relationships"><Relationship Type="http://schemas.openxmlformats.org/officeDocument/2006/relationships/slide" Target="/ppt/slides/slide803.xml" Id="Reca86ac5506a42c8" /><Relationship Type="http://schemas.openxmlformats.org/officeDocument/2006/relationships/notesMaster" Target="/ppt/notesMasters/notesMaster1.xml" Id="R1cb99930181240be" /></Relationships>
</file>

<file path=ppt/notesSlides/_rels/notesSlide804.xml.rels>&#65279;<?xml version="1.0" encoding="utf-8"?><Relationships xmlns="http://schemas.openxmlformats.org/package/2006/relationships"><Relationship Type="http://schemas.openxmlformats.org/officeDocument/2006/relationships/slide" Target="/ppt/slides/slide804.xml" Id="R796b23866c094ee2" /><Relationship Type="http://schemas.openxmlformats.org/officeDocument/2006/relationships/notesMaster" Target="/ppt/notesMasters/notesMaster1.xml" Id="R49abf86b2ea94112" /></Relationships>
</file>

<file path=ppt/notesSlides/_rels/notesSlide805.xml.rels>&#65279;<?xml version="1.0" encoding="utf-8"?><Relationships xmlns="http://schemas.openxmlformats.org/package/2006/relationships"><Relationship Type="http://schemas.openxmlformats.org/officeDocument/2006/relationships/slide" Target="/ppt/slides/slide805.xml" Id="R6a9e11cc9d6e4148" /><Relationship Type="http://schemas.openxmlformats.org/officeDocument/2006/relationships/notesMaster" Target="/ppt/notesMasters/notesMaster1.xml" Id="R1ed147758d404cb4" /></Relationships>
</file>

<file path=ppt/notesSlides/_rels/notesSlide806.xml.rels>&#65279;<?xml version="1.0" encoding="utf-8"?><Relationships xmlns="http://schemas.openxmlformats.org/package/2006/relationships"><Relationship Type="http://schemas.openxmlformats.org/officeDocument/2006/relationships/slide" Target="/ppt/slides/slide806.xml" Id="R982c79393b194606" /><Relationship Type="http://schemas.openxmlformats.org/officeDocument/2006/relationships/notesMaster" Target="/ppt/notesMasters/notesMaster1.xml" Id="Rb90cddd4db26488e" /></Relationships>
</file>

<file path=ppt/notesSlides/_rels/notesSlide807.xml.rels>&#65279;<?xml version="1.0" encoding="utf-8"?><Relationships xmlns="http://schemas.openxmlformats.org/package/2006/relationships"><Relationship Type="http://schemas.openxmlformats.org/officeDocument/2006/relationships/slide" Target="/ppt/slides/slide807.xml" Id="R699ebadb2c3c40a4" /><Relationship Type="http://schemas.openxmlformats.org/officeDocument/2006/relationships/notesMaster" Target="/ppt/notesMasters/notesMaster1.xml" Id="R5f4957e6bc5342c7" /></Relationships>
</file>

<file path=ppt/notesSlides/_rels/notesSlide808.xml.rels>&#65279;<?xml version="1.0" encoding="utf-8"?><Relationships xmlns="http://schemas.openxmlformats.org/package/2006/relationships"><Relationship Type="http://schemas.openxmlformats.org/officeDocument/2006/relationships/slide" Target="/ppt/slides/slide808.xml" Id="R45349b42897e47f6" /><Relationship Type="http://schemas.openxmlformats.org/officeDocument/2006/relationships/notesMaster" Target="/ppt/notesMasters/notesMaster1.xml" Id="R9bb0007214e94ae7" /></Relationships>
</file>

<file path=ppt/notesSlides/_rels/notesSlide809.xml.rels>&#65279;<?xml version="1.0" encoding="utf-8"?><Relationships xmlns="http://schemas.openxmlformats.org/package/2006/relationships"><Relationship Type="http://schemas.openxmlformats.org/officeDocument/2006/relationships/slide" Target="/ppt/slides/slide809.xml" Id="Re0712e30731b4d5c" /><Relationship Type="http://schemas.openxmlformats.org/officeDocument/2006/relationships/notesMaster" Target="/ppt/notesMasters/notesMaster1.xml" Id="Rd0a133e4d76d472c" /></Relationships>
</file>

<file path=ppt/notesSlides/_rels/notesSlide810.xml.rels>&#65279;<?xml version="1.0" encoding="utf-8"?><Relationships xmlns="http://schemas.openxmlformats.org/package/2006/relationships"><Relationship Type="http://schemas.openxmlformats.org/officeDocument/2006/relationships/slide" Target="/ppt/slides/slide810.xml" Id="R81d2ee65ff1f4bc8" /><Relationship Type="http://schemas.openxmlformats.org/officeDocument/2006/relationships/notesMaster" Target="/ppt/notesMasters/notesMaster1.xml" Id="R32e36ccdef0040f0" /></Relationships>
</file>

<file path=ppt/notesSlides/_rels/notesSlide811.xml.rels>&#65279;<?xml version="1.0" encoding="utf-8"?><Relationships xmlns="http://schemas.openxmlformats.org/package/2006/relationships"><Relationship Type="http://schemas.openxmlformats.org/officeDocument/2006/relationships/slide" Target="/ppt/slides/slide811.xml" Id="R7064541ace4445c9" /><Relationship Type="http://schemas.openxmlformats.org/officeDocument/2006/relationships/notesMaster" Target="/ppt/notesMasters/notesMaster1.xml" Id="R69d19336538a41ba" /></Relationships>
</file>

<file path=ppt/notesSlides/_rels/notesSlide812.xml.rels>&#65279;<?xml version="1.0" encoding="utf-8"?><Relationships xmlns="http://schemas.openxmlformats.org/package/2006/relationships"><Relationship Type="http://schemas.openxmlformats.org/officeDocument/2006/relationships/slide" Target="/ppt/slides/slide812.xml" Id="R283f4e6d95504361" /><Relationship Type="http://schemas.openxmlformats.org/officeDocument/2006/relationships/notesMaster" Target="/ppt/notesMasters/notesMaster1.xml" Id="Rf6ac037444044bb7" /></Relationships>
</file>

<file path=ppt/notesSlides/_rels/notesSlide813.xml.rels>&#65279;<?xml version="1.0" encoding="utf-8"?><Relationships xmlns="http://schemas.openxmlformats.org/package/2006/relationships"><Relationship Type="http://schemas.openxmlformats.org/officeDocument/2006/relationships/slide" Target="/ppt/slides/slide813.xml" Id="R7dcb84bcf8d54a4d" /><Relationship Type="http://schemas.openxmlformats.org/officeDocument/2006/relationships/notesMaster" Target="/ppt/notesMasters/notesMaster1.xml" Id="R1f1f5c762bb54c7f" /></Relationships>
</file>

<file path=ppt/notesSlides/_rels/notesSlide814.xml.rels>&#65279;<?xml version="1.0" encoding="utf-8"?><Relationships xmlns="http://schemas.openxmlformats.org/package/2006/relationships"><Relationship Type="http://schemas.openxmlformats.org/officeDocument/2006/relationships/slide" Target="/ppt/slides/slide814.xml" Id="R8d95934d180347bd" /><Relationship Type="http://schemas.openxmlformats.org/officeDocument/2006/relationships/notesMaster" Target="/ppt/notesMasters/notesMaster1.xml" Id="R833d85941cb7472f" /></Relationships>
</file>

<file path=ppt/notesSlides/_rels/notesSlide815.xml.rels>&#65279;<?xml version="1.0" encoding="utf-8"?><Relationships xmlns="http://schemas.openxmlformats.org/package/2006/relationships"><Relationship Type="http://schemas.openxmlformats.org/officeDocument/2006/relationships/slide" Target="/ppt/slides/slide815.xml" Id="R1d415cfc15a74ca1" /><Relationship Type="http://schemas.openxmlformats.org/officeDocument/2006/relationships/notesMaster" Target="/ppt/notesMasters/notesMaster1.xml" Id="Rdb63100307924756" /></Relationships>
</file>

<file path=ppt/notesSlides/_rels/notesSlide816.xml.rels>&#65279;<?xml version="1.0" encoding="utf-8"?><Relationships xmlns="http://schemas.openxmlformats.org/package/2006/relationships"><Relationship Type="http://schemas.openxmlformats.org/officeDocument/2006/relationships/slide" Target="/ppt/slides/slide816.xml" Id="Ra4b9dfa07b51438c" /><Relationship Type="http://schemas.openxmlformats.org/officeDocument/2006/relationships/notesMaster" Target="/ppt/notesMasters/notesMaster1.xml" Id="Rf770e9b7e2734b86" /></Relationships>
</file>

<file path=ppt/notesSlides/_rels/notesSlide817.xml.rels>&#65279;<?xml version="1.0" encoding="utf-8"?><Relationships xmlns="http://schemas.openxmlformats.org/package/2006/relationships"><Relationship Type="http://schemas.openxmlformats.org/officeDocument/2006/relationships/slide" Target="/ppt/slides/slide817.xml" Id="R871d0a1260e34abe" /><Relationship Type="http://schemas.openxmlformats.org/officeDocument/2006/relationships/notesMaster" Target="/ppt/notesMasters/notesMaster1.xml" Id="R5456380cfb49456e" /></Relationships>
</file>

<file path=ppt/notesSlides/_rels/notesSlide818.xml.rels>&#65279;<?xml version="1.0" encoding="utf-8"?><Relationships xmlns="http://schemas.openxmlformats.org/package/2006/relationships"><Relationship Type="http://schemas.openxmlformats.org/officeDocument/2006/relationships/slide" Target="/ppt/slides/slide818.xml" Id="Re2e7c44aee084c6d" /><Relationship Type="http://schemas.openxmlformats.org/officeDocument/2006/relationships/notesMaster" Target="/ppt/notesMasters/notesMaster1.xml" Id="R69633982d0d74f25" /></Relationships>
</file>

<file path=ppt/notesSlides/_rels/notesSlide819.xml.rels>&#65279;<?xml version="1.0" encoding="utf-8"?><Relationships xmlns="http://schemas.openxmlformats.org/package/2006/relationships"><Relationship Type="http://schemas.openxmlformats.org/officeDocument/2006/relationships/slide" Target="/ppt/slides/slide819.xml" Id="Rfe46f8b7a71643c3" /><Relationship Type="http://schemas.openxmlformats.org/officeDocument/2006/relationships/notesMaster" Target="/ppt/notesMasters/notesMaster1.xml" Id="Rbb5eefe0bb074ac8" /></Relationships>
</file>

<file path=ppt/notesSlides/_rels/notesSlide820.xml.rels>&#65279;<?xml version="1.0" encoding="utf-8"?><Relationships xmlns="http://schemas.openxmlformats.org/package/2006/relationships"><Relationship Type="http://schemas.openxmlformats.org/officeDocument/2006/relationships/slide" Target="/ppt/slides/slide820.xml" Id="R03be9acce0284be7" /><Relationship Type="http://schemas.openxmlformats.org/officeDocument/2006/relationships/notesMaster" Target="/ppt/notesMasters/notesMaster1.xml" Id="R44b907f0550849ce" /></Relationships>
</file>

<file path=ppt/notesSlides/_rels/notesSlide821.xml.rels>&#65279;<?xml version="1.0" encoding="utf-8"?><Relationships xmlns="http://schemas.openxmlformats.org/package/2006/relationships"><Relationship Type="http://schemas.openxmlformats.org/officeDocument/2006/relationships/slide" Target="/ppt/slides/slide821.xml" Id="R54246bc4c7e343bb" /><Relationship Type="http://schemas.openxmlformats.org/officeDocument/2006/relationships/notesMaster" Target="/ppt/notesMasters/notesMaster1.xml" Id="R16d61959bbfa4507" /></Relationships>
</file>

<file path=ppt/notesSlides/_rels/notesSlide822.xml.rels>&#65279;<?xml version="1.0" encoding="utf-8"?><Relationships xmlns="http://schemas.openxmlformats.org/package/2006/relationships"><Relationship Type="http://schemas.openxmlformats.org/officeDocument/2006/relationships/slide" Target="/ppt/slides/slide822.xml" Id="R48deab39e7dd406b" /><Relationship Type="http://schemas.openxmlformats.org/officeDocument/2006/relationships/notesMaster" Target="/ppt/notesMasters/notesMaster1.xml" Id="Ra9ede24611624d29" /></Relationships>
</file>

<file path=ppt/notesSlides/_rels/notesSlide823.xml.rels>&#65279;<?xml version="1.0" encoding="utf-8"?><Relationships xmlns="http://schemas.openxmlformats.org/package/2006/relationships"><Relationship Type="http://schemas.openxmlformats.org/officeDocument/2006/relationships/slide" Target="/ppt/slides/slide823.xml" Id="R4b65085f56394d9e" /><Relationship Type="http://schemas.openxmlformats.org/officeDocument/2006/relationships/notesMaster" Target="/ppt/notesMasters/notesMaster1.xml" Id="R74782d4c53964afb" /></Relationships>
</file>

<file path=ppt/notesSlides/_rels/notesSlide824.xml.rels>&#65279;<?xml version="1.0" encoding="utf-8"?><Relationships xmlns="http://schemas.openxmlformats.org/package/2006/relationships"><Relationship Type="http://schemas.openxmlformats.org/officeDocument/2006/relationships/slide" Target="/ppt/slides/slide824.xml" Id="R33627ecf4d9c4141" /><Relationship Type="http://schemas.openxmlformats.org/officeDocument/2006/relationships/notesMaster" Target="/ppt/notesMasters/notesMaster1.xml" Id="R0a794fe5e0194745" /></Relationships>
</file>

<file path=ppt/notesSlides/_rels/notesSlide825.xml.rels>&#65279;<?xml version="1.0" encoding="utf-8"?><Relationships xmlns="http://schemas.openxmlformats.org/package/2006/relationships"><Relationship Type="http://schemas.openxmlformats.org/officeDocument/2006/relationships/slide" Target="/ppt/slides/slide825.xml" Id="R0012b0213f714c0a" /><Relationship Type="http://schemas.openxmlformats.org/officeDocument/2006/relationships/notesMaster" Target="/ppt/notesMasters/notesMaster1.xml" Id="Rb9fada1cb2414ec7" /></Relationships>
</file>

<file path=ppt/notesSlides/_rels/notesSlide826.xml.rels>&#65279;<?xml version="1.0" encoding="utf-8"?><Relationships xmlns="http://schemas.openxmlformats.org/package/2006/relationships"><Relationship Type="http://schemas.openxmlformats.org/officeDocument/2006/relationships/slide" Target="/ppt/slides/slide826.xml" Id="Rcc78b85a0e804b11" /><Relationship Type="http://schemas.openxmlformats.org/officeDocument/2006/relationships/notesMaster" Target="/ppt/notesMasters/notesMaster1.xml" Id="R821b27ba595d47a0" /></Relationships>
</file>

<file path=ppt/notesSlides/_rels/notesSlide827.xml.rels>&#65279;<?xml version="1.0" encoding="utf-8"?><Relationships xmlns="http://schemas.openxmlformats.org/package/2006/relationships"><Relationship Type="http://schemas.openxmlformats.org/officeDocument/2006/relationships/slide" Target="/ppt/slides/slide827.xml" Id="R67a7d894af1145ed" /><Relationship Type="http://schemas.openxmlformats.org/officeDocument/2006/relationships/notesMaster" Target="/ppt/notesMasters/notesMaster1.xml" Id="Rc76ef4857bc74d9b" /></Relationships>
</file>

<file path=ppt/notesSlides/_rels/notesSlide828.xml.rels>&#65279;<?xml version="1.0" encoding="utf-8"?><Relationships xmlns="http://schemas.openxmlformats.org/package/2006/relationships"><Relationship Type="http://schemas.openxmlformats.org/officeDocument/2006/relationships/slide" Target="/ppt/slides/slide828.xml" Id="Rf5765a4f1e284f4d" /><Relationship Type="http://schemas.openxmlformats.org/officeDocument/2006/relationships/notesMaster" Target="/ppt/notesMasters/notesMaster1.xml" Id="R7915ba7a24f94eca" /></Relationships>
</file>

<file path=ppt/notesSlides/_rels/notesSlide829.xml.rels>&#65279;<?xml version="1.0" encoding="utf-8"?><Relationships xmlns="http://schemas.openxmlformats.org/package/2006/relationships"><Relationship Type="http://schemas.openxmlformats.org/officeDocument/2006/relationships/slide" Target="/ppt/slides/slide829.xml" Id="Rb92199e9628041df" /><Relationship Type="http://schemas.openxmlformats.org/officeDocument/2006/relationships/notesMaster" Target="/ppt/notesMasters/notesMaster1.xml" Id="Ra394af668ac742aa" /></Relationships>
</file>

<file path=ppt/notesSlides/_rels/notesSlide830.xml.rels>&#65279;<?xml version="1.0" encoding="utf-8"?><Relationships xmlns="http://schemas.openxmlformats.org/package/2006/relationships"><Relationship Type="http://schemas.openxmlformats.org/officeDocument/2006/relationships/slide" Target="/ppt/slides/slide830.xml" Id="Rec5005c4b4ef4b07" /><Relationship Type="http://schemas.openxmlformats.org/officeDocument/2006/relationships/notesMaster" Target="/ppt/notesMasters/notesMaster1.xml" Id="Rc5d5fee2eddb45b1" /></Relationships>
</file>

<file path=ppt/notesSlides/_rels/notesSlide831.xml.rels>&#65279;<?xml version="1.0" encoding="utf-8"?><Relationships xmlns="http://schemas.openxmlformats.org/package/2006/relationships"><Relationship Type="http://schemas.openxmlformats.org/officeDocument/2006/relationships/slide" Target="/ppt/slides/slide831.xml" Id="R11905ef0d6b74b98" /><Relationship Type="http://schemas.openxmlformats.org/officeDocument/2006/relationships/notesMaster" Target="/ppt/notesMasters/notesMaster1.xml" Id="R6a53c48792644cb0" /></Relationships>
</file>

<file path=ppt/notesSlides/_rels/notesSlide832.xml.rels>&#65279;<?xml version="1.0" encoding="utf-8"?><Relationships xmlns="http://schemas.openxmlformats.org/package/2006/relationships"><Relationship Type="http://schemas.openxmlformats.org/officeDocument/2006/relationships/slide" Target="/ppt/slides/slide832.xml" Id="Rb88efa1e97ae401d" /><Relationship Type="http://schemas.openxmlformats.org/officeDocument/2006/relationships/notesMaster" Target="/ppt/notesMasters/notesMaster1.xml" Id="Raf24a37622c64855" /></Relationships>
</file>

<file path=ppt/notesSlides/_rels/notesSlide833.xml.rels>&#65279;<?xml version="1.0" encoding="utf-8"?><Relationships xmlns="http://schemas.openxmlformats.org/package/2006/relationships"><Relationship Type="http://schemas.openxmlformats.org/officeDocument/2006/relationships/slide" Target="/ppt/slides/slide833.xml" Id="R840c78082f8b4dcb" /><Relationship Type="http://schemas.openxmlformats.org/officeDocument/2006/relationships/notesMaster" Target="/ppt/notesMasters/notesMaster1.xml" Id="R2ef0b6bf71e844ee" /></Relationships>
</file>

<file path=ppt/notesSlides/_rels/notesSlide834.xml.rels>&#65279;<?xml version="1.0" encoding="utf-8"?><Relationships xmlns="http://schemas.openxmlformats.org/package/2006/relationships"><Relationship Type="http://schemas.openxmlformats.org/officeDocument/2006/relationships/slide" Target="/ppt/slides/slide834.xml" Id="R36554be2889340a4" /><Relationship Type="http://schemas.openxmlformats.org/officeDocument/2006/relationships/notesMaster" Target="/ppt/notesMasters/notesMaster1.xml" Id="Rd81b329194784051" /></Relationships>
</file>

<file path=ppt/notesSlides/_rels/notesSlide835.xml.rels>&#65279;<?xml version="1.0" encoding="utf-8"?><Relationships xmlns="http://schemas.openxmlformats.org/package/2006/relationships"><Relationship Type="http://schemas.openxmlformats.org/officeDocument/2006/relationships/slide" Target="/ppt/slides/slide835.xml" Id="R65b71fed5bb942a6" /><Relationship Type="http://schemas.openxmlformats.org/officeDocument/2006/relationships/notesMaster" Target="/ppt/notesMasters/notesMaster1.xml" Id="Rf99460fdb4c946c1" /></Relationships>
</file>

<file path=ppt/notesSlides/_rels/notesSlide836.xml.rels>&#65279;<?xml version="1.0" encoding="utf-8"?><Relationships xmlns="http://schemas.openxmlformats.org/package/2006/relationships"><Relationship Type="http://schemas.openxmlformats.org/officeDocument/2006/relationships/slide" Target="/ppt/slides/slide836.xml" Id="Rdcfe678520f74bc7" /><Relationship Type="http://schemas.openxmlformats.org/officeDocument/2006/relationships/notesMaster" Target="/ppt/notesMasters/notesMaster1.xml" Id="R3f3db4182c9a465a" /></Relationships>
</file>

<file path=ppt/notesSlides/_rels/notesSlide837.xml.rels>&#65279;<?xml version="1.0" encoding="utf-8"?><Relationships xmlns="http://schemas.openxmlformats.org/package/2006/relationships"><Relationship Type="http://schemas.openxmlformats.org/officeDocument/2006/relationships/slide" Target="/ppt/slides/slide837.xml" Id="Rc0d813fc107f41b7" /><Relationship Type="http://schemas.openxmlformats.org/officeDocument/2006/relationships/notesMaster" Target="/ppt/notesMasters/notesMaster1.xml" Id="Rc6c06561c8244fd1" /></Relationships>
</file>

<file path=ppt/notesSlides/_rels/notesSlide838.xml.rels>&#65279;<?xml version="1.0" encoding="utf-8"?><Relationships xmlns="http://schemas.openxmlformats.org/package/2006/relationships"><Relationship Type="http://schemas.openxmlformats.org/officeDocument/2006/relationships/slide" Target="/ppt/slides/slide838.xml" Id="Rf66f869093894d0f" /><Relationship Type="http://schemas.openxmlformats.org/officeDocument/2006/relationships/notesMaster" Target="/ppt/notesMasters/notesMaster1.xml" Id="Ra8deff35ba06442b" /></Relationships>
</file>

<file path=ppt/notesSlides/_rels/notesSlide839.xml.rels>&#65279;<?xml version="1.0" encoding="utf-8"?><Relationships xmlns="http://schemas.openxmlformats.org/package/2006/relationships"><Relationship Type="http://schemas.openxmlformats.org/officeDocument/2006/relationships/slide" Target="/ppt/slides/slide839.xml" Id="R297fc3a0c68e4379" /><Relationship Type="http://schemas.openxmlformats.org/officeDocument/2006/relationships/notesMaster" Target="/ppt/notesMasters/notesMaster1.xml" Id="Re77d40de864e41a9" /></Relationships>
</file>

<file path=ppt/notesSlides/_rels/notesSlide840.xml.rels>&#65279;<?xml version="1.0" encoding="utf-8"?><Relationships xmlns="http://schemas.openxmlformats.org/package/2006/relationships"><Relationship Type="http://schemas.openxmlformats.org/officeDocument/2006/relationships/slide" Target="/ppt/slides/slide840.xml" Id="R08c5214007ed4ec7" /><Relationship Type="http://schemas.openxmlformats.org/officeDocument/2006/relationships/notesMaster" Target="/ppt/notesMasters/notesMaster1.xml" Id="Rf90696b35f9f4d88" /></Relationships>
</file>

<file path=ppt/notesSlides/_rels/notesSlide841.xml.rels>&#65279;<?xml version="1.0" encoding="utf-8"?><Relationships xmlns="http://schemas.openxmlformats.org/package/2006/relationships"><Relationship Type="http://schemas.openxmlformats.org/officeDocument/2006/relationships/slide" Target="/ppt/slides/slide841.xml" Id="R640251a6c32b46c9" /><Relationship Type="http://schemas.openxmlformats.org/officeDocument/2006/relationships/notesMaster" Target="/ppt/notesMasters/notesMaster1.xml" Id="Ra3b5e750afa144a9" /></Relationships>
</file>

<file path=ppt/notesSlides/_rels/notesSlide842.xml.rels>&#65279;<?xml version="1.0" encoding="utf-8"?><Relationships xmlns="http://schemas.openxmlformats.org/package/2006/relationships"><Relationship Type="http://schemas.openxmlformats.org/officeDocument/2006/relationships/slide" Target="/ppt/slides/slide842.xml" Id="R9255b0ce6f8141d0" /><Relationship Type="http://schemas.openxmlformats.org/officeDocument/2006/relationships/notesMaster" Target="/ppt/notesMasters/notesMaster1.xml" Id="Ra4f8ad74c4494d71" /></Relationships>
</file>

<file path=ppt/notesSlides/_rels/notesSlide843.xml.rels>&#65279;<?xml version="1.0" encoding="utf-8"?><Relationships xmlns="http://schemas.openxmlformats.org/package/2006/relationships"><Relationship Type="http://schemas.openxmlformats.org/officeDocument/2006/relationships/slide" Target="/ppt/slides/slide843.xml" Id="R402fbbadcbee449a" /><Relationship Type="http://schemas.openxmlformats.org/officeDocument/2006/relationships/notesMaster" Target="/ppt/notesMasters/notesMaster1.xml" Id="Re03afb0e6f754fbb" /></Relationships>
</file>

<file path=ppt/notesSlides/_rels/notesSlide844.xml.rels>&#65279;<?xml version="1.0" encoding="utf-8"?><Relationships xmlns="http://schemas.openxmlformats.org/package/2006/relationships"><Relationship Type="http://schemas.openxmlformats.org/officeDocument/2006/relationships/slide" Target="/ppt/slides/slide844.xml" Id="R3d6bebd83fd3410f" /><Relationship Type="http://schemas.openxmlformats.org/officeDocument/2006/relationships/notesMaster" Target="/ppt/notesMasters/notesMaster1.xml" Id="Rc8c1555cf7bc413b" /></Relationships>
</file>

<file path=ppt/notesSlides/_rels/notesSlide845.xml.rels>&#65279;<?xml version="1.0" encoding="utf-8"?><Relationships xmlns="http://schemas.openxmlformats.org/package/2006/relationships"><Relationship Type="http://schemas.openxmlformats.org/officeDocument/2006/relationships/slide" Target="/ppt/slides/slide845.xml" Id="R3d4ef4898f184eef" /><Relationship Type="http://schemas.openxmlformats.org/officeDocument/2006/relationships/notesMaster" Target="/ppt/notesMasters/notesMaster1.xml" Id="R686cd20056f2451e" /></Relationships>
</file>

<file path=ppt/notesSlides/_rels/notesSlide846.xml.rels>&#65279;<?xml version="1.0" encoding="utf-8"?><Relationships xmlns="http://schemas.openxmlformats.org/package/2006/relationships"><Relationship Type="http://schemas.openxmlformats.org/officeDocument/2006/relationships/slide" Target="/ppt/slides/slide846.xml" Id="R1600d71187f74f21" /><Relationship Type="http://schemas.openxmlformats.org/officeDocument/2006/relationships/notesMaster" Target="/ppt/notesMasters/notesMaster1.xml" Id="Rda16722a9bb249cc" /></Relationships>
</file>

<file path=ppt/notesSlides/_rels/notesSlide847.xml.rels>&#65279;<?xml version="1.0" encoding="utf-8"?><Relationships xmlns="http://schemas.openxmlformats.org/package/2006/relationships"><Relationship Type="http://schemas.openxmlformats.org/officeDocument/2006/relationships/slide" Target="/ppt/slides/slide847.xml" Id="R0f4e82277c844bd5" /><Relationship Type="http://schemas.openxmlformats.org/officeDocument/2006/relationships/notesMaster" Target="/ppt/notesMasters/notesMaster1.xml" Id="R6817f019518e44e1" /></Relationships>
</file>

<file path=ppt/notesSlides/_rels/notesSlide848.xml.rels>&#65279;<?xml version="1.0" encoding="utf-8"?><Relationships xmlns="http://schemas.openxmlformats.org/package/2006/relationships"><Relationship Type="http://schemas.openxmlformats.org/officeDocument/2006/relationships/slide" Target="/ppt/slides/slide848.xml" Id="R7010bdf94ed349aa" /><Relationship Type="http://schemas.openxmlformats.org/officeDocument/2006/relationships/notesMaster" Target="/ppt/notesMasters/notesMaster1.xml" Id="R92382c1fa4d74b66" /></Relationships>
</file>

<file path=ppt/notesSlides/_rels/notesSlide849.xml.rels>&#65279;<?xml version="1.0" encoding="utf-8"?><Relationships xmlns="http://schemas.openxmlformats.org/package/2006/relationships"><Relationship Type="http://schemas.openxmlformats.org/officeDocument/2006/relationships/slide" Target="/ppt/slides/slide849.xml" Id="R9d7c7095ac324fe8" /><Relationship Type="http://schemas.openxmlformats.org/officeDocument/2006/relationships/notesMaster" Target="/ppt/notesMasters/notesMaster1.xml" Id="R0cab89d199844459" /></Relationships>
</file>

<file path=ppt/notesSlides/_rels/notesSlide850.xml.rels>&#65279;<?xml version="1.0" encoding="utf-8"?><Relationships xmlns="http://schemas.openxmlformats.org/package/2006/relationships"><Relationship Type="http://schemas.openxmlformats.org/officeDocument/2006/relationships/slide" Target="/ppt/slides/slide850.xml" Id="R0958d41a22b64ae9" /><Relationship Type="http://schemas.openxmlformats.org/officeDocument/2006/relationships/notesMaster" Target="/ppt/notesMasters/notesMaster1.xml" Id="Rd9d3931486574f3d" /></Relationships>
</file>

<file path=ppt/notesSlides/_rels/notesSlide851.xml.rels>&#65279;<?xml version="1.0" encoding="utf-8"?><Relationships xmlns="http://schemas.openxmlformats.org/package/2006/relationships"><Relationship Type="http://schemas.openxmlformats.org/officeDocument/2006/relationships/slide" Target="/ppt/slides/slide851.xml" Id="Ra1ab18acc5ad4cf3" /><Relationship Type="http://schemas.openxmlformats.org/officeDocument/2006/relationships/notesMaster" Target="/ppt/notesMasters/notesMaster1.xml" Id="Ra6e64e09b8fa412f" /></Relationships>
</file>

<file path=ppt/notesSlides/_rels/notesSlide852.xml.rels>&#65279;<?xml version="1.0" encoding="utf-8"?><Relationships xmlns="http://schemas.openxmlformats.org/package/2006/relationships"><Relationship Type="http://schemas.openxmlformats.org/officeDocument/2006/relationships/slide" Target="/ppt/slides/slide852.xml" Id="R21ee68dd26e343b6" /><Relationship Type="http://schemas.openxmlformats.org/officeDocument/2006/relationships/notesMaster" Target="/ppt/notesMasters/notesMaster1.xml" Id="R6f4983c30be547a3" /></Relationships>
</file>

<file path=ppt/notesSlides/_rels/notesSlide853.xml.rels>&#65279;<?xml version="1.0" encoding="utf-8"?><Relationships xmlns="http://schemas.openxmlformats.org/package/2006/relationships"><Relationship Type="http://schemas.openxmlformats.org/officeDocument/2006/relationships/slide" Target="/ppt/slides/slide853.xml" Id="R7732fd1dae694ead" /><Relationship Type="http://schemas.openxmlformats.org/officeDocument/2006/relationships/notesMaster" Target="/ppt/notesMasters/notesMaster1.xml" Id="Re34846b01515481c" /></Relationships>
</file>

<file path=ppt/notesSlides/_rels/notesSlide854.xml.rels>&#65279;<?xml version="1.0" encoding="utf-8"?><Relationships xmlns="http://schemas.openxmlformats.org/package/2006/relationships"><Relationship Type="http://schemas.openxmlformats.org/officeDocument/2006/relationships/slide" Target="/ppt/slides/slide854.xml" Id="R24bf5853035e4066" /><Relationship Type="http://schemas.openxmlformats.org/officeDocument/2006/relationships/notesMaster" Target="/ppt/notesMasters/notesMaster1.xml" Id="Rafbc92ed70ad42a7" /></Relationships>
</file>

<file path=ppt/notesSlides/_rels/notesSlide855.xml.rels>&#65279;<?xml version="1.0" encoding="utf-8"?><Relationships xmlns="http://schemas.openxmlformats.org/package/2006/relationships"><Relationship Type="http://schemas.openxmlformats.org/officeDocument/2006/relationships/slide" Target="/ppt/slides/slide855.xml" Id="R0f38d02c971a4c67" /><Relationship Type="http://schemas.openxmlformats.org/officeDocument/2006/relationships/notesMaster" Target="/ppt/notesMasters/notesMaster1.xml" Id="R1034df33abc84c64" /></Relationships>
</file>

<file path=ppt/notesSlides/_rels/notesSlide856.xml.rels>&#65279;<?xml version="1.0" encoding="utf-8"?><Relationships xmlns="http://schemas.openxmlformats.org/package/2006/relationships"><Relationship Type="http://schemas.openxmlformats.org/officeDocument/2006/relationships/slide" Target="/ppt/slides/slide856.xml" Id="Rd2c3c2ba199c4b9d" /><Relationship Type="http://schemas.openxmlformats.org/officeDocument/2006/relationships/notesMaster" Target="/ppt/notesMasters/notesMaster1.xml" Id="R0194f0d45ef6495a" /></Relationships>
</file>

<file path=ppt/notesSlides/_rels/notesSlide857.xml.rels>&#65279;<?xml version="1.0" encoding="utf-8"?><Relationships xmlns="http://schemas.openxmlformats.org/package/2006/relationships"><Relationship Type="http://schemas.openxmlformats.org/officeDocument/2006/relationships/slide" Target="/ppt/slides/slide857.xml" Id="R654a9e5b10a74d46" /><Relationship Type="http://schemas.openxmlformats.org/officeDocument/2006/relationships/notesMaster" Target="/ppt/notesMasters/notesMaster1.xml" Id="Rb408f9b178644885" /></Relationships>
</file>

<file path=ppt/notesSlides/_rels/notesSlide858.xml.rels>&#65279;<?xml version="1.0" encoding="utf-8"?><Relationships xmlns="http://schemas.openxmlformats.org/package/2006/relationships"><Relationship Type="http://schemas.openxmlformats.org/officeDocument/2006/relationships/slide" Target="/ppt/slides/slide858.xml" Id="Redbea177437343db" /><Relationship Type="http://schemas.openxmlformats.org/officeDocument/2006/relationships/notesMaster" Target="/ppt/notesMasters/notesMaster1.xml" Id="Rca7e8fd0d1774e0f" /></Relationships>
</file>

<file path=ppt/notesSlides/_rels/notesSlide859.xml.rels>&#65279;<?xml version="1.0" encoding="utf-8"?><Relationships xmlns="http://schemas.openxmlformats.org/package/2006/relationships"><Relationship Type="http://schemas.openxmlformats.org/officeDocument/2006/relationships/slide" Target="/ppt/slides/slide859.xml" Id="Rba7e43c6ba364e37" /><Relationship Type="http://schemas.openxmlformats.org/officeDocument/2006/relationships/notesMaster" Target="/ppt/notesMasters/notesMaster1.xml" Id="Rb9dbc25a8cfe4999" /></Relationships>
</file>

<file path=ppt/notesSlides/_rels/notesSlide860.xml.rels>&#65279;<?xml version="1.0" encoding="utf-8"?><Relationships xmlns="http://schemas.openxmlformats.org/package/2006/relationships"><Relationship Type="http://schemas.openxmlformats.org/officeDocument/2006/relationships/slide" Target="/ppt/slides/slide860.xml" Id="R9bb0aaf9fb6d49b5" /><Relationship Type="http://schemas.openxmlformats.org/officeDocument/2006/relationships/notesMaster" Target="/ppt/notesMasters/notesMaster1.xml" Id="R43902b7713c64197" /></Relationships>
</file>

<file path=ppt/notesSlides/_rels/notesSlide861.xml.rels>&#65279;<?xml version="1.0" encoding="utf-8"?><Relationships xmlns="http://schemas.openxmlformats.org/package/2006/relationships"><Relationship Type="http://schemas.openxmlformats.org/officeDocument/2006/relationships/slide" Target="/ppt/slides/slide861.xml" Id="R6899707272a24c5b" /><Relationship Type="http://schemas.openxmlformats.org/officeDocument/2006/relationships/notesMaster" Target="/ppt/notesMasters/notesMaster1.xml" Id="Rc832ea6d40d94753" /></Relationships>
</file>

<file path=ppt/notesSlides/_rels/notesSlide862.xml.rels>&#65279;<?xml version="1.0" encoding="utf-8"?><Relationships xmlns="http://schemas.openxmlformats.org/package/2006/relationships"><Relationship Type="http://schemas.openxmlformats.org/officeDocument/2006/relationships/slide" Target="/ppt/slides/slide862.xml" Id="R0b4ea9dca5c44ab3" /><Relationship Type="http://schemas.openxmlformats.org/officeDocument/2006/relationships/notesMaster" Target="/ppt/notesMasters/notesMaster1.xml" Id="R9e43627a3cbd4568" /></Relationships>
</file>

<file path=ppt/notesSlides/_rels/notesSlide863.xml.rels>&#65279;<?xml version="1.0" encoding="utf-8"?><Relationships xmlns="http://schemas.openxmlformats.org/package/2006/relationships"><Relationship Type="http://schemas.openxmlformats.org/officeDocument/2006/relationships/slide" Target="/ppt/slides/slide863.xml" Id="R9ff3b35adc714b5e" /><Relationship Type="http://schemas.openxmlformats.org/officeDocument/2006/relationships/notesMaster" Target="/ppt/notesMasters/notesMaster1.xml" Id="R185444631ed741ae" /></Relationships>
</file>

<file path=ppt/notesSlides/_rels/notesSlide864.xml.rels>&#65279;<?xml version="1.0" encoding="utf-8"?><Relationships xmlns="http://schemas.openxmlformats.org/package/2006/relationships"><Relationship Type="http://schemas.openxmlformats.org/officeDocument/2006/relationships/slide" Target="/ppt/slides/slide864.xml" Id="Rd97d7a8970a041ce" /><Relationship Type="http://schemas.openxmlformats.org/officeDocument/2006/relationships/notesMaster" Target="/ppt/notesMasters/notesMaster1.xml" Id="Ra7270d21c62448dc" /></Relationships>
</file>

<file path=ppt/notesSlides/_rels/notesSlide865.xml.rels>&#65279;<?xml version="1.0" encoding="utf-8"?><Relationships xmlns="http://schemas.openxmlformats.org/package/2006/relationships"><Relationship Type="http://schemas.openxmlformats.org/officeDocument/2006/relationships/slide" Target="/ppt/slides/slide865.xml" Id="R51dce25668884b17" /><Relationship Type="http://schemas.openxmlformats.org/officeDocument/2006/relationships/notesMaster" Target="/ppt/notesMasters/notesMaster1.xml" Id="R3cbaa8c4c10f47e1" /></Relationships>
</file>

<file path=ppt/notesSlides/_rels/notesSlide866.xml.rels>&#65279;<?xml version="1.0" encoding="utf-8"?><Relationships xmlns="http://schemas.openxmlformats.org/package/2006/relationships"><Relationship Type="http://schemas.openxmlformats.org/officeDocument/2006/relationships/slide" Target="/ppt/slides/slide866.xml" Id="Rd8011f08c0b643c7" /><Relationship Type="http://schemas.openxmlformats.org/officeDocument/2006/relationships/notesMaster" Target="/ppt/notesMasters/notesMaster1.xml" Id="R89da4c19d31040c1" /></Relationships>
</file>

<file path=ppt/notesSlides/_rels/notesSlide868.xml.rels>&#65279;<?xml version="1.0" encoding="utf-8"?><Relationships xmlns="http://schemas.openxmlformats.org/package/2006/relationships"><Relationship Type="http://schemas.openxmlformats.org/officeDocument/2006/relationships/slide" Target="/ppt/slides/slide868.xml" Id="Rd6ccbccd31cc4d9f" /><Relationship Type="http://schemas.openxmlformats.org/officeDocument/2006/relationships/notesMaster" Target="/ppt/notesMasters/notesMaster1.xml" Id="R8616325faaef43c1" /></Relationships>
</file>

<file path=ppt/notesSlides/_rels/notesSlide869.xml.rels>&#65279;<?xml version="1.0" encoding="utf-8"?><Relationships xmlns="http://schemas.openxmlformats.org/package/2006/relationships"><Relationship Type="http://schemas.openxmlformats.org/officeDocument/2006/relationships/slide" Target="/ppt/slides/slide869.xml" Id="R51fa156f7b4e460e" /><Relationship Type="http://schemas.openxmlformats.org/officeDocument/2006/relationships/notesMaster" Target="/ppt/notesMasters/notesMaster1.xml" Id="R72db4a9a15274333" /></Relationships>
</file>

<file path=ppt/notesSlides/_rels/notesSlide870.xml.rels>&#65279;<?xml version="1.0" encoding="utf-8"?><Relationships xmlns="http://schemas.openxmlformats.org/package/2006/relationships"><Relationship Type="http://schemas.openxmlformats.org/officeDocument/2006/relationships/slide" Target="/ppt/slides/slide870.xml" Id="R239c2f78b1404dc2" /><Relationship Type="http://schemas.openxmlformats.org/officeDocument/2006/relationships/notesMaster" Target="/ppt/notesMasters/notesMaster1.xml" Id="R887d125424d24eab" /></Relationships>
</file>

<file path=ppt/notesSlides/_rels/notesSlide871.xml.rels>&#65279;<?xml version="1.0" encoding="utf-8"?><Relationships xmlns="http://schemas.openxmlformats.org/package/2006/relationships"><Relationship Type="http://schemas.openxmlformats.org/officeDocument/2006/relationships/slide" Target="/ppt/slides/slide871.xml" Id="R0f878c7da51d406e" /><Relationship Type="http://schemas.openxmlformats.org/officeDocument/2006/relationships/notesMaster" Target="/ppt/notesMasters/notesMaster1.xml" Id="R8dd63aace672438e" /></Relationships>
</file>

<file path=ppt/notesSlides/_rels/notesSlide872.xml.rels>&#65279;<?xml version="1.0" encoding="utf-8"?><Relationships xmlns="http://schemas.openxmlformats.org/package/2006/relationships"><Relationship Type="http://schemas.openxmlformats.org/officeDocument/2006/relationships/slide" Target="/ppt/slides/slide872.xml" Id="R496369c683b0489b" /><Relationship Type="http://schemas.openxmlformats.org/officeDocument/2006/relationships/notesMaster" Target="/ppt/notesMasters/notesMaster1.xml" Id="R0280c4ee385b4029" /></Relationships>
</file>

<file path=ppt/notesSlides/_rels/notesSlide873.xml.rels>&#65279;<?xml version="1.0" encoding="utf-8"?><Relationships xmlns="http://schemas.openxmlformats.org/package/2006/relationships"><Relationship Type="http://schemas.openxmlformats.org/officeDocument/2006/relationships/slide" Target="/ppt/slides/slide873.xml" Id="R87d0a29bfc5a48c2" /><Relationship Type="http://schemas.openxmlformats.org/officeDocument/2006/relationships/notesMaster" Target="/ppt/notesMasters/notesMaster1.xml" Id="R3585c33efb414757" /></Relationships>
</file>

<file path=ppt/notesSlides/_rels/notesSlide874.xml.rels>&#65279;<?xml version="1.0" encoding="utf-8"?><Relationships xmlns="http://schemas.openxmlformats.org/package/2006/relationships"><Relationship Type="http://schemas.openxmlformats.org/officeDocument/2006/relationships/slide" Target="/ppt/slides/slide874.xml" Id="R17393b10d80f4086" /><Relationship Type="http://schemas.openxmlformats.org/officeDocument/2006/relationships/notesMaster" Target="/ppt/notesMasters/notesMaster1.xml" Id="R7616c8ed0af04dca" /></Relationships>
</file>

<file path=ppt/notesSlides/_rels/notesSlide875.xml.rels>&#65279;<?xml version="1.0" encoding="utf-8"?><Relationships xmlns="http://schemas.openxmlformats.org/package/2006/relationships"><Relationship Type="http://schemas.openxmlformats.org/officeDocument/2006/relationships/slide" Target="/ppt/slides/slide875.xml" Id="Ra4db57a6cd684211" /><Relationship Type="http://schemas.openxmlformats.org/officeDocument/2006/relationships/notesMaster" Target="/ppt/notesMasters/notesMaster1.xml" Id="R4a5a9cb9847e4295" /></Relationships>
</file>

<file path=ppt/notesSlides/_rels/notesSlide876.xml.rels>&#65279;<?xml version="1.0" encoding="utf-8"?><Relationships xmlns="http://schemas.openxmlformats.org/package/2006/relationships"><Relationship Type="http://schemas.openxmlformats.org/officeDocument/2006/relationships/slide" Target="/ppt/slides/slide876.xml" Id="Rbd6d98fa98ca472e" /><Relationship Type="http://schemas.openxmlformats.org/officeDocument/2006/relationships/notesMaster" Target="/ppt/notesMasters/notesMaster1.xml" Id="Rdfbfd2ba174845df" /></Relationships>
</file>

<file path=ppt/notesSlides/_rels/notesSlide877.xml.rels>&#65279;<?xml version="1.0" encoding="utf-8"?><Relationships xmlns="http://schemas.openxmlformats.org/package/2006/relationships"><Relationship Type="http://schemas.openxmlformats.org/officeDocument/2006/relationships/slide" Target="/ppt/slides/slide877.xml" Id="R1c3f04b56f7f4dc1" /><Relationship Type="http://schemas.openxmlformats.org/officeDocument/2006/relationships/notesMaster" Target="/ppt/notesMasters/notesMaster1.xml" Id="Rc5b5a632586a496f" /></Relationships>
</file>

<file path=ppt/notesSlides/_rels/notesSlide878.xml.rels>&#65279;<?xml version="1.0" encoding="utf-8"?><Relationships xmlns="http://schemas.openxmlformats.org/package/2006/relationships"><Relationship Type="http://schemas.openxmlformats.org/officeDocument/2006/relationships/slide" Target="/ppt/slides/slide878.xml" Id="Rb6e328e8c6db40fc" /><Relationship Type="http://schemas.openxmlformats.org/officeDocument/2006/relationships/notesMaster" Target="/ppt/notesMasters/notesMaster1.xml" Id="R30731778e6264d98" /></Relationships>
</file>

<file path=ppt/notesSlides/_rels/notesSlide879.xml.rels>&#65279;<?xml version="1.0" encoding="utf-8"?><Relationships xmlns="http://schemas.openxmlformats.org/package/2006/relationships"><Relationship Type="http://schemas.openxmlformats.org/officeDocument/2006/relationships/slide" Target="/ppt/slides/slide879.xml" Id="Rbc45d5d81eaa421a" /><Relationship Type="http://schemas.openxmlformats.org/officeDocument/2006/relationships/notesMaster" Target="/ppt/notesMasters/notesMaster1.xml" Id="Rfa385046d01d4dea" /></Relationships>
</file>

<file path=ppt/notesSlides/_rels/notesSlide880.xml.rels>&#65279;<?xml version="1.0" encoding="utf-8"?><Relationships xmlns="http://schemas.openxmlformats.org/package/2006/relationships"><Relationship Type="http://schemas.openxmlformats.org/officeDocument/2006/relationships/slide" Target="/ppt/slides/slide880.xml" Id="R8c4a6fcb364a4836" /><Relationship Type="http://schemas.openxmlformats.org/officeDocument/2006/relationships/notesMaster" Target="/ppt/notesMasters/notesMaster1.xml" Id="R21d192b84d5c46ff" /></Relationships>
</file>

<file path=ppt/notesSlides/_rels/notesSlide881.xml.rels>&#65279;<?xml version="1.0" encoding="utf-8"?><Relationships xmlns="http://schemas.openxmlformats.org/package/2006/relationships"><Relationship Type="http://schemas.openxmlformats.org/officeDocument/2006/relationships/slide" Target="/ppt/slides/slide881.xml" Id="Rb6fdd8a49a134f35" /><Relationship Type="http://schemas.openxmlformats.org/officeDocument/2006/relationships/notesMaster" Target="/ppt/notesMasters/notesMaster1.xml" Id="R29afc63792614202" /></Relationships>
</file>

<file path=ppt/notesSlides/_rels/notesSlide882.xml.rels>&#65279;<?xml version="1.0" encoding="utf-8"?><Relationships xmlns="http://schemas.openxmlformats.org/package/2006/relationships"><Relationship Type="http://schemas.openxmlformats.org/officeDocument/2006/relationships/slide" Target="/ppt/slides/slide882.xml" Id="R86067ea6e43147c3" /><Relationship Type="http://schemas.openxmlformats.org/officeDocument/2006/relationships/notesMaster" Target="/ppt/notesMasters/notesMaster1.xml" Id="Rb01be5ccf9ad4210" /></Relationships>
</file>

<file path=ppt/notesSlides/_rels/notesSlide883.xml.rels>&#65279;<?xml version="1.0" encoding="utf-8"?><Relationships xmlns="http://schemas.openxmlformats.org/package/2006/relationships"><Relationship Type="http://schemas.openxmlformats.org/officeDocument/2006/relationships/slide" Target="/ppt/slides/slide883.xml" Id="Ra6b58cbe3f6a479a" /><Relationship Type="http://schemas.openxmlformats.org/officeDocument/2006/relationships/notesMaster" Target="/ppt/notesMasters/notesMaster1.xml" Id="R6e6a3e4ba1434497" /></Relationships>
</file>

<file path=ppt/notesSlides/_rels/notesSlide884.xml.rels>&#65279;<?xml version="1.0" encoding="utf-8"?><Relationships xmlns="http://schemas.openxmlformats.org/package/2006/relationships"><Relationship Type="http://schemas.openxmlformats.org/officeDocument/2006/relationships/slide" Target="/ppt/slides/slide884.xml" Id="R79eab10ce30d4174" /><Relationship Type="http://schemas.openxmlformats.org/officeDocument/2006/relationships/notesMaster" Target="/ppt/notesMasters/notesMaster1.xml" Id="R967e1a13f92a4bdf" /></Relationships>
</file>

<file path=ppt/notesSlides/_rels/notesSlide885.xml.rels>&#65279;<?xml version="1.0" encoding="utf-8"?><Relationships xmlns="http://schemas.openxmlformats.org/package/2006/relationships"><Relationship Type="http://schemas.openxmlformats.org/officeDocument/2006/relationships/slide" Target="/ppt/slides/slide885.xml" Id="Rf94eba8a195143fa" /><Relationship Type="http://schemas.openxmlformats.org/officeDocument/2006/relationships/notesMaster" Target="/ppt/notesMasters/notesMaster1.xml" Id="Ra99cea48479f44bc" /></Relationships>
</file>

<file path=ppt/notesSlides/_rels/notesSlide886.xml.rels>&#65279;<?xml version="1.0" encoding="utf-8"?><Relationships xmlns="http://schemas.openxmlformats.org/package/2006/relationships"><Relationship Type="http://schemas.openxmlformats.org/officeDocument/2006/relationships/slide" Target="/ppt/slides/slide886.xml" Id="Rcfbd9be6606444ea" /><Relationship Type="http://schemas.openxmlformats.org/officeDocument/2006/relationships/notesMaster" Target="/ppt/notesMasters/notesMaster1.xml" Id="Rdb17c01862904cc9" /></Relationships>
</file>

<file path=ppt/notesSlides/_rels/notesSlide887.xml.rels>&#65279;<?xml version="1.0" encoding="utf-8"?><Relationships xmlns="http://schemas.openxmlformats.org/package/2006/relationships"><Relationship Type="http://schemas.openxmlformats.org/officeDocument/2006/relationships/slide" Target="/ppt/slides/slide887.xml" Id="Rd6ef526fa612422d" /><Relationship Type="http://schemas.openxmlformats.org/officeDocument/2006/relationships/notesMaster" Target="/ppt/notesMasters/notesMaster1.xml" Id="Re900f19a9ffa4ebe" /></Relationships>
</file>

<file path=ppt/notesSlides/_rels/notesSlide888.xml.rels>&#65279;<?xml version="1.0" encoding="utf-8"?><Relationships xmlns="http://schemas.openxmlformats.org/package/2006/relationships"><Relationship Type="http://schemas.openxmlformats.org/officeDocument/2006/relationships/slide" Target="/ppt/slides/slide888.xml" Id="R53bbb78197f5414b" /><Relationship Type="http://schemas.openxmlformats.org/officeDocument/2006/relationships/notesMaster" Target="/ppt/notesMasters/notesMaster1.xml" Id="R2cd61513dbd3405c" /></Relationships>
</file>

<file path=ppt/notesSlides/_rels/notesSlide889.xml.rels>&#65279;<?xml version="1.0" encoding="utf-8"?><Relationships xmlns="http://schemas.openxmlformats.org/package/2006/relationships"><Relationship Type="http://schemas.openxmlformats.org/officeDocument/2006/relationships/slide" Target="/ppt/slides/slide889.xml" Id="R391e022910f14371" /><Relationship Type="http://schemas.openxmlformats.org/officeDocument/2006/relationships/notesMaster" Target="/ppt/notesMasters/notesMaster1.xml" Id="Rfc80bd7318004fa9" /></Relationships>
</file>

<file path=ppt/notesSlides/_rels/notesSlide890.xml.rels>&#65279;<?xml version="1.0" encoding="utf-8"?><Relationships xmlns="http://schemas.openxmlformats.org/package/2006/relationships"><Relationship Type="http://schemas.openxmlformats.org/officeDocument/2006/relationships/slide" Target="/ppt/slides/slide890.xml" Id="R17d8bd95f0a1479c" /><Relationship Type="http://schemas.openxmlformats.org/officeDocument/2006/relationships/notesMaster" Target="/ppt/notesMasters/notesMaster1.xml" Id="Rb586a61283134c0a" /></Relationships>
</file>

<file path=ppt/notesSlides/_rels/notesSlide891.xml.rels>&#65279;<?xml version="1.0" encoding="utf-8"?><Relationships xmlns="http://schemas.openxmlformats.org/package/2006/relationships"><Relationship Type="http://schemas.openxmlformats.org/officeDocument/2006/relationships/slide" Target="/ppt/slides/slide891.xml" Id="R05f647a4c853431c" /><Relationship Type="http://schemas.openxmlformats.org/officeDocument/2006/relationships/notesMaster" Target="/ppt/notesMasters/notesMaster1.xml" Id="R7a13fb59ce164505" /></Relationships>
</file>

<file path=ppt/notesSlides/_rels/notesSlide892.xml.rels>&#65279;<?xml version="1.0" encoding="utf-8"?><Relationships xmlns="http://schemas.openxmlformats.org/package/2006/relationships"><Relationship Type="http://schemas.openxmlformats.org/officeDocument/2006/relationships/slide" Target="/ppt/slides/slide892.xml" Id="R58cc9c08a1c5422c" /><Relationship Type="http://schemas.openxmlformats.org/officeDocument/2006/relationships/notesMaster" Target="/ppt/notesMasters/notesMaster1.xml" Id="R11acb2f087924882" /></Relationship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and src/data/productConfig.js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src/data/productConfig.js and uiText.js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src/data/productConfig.js and uiText.js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measurement-settings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measurement-settings</a:t>
            </a:r>
          </a:p>
          <a:p xmlns:a="http://schemas.openxmlformats.org/drawingml/2006/main">
            <a:r>
              <a:t>Embedded asset: public/tutorial/tas/processed/page-097.png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measurement-settings</a:t>
            </a:r>
          </a:p>
          <a:p xmlns:a="http://schemas.openxmlformats.org/drawingml/2006/main">
            <a:r>
              <a:t>Embedded asset: public/tutorial/tas/processed/page-097.png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measurement-settings</a:t>
            </a:r>
          </a:p>
          <a:p xmlns:a="http://schemas.openxmlformats.org/drawingml/2006/main">
            <a:r>
              <a:t>Embedded asset: public/tutorial/tas/processed/page-098.png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measurement-settings</a:t>
            </a:r>
          </a:p>
          <a:p xmlns:a="http://schemas.openxmlformats.org/drawingml/2006/main">
            <a:r>
              <a:t>Embedded asset: public/tutorial/tas/processed/page-098.png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measurement-settings</a:t>
            </a:r>
          </a:p>
          <a:p xmlns:a="http://schemas.openxmlformats.org/drawingml/2006/main">
            <a:r>
              <a:t>Embedded asset: public/tutorial/tas/processed/page-098.png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measurement-settings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measurement-rules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measurement-rules</a:t>
            </a:r>
          </a:p>
          <a:p xmlns:a="http://schemas.openxmlformats.org/drawingml/2006/main">
            <a:r>
              <a:t>Embedded asset: public/tutorial/tas/processed/page-093.png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measurement-rules</a:t>
            </a:r>
          </a:p>
          <a:p xmlns:a="http://schemas.openxmlformats.org/drawingml/2006/main">
            <a:r>
              <a:t>Embedded asset: public/tutorial/tas/processed/page-094.png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measurement-rules</a:t>
            </a:r>
          </a:p>
          <a:p xmlns:a="http://schemas.openxmlformats.org/drawingml/2006/main">
            <a:r>
              <a:t>Embedded asset: public/tutorial/tas/processed/page-094.png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measurement-rules</a:t>
            </a:r>
          </a:p>
          <a:p xmlns:a="http://schemas.openxmlformats.org/drawingml/2006/main">
            <a:r>
              <a:t>Embedded asset: public/tutorial/tas/processed/page-095.png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measurement-rules</a:t>
            </a:r>
          </a:p>
          <a:p xmlns:a="http://schemas.openxmlformats.org/drawingml/2006/main">
            <a:r>
              <a:t>Embedded asset: public/tutorial/tas/processed/page-096.png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measurement-rules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create-project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create-project</a:t>
            </a:r>
          </a:p>
          <a:p xmlns:a="http://schemas.openxmlformats.org/drawingml/2006/main">
            <a:r>
              <a:t>Embedded asset: public/tutorial/tas/processed/page-014.png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create-project</a:t>
            </a:r>
          </a:p>
          <a:p xmlns:a="http://schemas.openxmlformats.org/drawingml/2006/main">
            <a:r>
              <a:t>Embedded asset: public/tutorial/tas/processed/page-014.png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create-project</a:t>
            </a:r>
          </a:p>
          <a:p xmlns:a="http://schemas.openxmlformats.org/drawingml/2006/main">
            <a:r>
              <a:t>Embedded asset: public/tutorial/tas/processed/page-014.png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create-project</a:t>
            </a:r>
          </a:p>
          <a:p xmlns:a="http://schemas.openxmlformats.org/drawingml/2006/main">
            <a:r>
              <a:t>Embedded asset: public/tutorial/tas/processed/page-014.png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create-project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tas-interface-attributes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tas-interface-attributes</a:t>
            </a:r>
          </a:p>
          <a:p xmlns:a="http://schemas.openxmlformats.org/drawingml/2006/main">
            <a:r>
              <a:t>Embedded asset: public/tutorial/tas/processed/page-015.png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tas-interface-attributes</a:t>
            </a:r>
          </a:p>
          <a:p xmlns:a="http://schemas.openxmlformats.org/drawingml/2006/main">
            <a:r>
              <a:t>Embedded asset: public/tutorial/tas/processed/page-015.png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tas-interface-attributes</a:t>
            </a:r>
          </a:p>
          <a:p xmlns:a="http://schemas.openxmlformats.org/drawingml/2006/main">
            <a:r>
              <a:t>Embedded asset: public/tutorial/tas/processed/page-015.png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tas-interface-attributes</a:t>
            </a:r>
          </a:p>
          <a:p xmlns:a="http://schemas.openxmlformats.org/drawingml/2006/main">
            <a:r>
              <a:t>Embedded asset: public/tutorial/tas/processed/page-016.png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tas-interface-attributes</a:t>
            </a:r>
          </a:p>
          <a:p xmlns:a="http://schemas.openxmlformats.org/drawingml/2006/main">
            <a:r>
              <a:t>Embedded asset: public/tutorial/tas/processed/page-016.png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tas-interface-attributes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floor-grade-settings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floor-grade-settings</a:t>
            </a:r>
          </a:p>
          <a:p xmlns:a="http://schemas.openxmlformats.org/drawingml/2006/main">
            <a:r>
              <a:t>Embedded asset: public/tutorial/tas/processed/page-017.png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floor-grade-settings</a:t>
            </a:r>
          </a:p>
          <a:p xmlns:a="http://schemas.openxmlformats.org/drawingml/2006/main">
            <a:r>
              <a:t>Embedded asset: public/tutorial/tas/processed/page-019.png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floor-grade-settings</a:t>
            </a:r>
          </a:p>
          <a:p xmlns:a="http://schemas.openxmlformats.org/drawingml/2006/main">
            <a:r>
              <a:t>Embedded asset: public/tutorial/tas/processed/page-019.png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floor-grade-settings</a:t>
            </a:r>
          </a:p>
          <a:p xmlns:a="http://schemas.openxmlformats.org/drawingml/2006/main">
            <a:r>
              <a:t>Embedded asset: public/tutorial/tas/processed/page-020.png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floor-grade-settings</a:t>
            </a:r>
          </a:p>
          <a:p xmlns:a="http://schemas.openxmlformats.org/drawingml/2006/main">
            <a:r>
              <a:t>Embedded asset: public/tutorial/tas/processed/page-020.png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floor-grade-settings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import-split-drawing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import-split-drawing</a:t>
            </a:r>
          </a:p>
          <a:p xmlns:a="http://schemas.openxmlformats.org/drawingml/2006/main">
            <a:r>
              <a:t>Embedded asset: public/tutorial/tas/processed/page-022.png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import-split-drawing</a:t>
            </a:r>
          </a:p>
          <a:p xmlns:a="http://schemas.openxmlformats.org/drawingml/2006/main">
            <a:r>
              <a:t>Embedded asset: public/tutorial/tas/processed/page-023.png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import-split-drawing</a:t>
            </a:r>
          </a:p>
          <a:p xmlns:a="http://schemas.openxmlformats.org/drawingml/2006/main">
            <a:r>
              <a:t>Embedded asset: public/tutorial/tas/processed/page-024.png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import-split-drawing</a:t>
            </a:r>
          </a:p>
          <a:p xmlns:a="http://schemas.openxmlformats.org/drawingml/2006/main">
            <a:r>
              <a:t>Embedded asset: public/tutorial/tas/processed/page-024.png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import-split-drawing</a:t>
            </a:r>
          </a:p>
          <a:p xmlns:a="http://schemas.openxmlformats.org/drawingml/2006/main">
            <a:r>
              <a:t>Embedded asset: public/tutorial/tas/processed/page-024.png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import-split-drawing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scale-relocate-drawing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scale-relocate-drawing</a:t>
            </a:r>
          </a:p>
          <a:p xmlns:a="http://schemas.openxmlformats.org/drawingml/2006/main">
            <a:r>
              <a:t>Embedded asset: public/tutorial/tas/processed/page-025.png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scale-relocate-drawing</a:t>
            </a:r>
          </a:p>
          <a:p xmlns:a="http://schemas.openxmlformats.org/drawingml/2006/main">
            <a:r>
              <a:t>Embedded asset: public/tutorial/tas/processed/page-025.png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scale-relocate-drawing</a:t>
            </a:r>
          </a:p>
          <a:p xmlns:a="http://schemas.openxmlformats.org/drawingml/2006/main">
            <a:r>
              <a:t>Embedded asset: public/tutorial/tas/processed/page-025.png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scale-relocate-drawing</a:t>
            </a:r>
          </a:p>
          <a:p xmlns:a="http://schemas.openxmlformats.org/drawingml/2006/main">
            <a:r>
              <a:t>Embedded asset: public/tutorial/tas/processed/page-026.png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scale-relocate-drawing</a:t>
            </a:r>
          </a:p>
          <a:p xmlns:a="http://schemas.openxmlformats.org/drawingml/2006/main">
            <a:r>
              <a:t>Embedded asset: public/tutorial/tas/processed/page-026.png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scale-relocate-drawing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axis-grid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axis-grid</a:t>
            </a:r>
          </a:p>
          <a:p xmlns:a="http://schemas.openxmlformats.org/drawingml/2006/main">
            <a:r>
              <a:t>Embedded asset: public/tutorial/tas/processed/page-028.png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axis-grid</a:t>
            </a:r>
          </a:p>
          <a:p xmlns:a="http://schemas.openxmlformats.org/drawingml/2006/main">
            <a:r>
              <a:t>Embedded asset: public/tutorial/tas/processed/page-030.png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axis-grid</a:t>
            </a:r>
          </a:p>
          <a:p xmlns:a="http://schemas.openxmlformats.org/drawingml/2006/main">
            <a:r>
              <a:t>Embedded asset: public/tutorial/tas/processed/page-031.png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axis-grid</a:t>
            </a:r>
          </a:p>
          <a:p xmlns:a="http://schemas.openxmlformats.org/drawingml/2006/main">
            <a:r>
              <a:t>Embedded asset: public/tutorial/tas/processed/page-032.png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axis-grid</a:t>
            </a:r>
          </a:p>
          <a:p xmlns:a="http://schemas.openxmlformats.org/drawingml/2006/main">
            <a:r>
              <a:t>Embedded asset: public/tutorial/tas/processed/page-034.png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axis-grid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identify-pile-caps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identify-pile-caps</a:t>
            </a:r>
          </a:p>
          <a:p xmlns:a="http://schemas.openxmlformats.org/drawingml/2006/main">
            <a:r>
              <a:t>Embedded asset: public/tutorial/tas/processed/page-038.png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identify-pile-caps</a:t>
            </a:r>
          </a:p>
          <a:p xmlns:a="http://schemas.openxmlformats.org/drawingml/2006/main">
            <a:r>
              <a:t>Embedded asset: public/tutorial/tas/processed/page-038.png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identify-pile-caps</a:t>
            </a:r>
          </a:p>
          <a:p xmlns:a="http://schemas.openxmlformats.org/drawingml/2006/main">
            <a:r>
              <a:t>Embedded asset: public/tutorial/tas/processed/page-039.png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identify-pile-caps</a:t>
            </a:r>
          </a:p>
          <a:p xmlns:a="http://schemas.openxmlformats.org/drawingml/2006/main">
            <a:r>
              <a:t>Embedded asset: public/tutorial/tas/processed/page-040.png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identify-pile-caps</a:t>
            </a:r>
          </a:p>
          <a:p xmlns:a="http://schemas.openxmlformats.org/drawingml/2006/main">
            <a:r>
              <a:t>Embedded asset: public/tutorial/tas/processed/page-041.png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identify-pile-caps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identify-columns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identify-columns</a:t>
            </a:r>
          </a:p>
          <a:p xmlns:a="http://schemas.openxmlformats.org/drawingml/2006/main">
            <a:r>
              <a:t>Embedded asset: public/tutorial/tas/processed/page-043.png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identify-columns</a:t>
            </a:r>
          </a:p>
          <a:p xmlns:a="http://schemas.openxmlformats.org/drawingml/2006/main">
            <a:r>
              <a:t>Embedded asset: public/tutorial/tas/processed/page-045.png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identify-columns</a:t>
            </a:r>
          </a:p>
          <a:p xmlns:a="http://schemas.openxmlformats.org/drawingml/2006/main">
            <a:r>
              <a:t>Embedded asset: public/tutorial/tas/processed/page-046.png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identify-columns</a:t>
            </a:r>
          </a:p>
          <a:p xmlns:a="http://schemas.openxmlformats.org/drawingml/2006/main">
            <a:r>
              <a:t>Embedded asset: public/tutorial/tas/processed/page-047.png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identify-columns</a:t>
            </a:r>
          </a:p>
          <a:p xmlns:a="http://schemas.openxmlformats.org/drawingml/2006/main">
            <a:r>
              <a:t>Embedded asset: public/tutorial/tas/processed/page-047.png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identify-columns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identify-beams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identify-beams</a:t>
            </a:r>
          </a:p>
          <a:p xmlns:a="http://schemas.openxmlformats.org/drawingml/2006/main">
            <a:r>
              <a:t>Embedded asset: public/tutorial/tas/processed/page-050.png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identify-beams</a:t>
            </a:r>
          </a:p>
          <a:p xmlns:a="http://schemas.openxmlformats.org/drawingml/2006/main">
            <a:r>
              <a:t>Embedded asset: public/tutorial/tas/processed/page-051.png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identify-beams</a:t>
            </a:r>
          </a:p>
          <a:p xmlns:a="http://schemas.openxmlformats.org/drawingml/2006/main">
            <a:r>
              <a:t>Embedded asset: public/tutorial/tas/processed/page-051.png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identify-beams</a:t>
            </a:r>
          </a:p>
          <a:p xmlns:a="http://schemas.openxmlformats.org/drawingml/2006/main">
            <a:r>
              <a:t>Embedded asset: public/tutorial/tas/processed/page-052.png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identify-beams</a:t>
            </a:r>
          </a:p>
          <a:p xmlns:a="http://schemas.openxmlformats.org/drawingml/2006/main">
            <a:r>
              <a:t>Embedded asset: public/tutorial/tas/processed/page-053.png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identify-beams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identify-slabs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identify-slabs</a:t>
            </a:r>
          </a:p>
          <a:p xmlns:a="http://schemas.openxmlformats.org/drawingml/2006/main">
            <a:r>
              <a:t>Embedded asset: public/tutorial/tas/processed/page-056.png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identify-slabs</a:t>
            </a:r>
          </a:p>
          <a:p xmlns:a="http://schemas.openxmlformats.org/drawingml/2006/main">
            <a:r>
              <a:t>Embedded asset: public/tutorial/tas/processed/page-057.png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identify-slabs</a:t>
            </a:r>
          </a:p>
          <a:p xmlns:a="http://schemas.openxmlformats.org/drawingml/2006/main">
            <a:r>
              <a:t>Embedded asset: public/tutorial/tas/processed/page-058.png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identify-slabs</a:t>
            </a:r>
          </a:p>
          <a:p xmlns:a="http://schemas.openxmlformats.org/drawingml/2006/main">
            <a:r>
              <a:t>Embedded asset: public/tutorial/tas/processed/page-059.png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identify-slabs</a:t>
            </a:r>
          </a:p>
          <a:p xmlns:a="http://schemas.openxmlformats.org/drawingml/2006/main">
            <a:r>
              <a:t>Embedded asset: public/tutorial/tas/processed/page-060.png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identify-slabs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identify-structural-walls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identify-structural-walls</a:t>
            </a:r>
          </a:p>
          <a:p xmlns:a="http://schemas.openxmlformats.org/drawingml/2006/main">
            <a:r>
              <a:t>Embedded asset: public/tutorial/tas/processed/page-065.png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identify-structural-walls</a:t>
            </a:r>
          </a:p>
          <a:p xmlns:a="http://schemas.openxmlformats.org/drawingml/2006/main">
            <a:r>
              <a:t>Embedded asset: public/tutorial/tas/processed/page-065.png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identify-structural-walls</a:t>
            </a:r>
          </a:p>
          <a:p xmlns:a="http://schemas.openxmlformats.org/drawingml/2006/main">
            <a:r>
              <a:t>Embedded asset: public/tutorial/tas/processed/page-066.png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identify-structural-walls</a:t>
            </a:r>
          </a:p>
          <a:p xmlns:a="http://schemas.openxmlformats.org/drawingml/2006/main">
            <a:r>
              <a:t>Embedded asset: public/tutorial/tas/processed/page-067.png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identify-structural-walls</a:t>
            </a:r>
          </a:p>
          <a:p xmlns:a="http://schemas.openxmlformats.org/drawingml/2006/main">
            <a:r>
              <a:t>Embedded asset: public/tutorial/tas/processed/page-068.png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identify-structural-walls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identify-architectural-walls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identify-architectural-walls</a:t>
            </a:r>
          </a:p>
          <a:p xmlns:a="http://schemas.openxmlformats.org/drawingml/2006/main">
            <a:r>
              <a:t>Embedded asset: public/tutorial/tas/processed/page-064.png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identify-architectural-walls</a:t>
            </a:r>
          </a:p>
          <a:p xmlns:a="http://schemas.openxmlformats.org/drawingml/2006/main">
            <a:r>
              <a:t>Embedded asset: public/tutorial/tas/processed/page-069.png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identify-architectural-walls</a:t>
            </a:r>
          </a:p>
          <a:p xmlns:a="http://schemas.openxmlformats.org/drawingml/2006/main">
            <a:r>
              <a:t>Embedded asset: public/tutorial/tas/processed/page-070.png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identify-architectural-walls</a:t>
            </a:r>
          </a:p>
          <a:p xmlns:a="http://schemas.openxmlformats.org/drawingml/2006/main">
            <a:r>
              <a:t>Embedded asset: public/tutorial/tas/processed/page-072.png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identify-architectural-walls</a:t>
            </a:r>
          </a:p>
          <a:p xmlns:a="http://schemas.openxmlformats.org/drawingml/2006/main">
            <a:r>
              <a:t>Embedded asset: public/tutorial/tas/processed/page-073.png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identify-architectural-walls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identify-openings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identify-openings</a:t>
            </a:r>
          </a:p>
          <a:p xmlns:a="http://schemas.openxmlformats.org/drawingml/2006/main">
            <a:r>
              <a:t>Embedded asset: public/tutorial/tas/processed/page-077.png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identify-openings</a:t>
            </a:r>
          </a:p>
          <a:p xmlns:a="http://schemas.openxmlformats.org/drawingml/2006/main">
            <a:r>
              <a:t>Embedded asset: public/tutorial/tas/processed/page-078.png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identify-openings</a:t>
            </a:r>
          </a:p>
          <a:p xmlns:a="http://schemas.openxmlformats.org/drawingml/2006/main">
            <a:r>
              <a:t>Embedded asset: public/tutorial/tas/processed/page-078.png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identify-openings</a:t>
            </a:r>
          </a:p>
          <a:p xmlns:a="http://schemas.openxmlformats.org/drawingml/2006/main">
            <a:r>
              <a:t>Embedded asset: public/tutorial/tas/processed/page-080.png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identify-openings</a:t>
            </a:r>
          </a:p>
          <a:p xmlns:a="http://schemas.openxmlformats.org/drawingml/2006/main">
            <a:r>
              <a:t>Embedded asset: public/tutorial/tas/processed/page-081.png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identify-openings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apply-finishes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apply-finishes</a:t>
            </a:r>
          </a:p>
          <a:p xmlns:a="http://schemas.openxmlformats.org/drawingml/2006/main">
            <a:r>
              <a:t>Embedded asset: public/tutorial/tas/processed/page-085.png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apply-finishes</a:t>
            </a:r>
          </a:p>
          <a:p xmlns:a="http://schemas.openxmlformats.org/drawingml/2006/main">
            <a:r>
              <a:t>Embedded asset: public/tutorial/tas/processed/page-086.png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apply-finishes</a:t>
            </a:r>
          </a:p>
          <a:p xmlns:a="http://schemas.openxmlformats.org/drawingml/2006/main">
            <a:r>
              <a:t>Embedded asset: public/tutorial/tas/processed/page-087.png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apply-finishes</a:t>
            </a:r>
          </a:p>
          <a:p xmlns:a="http://schemas.openxmlformats.org/drawingml/2006/main">
            <a:r>
              <a:t>Embedded asset: public/tutorial/tas/processed/page-088.png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apply-finishes</a:t>
            </a:r>
          </a:p>
          <a:p xmlns:a="http://schemas.openxmlformats.org/drawingml/2006/main">
            <a:r>
              <a:t>Embedded asset: public/tutorial/tas/processed/page-089.png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apply-finishes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calculate-verify-quantity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calculate-verify-quantity</a:t>
            </a:r>
          </a:p>
          <a:p xmlns:a="http://schemas.openxmlformats.org/drawingml/2006/main">
            <a:r>
              <a:t>Embedded asset: public/tutorial/tas/processed/page-099.png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calculate-verify-quantity</a:t>
            </a:r>
          </a:p>
          <a:p xmlns:a="http://schemas.openxmlformats.org/drawingml/2006/main">
            <a:r>
              <a:t>Embedded asset: public/tutorial/tas/processed/page-099.png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calculate-verify-quantity</a:t>
            </a:r>
          </a:p>
          <a:p xmlns:a="http://schemas.openxmlformats.org/drawingml/2006/main">
            <a:r>
              <a:t>Embedded asset: public/tutorial/tas/processed/page-099.png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calculate-verify-quantity</a:t>
            </a:r>
          </a:p>
          <a:p xmlns:a="http://schemas.openxmlformats.org/drawingml/2006/main">
            <a:r>
              <a:t>Embedded asset: public/tutorial/tas/processed/page-099.png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calculate-verify-quantity</a:t>
            </a:r>
          </a:p>
          <a:p xmlns:a="http://schemas.openxmlformats.org/drawingml/2006/main">
            <a:r>
              <a:t>Embedded asset: public/tutorial/tas/processed/page-099.png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calculate-verify-quantity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quantity-reports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quantity-reports</a:t>
            </a:r>
          </a:p>
          <a:p xmlns:a="http://schemas.openxmlformats.org/drawingml/2006/main">
            <a:r>
              <a:t>Embedded asset: public/tutorial/tas/processed/page-100.png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quantity-reports</a:t>
            </a:r>
          </a:p>
          <a:p xmlns:a="http://schemas.openxmlformats.org/drawingml/2006/main">
            <a:r>
              <a:t>Embedded asset: public/tutorial/tas/processed/page-100.png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quantity-reports</a:t>
            </a:r>
          </a:p>
          <a:p xmlns:a="http://schemas.openxmlformats.org/drawingml/2006/main">
            <a:r>
              <a:t>Embedded asset: public/tutorial/tas/processed/page-100.png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quantity-reports</a:t>
            </a:r>
          </a:p>
          <a:p xmlns:a="http://schemas.openxmlformats.org/drawingml/2006/main">
            <a:r>
              <a:t>Embedded asset: public/tutorial/tas/processed/page-100.png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quantity-reports</a:t>
            </a:r>
          </a:p>
          <a:p xmlns:a="http://schemas.openxmlformats.org/drawingml/2006/main">
            <a:r>
              <a:t>Embedded asset: public/tutorial/tas/processed/page-101.png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quantity-reports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and src/data/productConfig.js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src/data/productConfig.js and uiText.js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src/data/productConfig.js and uiText.js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export-tas-model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export-tas-model</a:t>
            </a:r>
          </a:p>
          <a:p xmlns:a="http://schemas.openxmlformats.org/drawingml/2006/main">
            <a:r>
              <a:t>Embedded asset: public/tutorial/trb/processed/page-103.png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export-tas-model</a:t>
            </a:r>
          </a:p>
          <a:p xmlns:a="http://schemas.openxmlformats.org/drawingml/2006/main">
            <a:r>
              <a:t>Embedded asset: public/tutorial/trb/processed/page-104.png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export-tas-model</a:t>
            </a:r>
          </a:p>
          <a:p xmlns:a="http://schemas.openxmlformats.org/drawingml/2006/main">
            <a:r>
              <a:t>Embedded asset: public/tutorial/trb/processed/page-104.png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export-tas-model</a:t>
            </a:r>
          </a:p>
          <a:p xmlns:a="http://schemas.openxmlformats.org/drawingml/2006/main">
            <a:r>
              <a:t>Embedded asset: public/tutorial/trb/processed/page-105.png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export-tas-model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import-tas-model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import-tas-model</a:t>
            </a:r>
          </a:p>
          <a:p xmlns:a="http://schemas.openxmlformats.org/drawingml/2006/main">
            <a:r>
              <a:t>Embedded asset: public/tutorial/trb/processed/page-106.png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import-tas-model</a:t>
            </a:r>
          </a:p>
          <a:p xmlns:a="http://schemas.openxmlformats.org/drawingml/2006/main">
            <a:r>
              <a:t>Embedded asset: public/tutorial/trb/processed/page-106.png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import-tas-model</a:t>
            </a:r>
          </a:p>
          <a:p xmlns:a="http://schemas.openxmlformats.org/drawingml/2006/main">
            <a:r>
              <a:t>Embedded asset: public/tutorial/trb/processed/page-106.png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import-tas-model</a:t>
            </a:r>
          </a:p>
          <a:p xmlns:a="http://schemas.openxmlformats.org/drawingml/2006/main">
            <a:r>
              <a:t>Embedded asset: public/tutorial/trb/processed/page-106.png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import-tas-model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match-import-settings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match-import-settings</a:t>
            </a:r>
          </a:p>
          <a:p xmlns:a="http://schemas.openxmlformats.org/drawingml/2006/main">
            <a:r>
              <a:t>Embedded asset: public/tutorial/trb/processed/page-107.png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match-import-settings</a:t>
            </a:r>
          </a:p>
          <a:p xmlns:a="http://schemas.openxmlformats.org/drawingml/2006/main">
            <a:r>
              <a:t>Embedded asset: public/tutorial/trb/processed/page-107.png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match-import-settings</a:t>
            </a:r>
          </a:p>
          <a:p xmlns:a="http://schemas.openxmlformats.org/drawingml/2006/main">
            <a:r>
              <a:t>Embedded asset: public/tutorial/trb/processed/page-108.png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match-import-settings</a:t>
            </a:r>
          </a:p>
          <a:p xmlns:a="http://schemas.openxmlformats.org/drawingml/2006/main">
            <a:r>
              <a:t>Embedded asset: public/tutorial/trb/processed/page-108.png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match-import-settings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prepare-trb-drawings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prepare-trb-drawings</a:t>
            </a:r>
          </a:p>
          <a:p xmlns:a="http://schemas.openxmlformats.org/drawingml/2006/main">
            <a:r>
              <a:t>Embedded asset: public/tutorial/trb/processed/page-109.png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prepare-trb-drawings</a:t>
            </a:r>
          </a:p>
          <a:p xmlns:a="http://schemas.openxmlformats.org/drawingml/2006/main">
            <a:r>
              <a:t>Embedded asset: public/tutorial/trb/processed/page-109.png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prepare-trb-drawings</a:t>
            </a:r>
          </a:p>
          <a:p xmlns:a="http://schemas.openxmlformats.org/drawingml/2006/main">
            <a:r>
              <a:t>Embedded asset: public/tutorial/trb/processed/page-110.png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prepare-trb-drawings</a:t>
            </a:r>
          </a:p>
          <a:p xmlns:a="http://schemas.openxmlformats.org/drawingml/2006/main">
            <a:r>
              <a:t>Embedded asset: public/tutorial/trb/processed/page-110.png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prepare-trb-drawings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pile-cap-reinforcement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pile-cap-reinforcement</a:t>
            </a:r>
          </a:p>
          <a:p xmlns:a="http://schemas.openxmlformats.org/drawingml/2006/main">
            <a:r>
              <a:t>Embedded asset: public/tutorial/trb/processed/page-112.png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pile-cap-reinforcement</a:t>
            </a:r>
          </a:p>
          <a:p xmlns:a="http://schemas.openxmlformats.org/drawingml/2006/main">
            <a:r>
              <a:t>Embedded asset: public/tutorial/trb/processed/page-113.png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pile-cap-reinforcement</a:t>
            </a:r>
          </a:p>
          <a:p xmlns:a="http://schemas.openxmlformats.org/drawingml/2006/main">
            <a:r>
              <a:t>Embedded asset: public/tutorial/trb/processed/page-113.png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pile-cap-reinforcement</a:t>
            </a:r>
          </a:p>
          <a:p xmlns:a="http://schemas.openxmlformats.org/drawingml/2006/main">
            <a:r>
              <a:t>Embedded asset: public/tutorial/trb/processed/page-113.png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pile-cap-reinforcement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pile-cap-data-check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pile-cap-data-check</a:t>
            </a:r>
          </a:p>
          <a:p xmlns:a="http://schemas.openxmlformats.org/drawingml/2006/main">
            <a:r>
              <a:t>Embedded asset: public/tutorial/trb/processed/page-114.png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pile-cap-data-check</a:t>
            </a:r>
          </a:p>
          <a:p xmlns:a="http://schemas.openxmlformats.org/drawingml/2006/main">
            <a:r>
              <a:t>Embedded asset: public/tutorial/trb/processed/page-114.png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pile-cap-data-check</a:t>
            </a:r>
          </a:p>
          <a:p xmlns:a="http://schemas.openxmlformats.org/drawingml/2006/main">
            <a:r>
              <a:t>Embedded asset: public/tutorial/trb/processed/page-115.png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pile-cap-data-check</a:t>
            </a:r>
          </a:p>
          <a:p xmlns:a="http://schemas.openxmlformats.org/drawingml/2006/main">
            <a:r>
              <a:t>Embedded asset: public/tutorial/trb/processed/page-115.png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pile-cap-data-check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column-reinforcement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column-reinforcement</a:t>
            </a:r>
          </a:p>
          <a:p xmlns:a="http://schemas.openxmlformats.org/drawingml/2006/main">
            <a:r>
              <a:t>Embedded asset: public/tutorial/trb/processed/page-117.png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column-reinforcement</a:t>
            </a:r>
          </a:p>
          <a:p xmlns:a="http://schemas.openxmlformats.org/drawingml/2006/main">
            <a:r>
              <a:t>Embedded asset: public/tutorial/trb/processed/page-118.png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column-reinforcement</a:t>
            </a:r>
          </a:p>
          <a:p xmlns:a="http://schemas.openxmlformats.org/drawingml/2006/main">
            <a:r>
              <a:t>Embedded asset: public/tutorial/trb/processed/page-119.png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column-reinforcement</a:t>
            </a:r>
          </a:p>
          <a:p xmlns:a="http://schemas.openxmlformats.org/drawingml/2006/main">
            <a:r>
              <a:t>Embedded asset: public/tutorial/trb/processed/page-119.png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column-reinforcement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column-schedule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column-schedule</a:t>
            </a:r>
          </a:p>
          <a:p xmlns:a="http://schemas.openxmlformats.org/drawingml/2006/main">
            <a:r>
              <a:t>Embedded asset: public/tutorial/trb/processed/page-123.png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column-schedule</a:t>
            </a:r>
          </a:p>
          <a:p xmlns:a="http://schemas.openxmlformats.org/drawingml/2006/main">
            <a:r>
              <a:t>Embedded asset: public/tutorial/trb/processed/page-124.png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column-schedule</a:t>
            </a:r>
          </a:p>
          <a:p xmlns:a="http://schemas.openxmlformats.org/drawingml/2006/main">
            <a:r>
              <a:t>Embedded asset: public/tutorial/trb/processed/page-125.png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column-schedule</a:t>
            </a:r>
          </a:p>
          <a:p xmlns:a="http://schemas.openxmlformats.org/drawingml/2006/main">
            <a:r>
              <a:t>Embedded asset: public/tutorial/trb/processed/page-126.png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column-schedule</a:t>
            </a:r>
          </a:p>
          <a:p xmlns:a="http://schemas.openxmlformats.org/drawingml/2006/main">
            <a:r>
              <a:t>Embedded asset: public/tutorial/trb/processed/page-127.png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column-schedule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beam-side-label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beam-side-label</a:t>
            </a:r>
          </a:p>
          <a:p xmlns:a="http://schemas.openxmlformats.org/drawingml/2006/main">
            <a:r>
              <a:t>Embedded asset: public/tutorial/trb/processed/page-129.png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beam-side-label</a:t>
            </a:r>
          </a:p>
          <a:p xmlns:a="http://schemas.openxmlformats.org/drawingml/2006/main">
            <a:r>
              <a:t>Embedded asset: public/tutorial/trb/processed/page-130.png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beam-side-label</a:t>
            </a:r>
          </a:p>
          <a:p xmlns:a="http://schemas.openxmlformats.org/drawingml/2006/main">
            <a:r>
              <a:t>Embedded asset: public/tutorial/trb/processed/page-130.png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beam-side-label</a:t>
            </a:r>
          </a:p>
          <a:p xmlns:a="http://schemas.openxmlformats.org/drawingml/2006/main">
            <a:r>
              <a:t>Embedded asset: public/tutorial/trb/processed/page-131.png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beam-side-label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beam-schedule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beam-schedule</a:t>
            </a:r>
          </a:p>
          <a:p xmlns:a="http://schemas.openxmlformats.org/drawingml/2006/main">
            <a:r>
              <a:t>Embedded asset: public/tutorial/trb/processed/page-134.png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beam-schedule</a:t>
            </a:r>
          </a:p>
          <a:p xmlns:a="http://schemas.openxmlformats.org/drawingml/2006/main">
            <a:r>
              <a:t>Embedded asset: public/tutorial/trb/processed/page-135.png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beam-schedule</a:t>
            </a:r>
          </a:p>
          <a:p xmlns:a="http://schemas.openxmlformats.org/drawingml/2006/main">
            <a:r>
              <a:t>Embedded asset: public/tutorial/trb/processed/page-136.png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beam-schedule</a:t>
            </a:r>
          </a:p>
          <a:p xmlns:a="http://schemas.openxmlformats.org/drawingml/2006/main">
            <a:r>
              <a:t>Embedded asset: public/tutorial/trb/processed/page-137.png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beam-schedule</a:t>
            </a:r>
          </a:p>
          <a:p xmlns:a="http://schemas.openxmlformats.org/drawingml/2006/main">
            <a:r>
              <a:t>Embedded asset: public/tutorial/trb/processed/page-137.png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beam-schedule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beam-support-layout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beam-support-layout</a:t>
            </a:r>
          </a:p>
          <a:p xmlns:a="http://schemas.openxmlformats.org/drawingml/2006/main">
            <a:r>
              <a:t>Embedded asset: public/tutorial/trb/processed/page-138.png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beam-support-layout</a:t>
            </a:r>
          </a:p>
          <a:p xmlns:a="http://schemas.openxmlformats.org/drawingml/2006/main">
            <a:r>
              <a:t>Embedded asset: public/tutorial/trb/processed/page-133.png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beam-support-layout</a:t>
            </a:r>
          </a:p>
          <a:p xmlns:a="http://schemas.openxmlformats.org/drawingml/2006/main">
            <a:r>
              <a:t>Embedded asset: public/tutorial/trb/processed/page-133.png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beam-support-layout</a:t>
            </a:r>
          </a:p>
          <a:p xmlns:a="http://schemas.openxmlformats.org/drawingml/2006/main">
            <a:r>
              <a:t>Embedded asset: public/tutorial/trb/processed/page-138.png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beam-support-layout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slab-main-bars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slab-main-bars</a:t>
            </a:r>
          </a:p>
          <a:p xmlns:a="http://schemas.openxmlformats.org/drawingml/2006/main">
            <a:r>
              <a:t>Embedded asset: public/tutorial/trb/processed/page-140.png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slab-main-bars</a:t>
            </a:r>
          </a:p>
          <a:p xmlns:a="http://schemas.openxmlformats.org/drawingml/2006/main">
            <a:r>
              <a:t>Embedded asset: public/tutorial/trb/processed/page-141.png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slab-main-bars</a:t>
            </a:r>
          </a:p>
          <a:p xmlns:a="http://schemas.openxmlformats.org/drawingml/2006/main">
            <a:r>
              <a:t>Embedded asset: public/tutorial/trb/processed/page-142.png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slab-main-bars</a:t>
            </a:r>
          </a:p>
          <a:p xmlns:a="http://schemas.openxmlformats.org/drawingml/2006/main">
            <a:r>
              <a:t>Embedded asset: public/tutorial/trb/processed/page-144.png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slab-main-bars</a:t>
            </a:r>
          </a:p>
          <a:p xmlns:a="http://schemas.openxmlformats.org/drawingml/2006/main">
            <a:r>
              <a:t>Embedded asset: public/tutorial/trb/processed/page-145.png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slab-main-bars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slab-support-bars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slab-support-bars</a:t>
            </a:r>
          </a:p>
          <a:p xmlns:a="http://schemas.openxmlformats.org/drawingml/2006/main">
            <a:r>
              <a:t>Embedded asset: public/tutorial/trb/processed/page-146.png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slab-support-bars</a:t>
            </a:r>
          </a:p>
          <a:p xmlns:a="http://schemas.openxmlformats.org/drawingml/2006/main">
            <a:r>
              <a:t>Embedded asset: public/tutorial/trb/processed/page-146.png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slab-support-bars</a:t>
            </a:r>
          </a:p>
          <a:p xmlns:a="http://schemas.openxmlformats.org/drawingml/2006/main">
            <a:r>
              <a:t>Embedded asset: public/tutorial/trb/processed/page-147.png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slab-support-bars</a:t>
            </a:r>
          </a:p>
          <a:p xmlns:a="http://schemas.openxmlformats.org/drawingml/2006/main">
            <a:r>
              <a:t>Embedded asset: public/tutorial/trb/processed/page-147.png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slab-support-bars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wall-reinforcement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wall-reinforcement</a:t>
            </a:r>
          </a:p>
          <a:p xmlns:a="http://schemas.openxmlformats.org/drawingml/2006/main">
            <a:r>
              <a:t>Embedded asset: public/tutorial/trb/processed/page-149.png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wall-reinforcement</a:t>
            </a:r>
          </a:p>
          <a:p xmlns:a="http://schemas.openxmlformats.org/drawingml/2006/main">
            <a:r>
              <a:t>Embedded asset: public/tutorial/trb/processed/page-150.png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wall-reinforcement</a:t>
            </a:r>
          </a:p>
          <a:p xmlns:a="http://schemas.openxmlformats.org/drawingml/2006/main">
            <a:r>
              <a:t>Embedded asset: public/tutorial/trb/processed/page-150.png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wall-reinforcement</a:t>
            </a:r>
          </a:p>
          <a:p xmlns:a="http://schemas.openxmlformats.org/drawingml/2006/main">
            <a:r>
              <a:t>Embedded asset: public/tutorial/trb/processed/page-151.png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wall-reinforcement</a:t>
            </a:r>
          </a:p>
          <a:p xmlns:a="http://schemas.openxmlformats.org/drawingml/2006/main">
            <a:r>
              <a:t>Embedded asset: public/tutorial/trb/processed/page-152.png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wall-reinforcement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calculate-quantity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calculate-quantity</a:t>
            </a:r>
          </a:p>
          <a:p xmlns:a="http://schemas.openxmlformats.org/drawingml/2006/main">
            <a:r>
              <a:t>Embedded asset: public/tutorial/trb/processed/page-155.png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calculate-quantity</a:t>
            </a:r>
          </a:p>
          <a:p xmlns:a="http://schemas.openxmlformats.org/drawingml/2006/main">
            <a:r>
              <a:t>Embedded asset: public/tutorial/trb/processed/page-155.png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calculate-quantity</a:t>
            </a:r>
          </a:p>
          <a:p xmlns:a="http://schemas.openxmlformats.org/drawingml/2006/main">
            <a:r>
              <a:t>Embedded asset: public/tutorial/trb/processed/page-155.png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calculate-quantity</a:t>
            </a:r>
          </a:p>
          <a:p xmlns:a="http://schemas.openxmlformats.org/drawingml/2006/main">
            <a:r>
              <a:t>Embedded asset: public/tutorial/trb/processed/page-155.png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calculate-quantity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verify-rebar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verify-rebar</a:t>
            </a:r>
          </a:p>
          <a:p xmlns:a="http://schemas.openxmlformats.org/drawingml/2006/main">
            <a:r>
              <a:t>Embedded asset: public/tutorial/trb/processed/page-156.png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verify-rebar</a:t>
            </a:r>
          </a:p>
          <a:p xmlns:a="http://schemas.openxmlformats.org/drawingml/2006/main">
            <a:r>
              <a:t>Embedded asset: public/tutorial/trb/processed/page-156.png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verify-rebar</a:t>
            </a:r>
          </a:p>
          <a:p xmlns:a="http://schemas.openxmlformats.org/drawingml/2006/main">
            <a:r>
              <a:t>Embedded asset: public/tutorial/trb/processed/page-157.png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verify-rebar</a:t>
            </a:r>
          </a:p>
          <a:p xmlns:a="http://schemas.openxmlformats.org/drawingml/2006/main">
            <a:r>
              <a:t>Embedded asset: public/tutorial/trb/processed/page-157.png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verify-rebar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review-quantity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review-quantity</a:t>
            </a:r>
          </a:p>
          <a:p xmlns:a="http://schemas.openxmlformats.org/drawingml/2006/main">
            <a:r>
              <a:t>Embedded asset: public/tutorial/trb/processed/page-158.png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review-quantity</a:t>
            </a:r>
          </a:p>
          <a:p xmlns:a="http://schemas.openxmlformats.org/drawingml/2006/main">
            <a:r>
              <a:t>Embedded asset: public/tutorial/trb/processed/page-158.png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review-quantity</a:t>
            </a:r>
          </a:p>
          <a:p xmlns:a="http://schemas.openxmlformats.org/drawingml/2006/main">
            <a:r>
              <a:t>Embedded asset: public/tutorial/trb/processed/page-158.png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review-quantity</a:t>
            </a:r>
          </a:p>
          <a:p xmlns:a="http://schemas.openxmlformats.org/drawingml/2006/main">
            <a:r>
              <a:t>Embedded asset: public/tutorial/trb/processed/page-158.png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review-quantity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quantity-reports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quantity-reports</a:t>
            </a:r>
          </a:p>
          <a:p xmlns:a="http://schemas.openxmlformats.org/drawingml/2006/main">
            <a:r>
              <a:t>Embedded asset: public/tutorial/trb/processed/page-159.png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quantity-reports</a:t>
            </a:r>
          </a:p>
          <a:p xmlns:a="http://schemas.openxmlformats.org/drawingml/2006/main">
            <a:r>
              <a:t>Embedded asset: public/tutorial/trb/processed/page-159.png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quantity-reports</a:t>
            </a:r>
          </a:p>
          <a:p xmlns:a="http://schemas.openxmlformats.org/drawingml/2006/main">
            <a:r>
              <a:t>Embedded asset: public/tutorial/trb/processed/page-160.png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quantity-reports</a:t>
            </a:r>
          </a:p>
          <a:p xmlns:a="http://schemas.openxmlformats.org/drawingml/2006/main">
            <a:r>
              <a:t>Embedded asset: public/tutorial/trb/processed/page-160.png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quantity-reports</a:t>
            </a:r>
          </a:p>
          <a:p xmlns:a="http://schemas.openxmlformats.org/drawingml/2006/main">
            <a:r>
              <a:t>Embedded asset: public/tutorial/trb/processed/page-160.png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quantity-reports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and src/data/productConfig.js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src/data/productConfig.js and uiText.js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src/data/productConfig.js and uiText.js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measurement-settings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measurement-settings</a:t>
            </a:r>
          </a:p>
          <a:p xmlns:a="http://schemas.openxmlformats.org/drawingml/2006/main">
            <a:r>
              <a:t>Embedded asset: public/tutorial/tas/processed/page-097.png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measurement-settings</a:t>
            </a:r>
          </a:p>
          <a:p xmlns:a="http://schemas.openxmlformats.org/drawingml/2006/main">
            <a:r>
              <a:t>Embedded asset: public/tutorial/tas/processed/page-097.png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measurement-settings</a:t>
            </a:r>
          </a:p>
          <a:p xmlns:a="http://schemas.openxmlformats.org/drawingml/2006/main">
            <a:r>
              <a:t>Embedded asset: public/tutorial/tas/processed/page-098.png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measurement-settings</a:t>
            </a:r>
          </a:p>
          <a:p xmlns:a="http://schemas.openxmlformats.org/drawingml/2006/main">
            <a:r>
              <a:t>Embedded asset: public/tutorial/tas/processed/page-098.png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measurement-settings</a:t>
            </a:r>
          </a:p>
          <a:p xmlns:a="http://schemas.openxmlformats.org/drawingml/2006/main">
            <a:r>
              <a:t>Embedded asset: public/tutorial/tas/processed/page-098.png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measurement-settings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measurement-rules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measurement-rules</a:t>
            </a:r>
          </a:p>
          <a:p xmlns:a="http://schemas.openxmlformats.org/drawingml/2006/main">
            <a:r>
              <a:t>Embedded asset: public/tutorial/tas/processed/page-093.png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measurement-rules</a:t>
            </a:r>
          </a:p>
          <a:p xmlns:a="http://schemas.openxmlformats.org/drawingml/2006/main">
            <a:r>
              <a:t>Embedded asset: public/tutorial/tas/processed/page-094.png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measurement-rules</a:t>
            </a:r>
          </a:p>
          <a:p xmlns:a="http://schemas.openxmlformats.org/drawingml/2006/main">
            <a:r>
              <a:t>Embedded asset: public/tutorial/tas/processed/page-094.png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measurement-rules</a:t>
            </a:r>
          </a:p>
          <a:p xmlns:a="http://schemas.openxmlformats.org/drawingml/2006/main">
            <a:r>
              <a:t>Embedded asset: public/tutorial/tas/processed/page-095.png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measurement-rules</a:t>
            </a:r>
          </a:p>
          <a:p xmlns:a="http://schemas.openxmlformats.org/drawingml/2006/main">
            <a:r>
              <a:t>Embedded asset: public/tutorial/tas/processed/page-096.png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measurement-rules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create-project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create-project</a:t>
            </a:r>
          </a:p>
          <a:p xmlns:a="http://schemas.openxmlformats.org/drawingml/2006/main">
            <a:r>
              <a:t>Embedded asset: public/tutorial/tas/processed/page-014.png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create-project</a:t>
            </a:r>
          </a:p>
          <a:p xmlns:a="http://schemas.openxmlformats.org/drawingml/2006/main">
            <a:r>
              <a:t>Embedded asset: public/tutorial/tas/processed/page-014.png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create-project</a:t>
            </a:r>
          </a:p>
          <a:p xmlns:a="http://schemas.openxmlformats.org/drawingml/2006/main">
            <a:r>
              <a:t>Embedded asset: public/tutorial/tas/processed/page-014.png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create-project</a:t>
            </a:r>
          </a:p>
          <a:p xmlns:a="http://schemas.openxmlformats.org/drawingml/2006/main">
            <a:r>
              <a:t>Embedded asset: public/tutorial/tas/processed/page-014.png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create-project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tas-interface-attributes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tas-interface-attributes</a:t>
            </a:r>
          </a:p>
          <a:p xmlns:a="http://schemas.openxmlformats.org/drawingml/2006/main">
            <a:r>
              <a:t>Embedded asset: public/tutorial/tas/processed/page-015.png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tas-interface-attributes</a:t>
            </a:r>
          </a:p>
          <a:p xmlns:a="http://schemas.openxmlformats.org/drawingml/2006/main">
            <a:r>
              <a:t>Embedded asset: public/tutorial/tas/processed/page-015.png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tas-interface-attributes</a:t>
            </a:r>
          </a:p>
          <a:p xmlns:a="http://schemas.openxmlformats.org/drawingml/2006/main">
            <a:r>
              <a:t>Embedded asset: public/tutorial/tas/processed/page-015.png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tas-interface-attributes</a:t>
            </a:r>
          </a:p>
          <a:p xmlns:a="http://schemas.openxmlformats.org/drawingml/2006/main">
            <a:r>
              <a:t>Embedded asset: public/tutorial/tas/processed/page-016.png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tas-interface-attributes</a:t>
            </a:r>
          </a:p>
          <a:p xmlns:a="http://schemas.openxmlformats.org/drawingml/2006/main">
            <a:r>
              <a:t>Embedded asset: public/tutorial/tas/processed/page-016.png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tas-interface-attributes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floor-grade-settings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floor-grade-settings</a:t>
            </a:r>
          </a:p>
          <a:p xmlns:a="http://schemas.openxmlformats.org/drawingml/2006/main">
            <a:r>
              <a:t>Embedded asset: public/tutorial/tas/processed/page-017.png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floor-grade-settings</a:t>
            </a:r>
          </a:p>
          <a:p xmlns:a="http://schemas.openxmlformats.org/drawingml/2006/main">
            <a:r>
              <a:t>Embedded asset: public/tutorial/tas/processed/page-019.png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floor-grade-settings</a:t>
            </a:r>
          </a:p>
          <a:p xmlns:a="http://schemas.openxmlformats.org/drawingml/2006/main">
            <a:r>
              <a:t>Embedded asset: public/tutorial/tas/processed/page-019.png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floor-grade-settings</a:t>
            </a:r>
          </a:p>
          <a:p xmlns:a="http://schemas.openxmlformats.org/drawingml/2006/main">
            <a:r>
              <a:t>Embedded asset: public/tutorial/tas/processed/page-020.png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floor-grade-settings</a:t>
            </a:r>
          </a:p>
          <a:p xmlns:a="http://schemas.openxmlformats.org/drawingml/2006/main">
            <a:r>
              <a:t>Embedded asset: public/tutorial/tas/processed/page-020.png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floor-grade-settings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import-split-drawing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import-split-drawing</a:t>
            </a:r>
          </a:p>
          <a:p xmlns:a="http://schemas.openxmlformats.org/drawingml/2006/main">
            <a:r>
              <a:t>Embedded asset: public/tutorial/tas/processed/page-022.png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import-split-drawing</a:t>
            </a:r>
          </a:p>
          <a:p xmlns:a="http://schemas.openxmlformats.org/drawingml/2006/main">
            <a:r>
              <a:t>Embedded asset: public/tutorial/tas/processed/page-023.png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import-split-drawing</a:t>
            </a:r>
          </a:p>
          <a:p xmlns:a="http://schemas.openxmlformats.org/drawingml/2006/main">
            <a:r>
              <a:t>Embedded asset: public/tutorial/tas/processed/page-024.png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import-split-drawing</a:t>
            </a:r>
          </a:p>
          <a:p xmlns:a="http://schemas.openxmlformats.org/drawingml/2006/main">
            <a:r>
              <a:t>Embedded asset: public/tutorial/tas/processed/page-024.png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import-split-drawing</a:t>
            </a:r>
          </a:p>
          <a:p xmlns:a="http://schemas.openxmlformats.org/drawingml/2006/main">
            <a:r>
              <a:t>Embedded asset: public/tutorial/tas/processed/page-024.png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import-split-drawing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scale-relocate-drawing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scale-relocate-drawing</a:t>
            </a:r>
          </a:p>
          <a:p xmlns:a="http://schemas.openxmlformats.org/drawingml/2006/main">
            <a:r>
              <a:t>Embedded asset: public/tutorial/tas/processed/page-025.png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scale-relocate-drawing</a:t>
            </a:r>
          </a:p>
          <a:p xmlns:a="http://schemas.openxmlformats.org/drawingml/2006/main">
            <a:r>
              <a:t>Embedded asset: public/tutorial/tas/processed/page-025.png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scale-relocate-drawing</a:t>
            </a:r>
          </a:p>
          <a:p xmlns:a="http://schemas.openxmlformats.org/drawingml/2006/main">
            <a:r>
              <a:t>Embedded asset: public/tutorial/tas/processed/page-025.png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scale-relocate-drawing</a:t>
            </a:r>
          </a:p>
          <a:p xmlns:a="http://schemas.openxmlformats.org/drawingml/2006/main">
            <a:r>
              <a:t>Embedded asset: public/tutorial/tas/processed/page-026.png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scale-relocate-drawing</a:t>
            </a:r>
          </a:p>
          <a:p xmlns:a="http://schemas.openxmlformats.org/drawingml/2006/main">
            <a:r>
              <a:t>Embedded asset: public/tutorial/tas/processed/page-026.png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scale-relocate-drawing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axis-grid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axis-grid</a:t>
            </a:r>
          </a:p>
          <a:p xmlns:a="http://schemas.openxmlformats.org/drawingml/2006/main">
            <a:r>
              <a:t>Embedded asset: public/tutorial/tas/processed/page-028.png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axis-grid</a:t>
            </a:r>
          </a:p>
          <a:p xmlns:a="http://schemas.openxmlformats.org/drawingml/2006/main">
            <a:r>
              <a:t>Embedded asset: public/tutorial/tas/processed/page-030.png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axis-grid</a:t>
            </a:r>
          </a:p>
          <a:p xmlns:a="http://schemas.openxmlformats.org/drawingml/2006/main">
            <a:r>
              <a:t>Embedded asset: public/tutorial/tas/processed/page-031.png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axis-grid</a:t>
            </a:r>
          </a:p>
          <a:p xmlns:a="http://schemas.openxmlformats.org/drawingml/2006/main">
            <a:r>
              <a:t>Embedded asset: public/tutorial/tas/processed/page-032.png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axis-grid</a:t>
            </a:r>
          </a:p>
          <a:p xmlns:a="http://schemas.openxmlformats.org/drawingml/2006/main">
            <a:r>
              <a:t>Embedded asset: public/tutorial/tas/processed/page-034.png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axis-grid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identify-pile-caps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identify-pile-caps</a:t>
            </a:r>
          </a:p>
          <a:p xmlns:a="http://schemas.openxmlformats.org/drawingml/2006/main">
            <a:r>
              <a:t>Embedded asset: public/tutorial/tas/processed/page-038.png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identify-pile-caps</a:t>
            </a:r>
          </a:p>
          <a:p xmlns:a="http://schemas.openxmlformats.org/drawingml/2006/main">
            <a:r>
              <a:t>Embedded asset: public/tutorial/tas/processed/page-038.png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identify-pile-caps</a:t>
            </a:r>
          </a:p>
          <a:p xmlns:a="http://schemas.openxmlformats.org/drawingml/2006/main">
            <a:r>
              <a:t>Embedded asset: public/tutorial/tas/processed/page-039.png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identify-pile-caps</a:t>
            </a:r>
          </a:p>
          <a:p xmlns:a="http://schemas.openxmlformats.org/drawingml/2006/main">
            <a:r>
              <a:t>Embedded asset: public/tutorial/tas/processed/page-040.png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identify-pile-caps</a:t>
            </a:r>
          </a:p>
          <a:p xmlns:a="http://schemas.openxmlformats.org/drawingml/2006/main">
            <a:r>
              <a:t>Embedded asset: public/tutorial/tas/processed/page-041.png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identify-pile-caps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identify-columns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identify-columns</a:t>
            </a:r>
          </a:p>
          <a:p xmlns:a="http://schemas.openxmlformats.org/drawingml/2006/main">
            <a:r>
              <a:t>Embedded asset: public/tutorial/tas/processed/page-043.png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identify-columns</a:t>
            </a:r>
          </a:p>
          <a:p xmlns:a="http://schemas.openxmlformats.org/drawingml/2006/main">
            <a:r>
              <a:t>Embedded asset: public/tutorial/tas/processed/page-045.png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identify-columns</a:t>
            </a:r>
          </a:p>
          <a:p xmlns:a="http://schemas.openxmlformats.org/drawingml/2006/main">
            <a:r>
              <a:t>Embedded asset: public/tutorial/tas/processed/page-046.png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identify-columns</a:t>
            </a:r>
          </a:p>
          <a:p xmlns:a="http://schemas.openxmlformats.org/drawingml/2006/main">
            <a:r>
              <a:t>Embedded asset: public/tutorial/tas/processed/page-047.png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identify-columns</a:t>
            </a:r>
          </a:p>
          <a:p xmlns:a="http://schemas.openxmlformats.org/drawingml/2006/main">
            <a:r>
              <a:t>Embedded asset: public/tutorial/tas/processed/page-047.png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identify-columns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identify-beams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identify-beams</a:t>
            </a:r>
          </a:p>
          <a:p xmlns:a="http://schemas.openxmlformats.org/drawingml/2006/main">
            <a:r>
              <a:t>Embedded asset: public/tutorial/tas/processed/page-050.png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identify-beams</a:t>
            </a:r>
          </a:p>
          <a:p xmlns:a="http://schemas.openxmlformats.org/drawingml/2006/main">
            <a:r>
              <a:t>Embedded asset: public/tutorial/tas/processed/page-051.png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identify-beams</a:t>
            </a:r>
          </a:p>
          <a:p xmlns:a="http://schemas.openxmlformats.org/drawingml/2006/main">
            <a:r>
              <a:t>Embedded asset: public/tutorial/tas/processed/page-051.png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identify-beams</a:t>
            </a:r>
          </a:p>
          <a:p xmlns:a="http://schemas.openxmlformats.org/drawingml/2006/main">
            <a:r>
              <a:t>Embedded asset: public/tutorial/tas/processed/page-052.png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identify-beams</a:t>
            </a:r>
          </a:p>
          <a:p xmlns:a="http://schemas.openxmlformats.org/drawingml/2006/main">
            <a:r>
              <a:t>Embedded asset: public/tutorial/tas/processed/page-053.png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identify-beams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identify-slabs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identify-slabs</a:t>
            </a:r>
          </a:p>
          <a:p xmlns:a="http://schemas.openxmlformats.org/drawingml/2006/main">
            <a:r>
              <a:t>Embedded asset: public/tutorial/tas/processed/page-056.png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identify-slabs</a:t>
            </a:r>
          </a:p>
          <a:p xmlns:a="http://schemas.openxmlformats.org/drawingml/2006/main">
            <a:r>
              <a:t>Embedded asset: public/tutorial/tas/processed/page-057.png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identify-slabs</a:t>
            </a:r>
          </a:p>
          <a:p xmlns:a="http://schemas.openxmlformats.org/drawingml/2006/main">
            <a:r>
              <a:t>Embedded asset: public/tutorial/tas/processed/page-058.png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identify-slabs</a:t>
            </a:r>
          </a:p>
          <a:p xmlns:a="http://schemas.openxmlformats.org/drawingml/2006/main">
            <a:r>
              <a:t>Embedded asset: public/tutorial/tas/processed/page-059.png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identify-slabs</a:t>
            </a:r>
          </a:p>
          <a:p xmlns:a="http://schemas.openxmlformats.org/drawingml/2006/main">
            <a:r>
              <a:t>Embedded asset: public/tutorial/tas/processed/page-060.png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identify-slabs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identify-structural-walls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identify-structural-walls</a:t>
            </a:r>
          </a:p>
          <a:p xmlns:a="http://schemas.openxmlformats.org/drawingml/2006/main">
            <a:r>
              <a:t>Embedded asset: public/tutorial/tas/processed/page-065.png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identify-structural-walls</a:t>
            </a:r>
          </a:p>
          <a:p xmlns:a="http://schemas.openxmlformats.org/drawingml/2006/main">
            <a:r>
              <a:t>Embedded asset: public/tutorial/tas/processed/page-065.png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identify-structural-walls</a:t>
            </a:r>
          </a:p>
          <a:p xmlns:a="http://schemas.openxmlformats.org/drawingml/2006/main">
            <a:r>
              <a:t>Embedded asset: public/tutorial/tas/processed/page-066.png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identify-structural-walls</a:t>
            </a:r>
          </a:p>
          <a:p xmlns:a="http://schemas.openxmlformats.org/drawingml/2006/main">
            <a:r>
              <a:t>Embedded asset: public/tutorial/tas/processed/page-067.png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identify-structural-walls</a:t>
            </a:r>
          </a:p>
          <a:p xmlns:a="http://schemas.openxmlformats.org/drawingml/2006/main">
            <a:r>
              <a:t>Embedded asset: public/tutorial/tas/processed/page-068.png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identify-structural-walls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identify-architectural-walls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identify-architectural-walls</a:t>
            </a:r>
          </a:p>
          <a:p xmlns:a="http://schemas.openxmlformats.org/drawingml/2006/main">
            <a:r>
              <a:t>Embedded asset: public/tutorial/tas/processed/page-064.png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identify-architectural-walls</a:t>
            </a:r>
          </a:p>
          <a:p xmlns:a="http://schemas.openxmlformats.org/drawingml/2006/main">
            <a:r>
              <a:t>Embedded asset: public/tutorial/tas/processed/page-069.png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identify-architectural-walls</a:t>
            </a:r>
          </a:p>
          <a:p xmlns:a="http://schemas.openxmlformats.org/drawingml/2006/main">
            <a:r>
              <a:t>Embedded asset: public/tutorial/tas/processed/page-070.png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identify-architectural-walls</a:t>
            </a:r>
          </a:p>
          <a:p xmlns:a="http://schemas.openxmlformats.org/drawingml/2006/main">
            <a:r>
              <a:t>Embedded asset: public/tutorial/tas/processed/page-072.png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identify-architectural-walls</a:t>
            </a:r>
          </a:p>
          <a:p xmlns:a="http://schemas.openxmlformats.org/drawingml/2006/main">
            <a:r>
              <a:t>Embedded asset: public/tutorial/tas/processed/page-073.png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identify-architectural-walls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identify-openings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identify-openings</a:t>
            </a:r>
          </a:p>
          <a:p xmlns:a="http://schemas.openxmlformats.org/drawingml/2006/main">
            <a:r>
              <a:t>Embedded asset: public/tutorial/tas/processed/page-077.png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identify-openings</a:t>
            </a:r>
          </a:p>
          <a:p xmlns:a="http://schemas.openxmlformats.org/drawingml/2006/main">
            <a:r>
              <a:t>Embedded asset: public/tutorial/tas/processed/page-078.png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identify-openings</a:t>
            </a:r>
          </a:p>
          <a:p xmlns:a="http://schemas.openxmlformats.org/drawingml/2006/main">
            <a:r>
              <a:t>Embedded asset: public/tutorial/tas/processed/page-078.png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identify-openings</a:t>
            </a:r>
          </a:p>
          <a:p xmlns:a="http://schemas.openxmlformats.org/drawingml/2006/main">
            <a:r>
              <a:t>Embedded asset: public/tutorial/tas/processed/page-080.png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identify-openings</a:t>
            </a:r>
          </a:p>
          <a:p xmlns:a="http://schemas.openxmlformats.org/drawingml/2006/main">
            <a:r>
              <a:t>Embedded asset: public/tutorial/tas/processed/page-081.png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identify-openings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apply-finishes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apply-finishes</a:t>
            </a:r>
          </a:p>
          <a:p xmlns:a="http://schemas.openxmlformats.org/drawingml/2006/main">
            <a:r>
              <a:t>Embedded asset: public/tutorial/tas/processed/page-085.png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apply-finishes</a:t>
            </a:r>
          </a:p>
          <a:p xmlns:a="http://schemas.openxmlformats.org/drawingml/2006/main">
            <a:r>
              <a:t>Embedded asset: public/tutorial/tas/processed/page-086.png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apply-finishes</a:t>
            </a:r>
          </a:p>
          <a:p xmlns:a="http://schemas.openxmlformats.org/drawingml/2006/main">
            <a:r>
              <a:t>Embedded asset: public/tutorial/tas/processed/page-087.png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apply-finishes</a:t>
            </a:r>
          </a:p>
          <a:p xmlns:a="http://schemas.openxmlformats.org/drawingml/2006/main">
            <a:r>
              <a:t>Embedded asset: public/tutorial/tas/processed/page-088.png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apply-finishes</a:t>
            </a:r>
          </a:p>
          <a:p xmlns:a="http://schemas.openxmlformats.org/drawingml/2006/main">
            <a:r>
              <a:t>Embedded asset: public/tutorial/tas/processed/page-089.png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apply-finishes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calculate-verify-quantity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calculate-verify-quantity</a:t>
            </a:r>
          </a:p>
          <a:p xmlns:a="http://schemas.openxmlformats.org/drawingml/2006/main">
            <a:r>
              <a:t>Embedded asset: public/tutorial/tas/processed/page-099.png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calculate-verify-quantity</a:t>
            </a:r>
          </a:p>
          <a:p xmlns:a="http://schemas.openxmlformats.org/drawingml/2006/main">
            <a:r>
              <a:t>Embedded asset: public/tutorial/tas/processed/page-099.png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calculate-verify-quantity</a:t>
            </a:r>
          </a:p>
          <a:p xmlns:a="http://schemas.openxmlformats.org/drawingml/2006/main">
            <a:r>
              <a:t>Embedded asset: public/tutorial/tas/processed/page-099.png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calculate-verify-quantity</a:t>
            </a:r>
          </a:p>
          <a:p xmlns:a="http://schemas.openxmlformats.org/drawingml/2006/main">
            <a:r>
              <a:t>Embedded asset: public/tutorial/tas/processed/page-099.png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calculate-verify-quantity</a:t>
            </a:r>
          </a:p>
          <a:p xmlns:a="http://schemas.openxmlformats.org/drawingml/2006/main">
            <a:r>
              <a:t>Embedded asset: public/tutorial/tas/processed/page-099.png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calculate-verify-quantity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quantity-reports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quantity-reports</a:t>
            </a:r>
          </a:p>
          <a:p xmlns:a="http://schemas.openxmlformats.org/drawingml/2006/main">
            <a:r>
              <a:t>Embedded asset: public/tutorial/tas/processed/page-100.png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quantity-reports</a:t>
            </a:r>
          </a:p>
          <a:p xmlns:a="http://schemas.openxmlformats.org/drawingml/2006/main">
            <a:r>
              <a:t>Embedded asset: public/tutorial/tas/processed/page-100.png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quantity-reports</a:t>
            </a:r>
          </a:p>
          <a:p xmlns:a="http://schemas.openxmlformats.org/drawingml/2006/main">
            <a:r>
              <a:t>Embedded asset: public/tutorial/tas/processed/page-100.png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quantity-reports</a:t>
            </a:r>
          </a:p>
          <a:p xmlns:a="http://schemas.openxmlformats.org/drawingml/2006/main">
            <a:r>
              <a:t>Embedded asset: public/tutorial/tas/processed/page-100.png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quantity-reports</a:t>
            </a:r>
          </a:p>
          <a:p xmlns:a="http://schemas.openxmlformats.org/drawingml/2006/main">
            <a:r>
              <a:t>Embedded asset: public/tutorial/tas/processed/page-101.png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quantity-reports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and src/data/productConfig.js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src/data/productConfig.js and uiText.js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src/data/productConfig.js and uiText.js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export-tas-model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export-tas-model</a:t>
            </a:r>
          </a:p>
          <a:p xmlns:a="http://schemas.openxmlformats.org/drawingml/2006/main">
            <a:r>
              <a:t>Embedded asset: public/tutorial/trb/processed/page-103.png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export-tas-model</a:t>
            </a:r>
          </a:p>
          <a:p xmlns:a="http://schemas.openxmlformats.org/drawingml/2006/main">
            <a:r>
              <a:t>Embedded asset: public/tutorial/trb/processed/page-104.png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export-tas-model</a:t>
            </a:r>
          </a:p>
          <a:p xmlns:a="http://schemas.openxmlformats.org/drawingml/2006/main">
            <a:r>
              <a:t>Embedded asset: public/tutorial/trb/processed/page-104.png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export-tas-model</a:t>
            </a:r>
          </a:p>
          <a:p xmlns:a="http://schemas.openxmlformats.org/drawingml/2006/main">
            <a:r>
              <a:t>Embedded asset: public/tutorial/trb/processed/page-105.png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export-tas-model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import-tas-model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import-tas-model</a:t>
            </a:r>
          </a:p>
          <a:p xmlns:a="http://schemas.openxmlformats.org/drawingml/2006/main">
            <a:r>
              <a:t>Embedded asset: public/tutorial/trb/processed/page-106.png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import-tas-model</a:t>
            </a:r>
          </a:p>
          <a:p xmlns:a="http://schemas.openxmlformats.org/drawingml/2006/main">
            <a:r>
              <a:t>Embedded asset: public/tutorial/trb/processed/page-106.png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import-tas-model</a:t>
            </a:r>
          </a:p>
          <a:p xmlns:a="http://schemas.openxmlformats.org/drawingml/2006/main">
            <a:r>
              <a:t>Embedded asset: public/tutorial/trb/processed/page-106.png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import-tas-model</a:t>
            </a:r>
          </a:p>
          <a:p xmlns:a="http://schemas.openxmlformats.org/drawingml/2006/main">
            <a:r>
              <a:t>Embedded asset: public/tutorial/trb/processed/page-106.png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import-tas-model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match-import-settings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match-import-settings</a:t>
            </a:r>
          </a:p>
          <a:p xmlns:a="http://schemas.openxmlformats.org/drawingml/2006/main">
            <a:r>
              <a:t>Embedded asset: public/tutorial/trb/processed/page-107.png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match-import-settings</a:t>
            </a:r>
          </a:p>
          <a:p xmlns:a="http://schemas.openxmlformats.org/drawingml/2006/main">
            <a:r>
              <a:t>Embedded asset: public/tutorial/trb/processed/page-107.png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match-import-settings</a:t>
            </a:r>
          </a:p>
          <a:p xmlns:a="http://schemas.openxmlformats.org/drawingml/2006/main">
            <a:r>
              <a:t>Embedded asset: public/tutorial/trb/processed/page-108.png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match-import-settings</a:t>
            </a:r>
          </a:p>
          <a:p xmlns:a="http://schemas.openxmlformats.org/drawingml/2006/main">
            <a:r>
              <a:t>Embedded asset: public/tutorial/trb/processed/page-108.png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match-import-settings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prepare-trb-drawings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prepare-trb-drawings</a:t>
            </a:r>
          </a:p>
          <a:p xmlns:a="http://schemas.openxmlformats.org/drawingml/2006/main">
            <a:r>
              <a:t>Embedded asset: public/tutorial/trb/processed/page-109.png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prepare-trb-drawings</a:t>
            </a:r>
          </a:p>
          <a:p xmlns:a="http://schemas.openxmlformats.org/drawingml/2006/main">
            <a:r>
              <a:t>Embedded asset: public/tutorial/trb/processed/page-109.png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prepare-trb-drawings</a:t>
            </a:r>
          </a:p>
          <a:p xmlns:a="http://schemas.openxmlformats.org/drawingml/2006/main">
            <a:r>
              <a:t>Embedded asset: public/tutorial/trb/processed/page-110.png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prepare-trb-drawings</a:t>
            </a:r>
          </a:p>
          <a:p xmlns:a="http://schemas.openxmlformats.org/drawingml/2006/main">
            <a:r>
              <a:t>Embedded asset: public/tutorial/trb/processed/page-110.png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prepare-trb-drawings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pile-cap-reinforcement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pile-cap-reinforcement</a:t>
            </a:r>
          </a:p>
          <a:p xmlns:a="http://schemas.openxmlformats.org/drawingml/2006/main">
            <a:r>
              <a:t>Embedded asset: public/tutorial/trb/processed/page-112.png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pile-cap-reinforcement</a:t>
            </a:r>
          </a:p>
          <a:p xmlns:a="http://schemas.openxmlformats.org/drawingml/2006/main">
            <a:r>
              <a:t>Embedded asset: public/tutorial/trb/processed/page-113.png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pile-cap-reinforcement</a:t>
            </a:r>
          </a:p>
          <a:p xmlns:a="http://schemas.openxmlformats.org/drawingml/2006/main">
            <a:r>
              <a:t>Embedded asset: public/tutorial/trb/processed/page-113.png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pile-cap-reinforcement</a:t>
            </a:r>
          </a:p>
          <a:p xmlns:a="http://schemas.openxmlformats.org/drawingml/2006/main">
            <a:r>
              <a:t>Embedded asset: public/tutorial/trb/processed/page-113.png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pile-cap-reinforcement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pile-cap-data-check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pile-cap-data-check</a:t>
            </a:r>
          </a:p>
          <a:p xmlns:a="http://schemas.openxmlformats.org/drawingml/2006/main">
            <a:r>
              <a:t>Embedded asset: public/tutorial/trb/processed/page-114.png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pile-cap-data-check</a:t>
            </a:r>
          </a:p>
          <a:p xmlns:a="http://schemas.openxmlformats.org/drawingml/2006/main">
            <a:r>
              <a:t>Embedded asset: public/tutorial/trb/processed/page-114.png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pile-cap-data-check</a:t>
            </a:r>
          </a:p>
          <a:p xmlns:a="http://schemas.openxmlformats.org/drawingml/2006/main">
            <a:r>
              <a:t>Embedded asset: public/tutorial/trb/processed/page-115.png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pile-cap-data-check</a:t>
            </a:r>
          </a:p>
          <a:p xmlns:a="http://schemas.openxmlformats.org/drawingml/2006/main">
            <a:r>
              <a:t>Embedded asset: public/tutorial/trb/processed/page-115.png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pile-cap-data-check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column-reinforcement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column-reinforcement</a:t>
            </a:r>
          </a:p>
          <a:p xmlns:a="http://schemas.openxmlformats.org/drawingml/2006/main">
            <a:r>
              <a:t>Embedded asset: public/tutorial/trb/processed/page-117.png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column-reinforcement</a:t>
            </a:r>
          </a:p>
          <a:p xmlns:a="http://schemas.openxmlformats.org/drawingml/2006/main">
            <a:r>
              <a:t>Embedded asset: public/tutorial/trb/processed/page-118.png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column-reinforcement</a:t>
            </a:r>
          </a:p>
          <a:p xmlns:a="http://schemas.openxmlformats.org/drawingml/2006/main">
            <a:r>
              <a:t>Embedded asset: public/tutorial/trb/processed/page-119.png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column-reinforcement</a:t>
            </a:r>
          </a:p>
          <a:p xmlns:a="http://schemas.openxmlformats.org/drawingml/2006/main">
            <a:r>
              <a:t>Embedded asset: public/tutorial/trb/processed/page-119.png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column-reinforcement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column-schedule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column-schedule</a:t>
            </a:r>
          </a:p>
          <a:p xmlns:a="http://schemas.openxmlformats.org/drawingml/2006/main">
            <a:r>
              <a:t>Embedded asset: public/tutorial/trb/processed/page-123.png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column-schedule</a:t>
            </a:r>
          </a:p>
          <a:p xmlns:a="http://schemas.openxmlformats.org/drawingml/2006/main">
            <a:r>
              <a:t>Embedded asset: public/tutorial/trb/processed/page-124.png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column-schedule</a:t>
            </a:r>
          </a:p>
          <a:p xmlns:a="http://schemas.openxmlformats.org/drawingml/2006/main">
            <a:r>
              <a:t>Embedded asset: public/tutorial/trb/processed/page-125.png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column-schedule</a:t>
            </a:r>
          </a:p>
          <a:p xmlns:a="http://schemas.openxmlformats.org/drawingml/2006/main">
            <a:r>
              <a:t>Embedded asset: public/tutorial/trb/processed/page-126.png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column-schedule</a:t>
            </a:r>
          </a:p>
          <a:p xmlns:a="http://schemas.openxmlformats.org/drawingml/2006/main">
            <a:r>
              <a:t>Embedded asset: public/tutorial/trb/processed/page-127.png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column-schedule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beam-side-label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beam-side-label</a:t>
            </a:r>
          </a:p>
          <a:p xmlns:a="http://schemas.openxmlformats.org/drawingml/2006/main">
            <a:r>
              <a:t>Embedded asset: public/tutorial/trb/processed/page-129.png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beam-side-label</a:t>
            </a:r>
          </a:p>
          <a:p xmlns:a="http://schemas.openxmlformats.org/drawingml/2006/main">
            <a:r>
              <a:t>Embedded asset: public/tutorial/trb/processed/page-130.png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beam-side-label</a:t>
            </a:r>
          </a:p>
          <a:p xmlns:a="http://schemas.openxmlformats.org/drawingml/2006/main">
            <a:r>
              <a:t>Embedded asset: public/tutorial/trb/processed/page-130.png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beam-side-label</a:t>
            </a:r>
          </a:p>
          <a:p xmlns:a="http://schemas.openxmlformats.org/drawingml/2006/main">
            <a:r>
              <a:t>Embedded asset: public/tutorial/trb/processed/page-131.png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beam-side-label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beam-schedule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beam-schedule</a:t>
            </a:r>
          </a:p>
          <a:p xmlns:a="http://schemas.openxmlformats.org/drawingml/2006/main">
            <a:r>
              <a:t>Embedded asset: public/tutorial/trb/processed/page-134.png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beam-schedule</a:t>
            </a:r>
          </a:p>
          <a:p xmlns:a="http://schemas.openxmlformats.org/drawingml/2006/main">
            <a:r>
              <a:t>Embedded asset: public/tutorial/trb/processed/page-135.png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beam-schedule</a:t>
            </a:r>
          </a:p>
          <a:p xmlns:a="http://schemas.openxmlformats.org/drawingml/2006/main">
            <a:r>
              <a:t>Embedded asset: public/tutorial/trb/processed/page-136.png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beam-schedule</a:t>
            </a:r>
          </a:p>
          <a:p xmlns:a="http://schemas.openxmlformats.org/drawingml/2006/main">
            <a:r>
              <a:t>Embedded asset: public/tutorial/trb/processed/page-137.png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beam-schedule</a:t>
            </a:r>
          </a:p>
          <a:p xmlns:a="http://schemas.openxmlformats.org/drawingml/2006/main">
            <a:r>
              <a:t>Embedded asset: public/tutorial/trb/processed/page-137.png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beam-schedule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beam-support-layout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beam-support-layout</a:t>
            </a:r>
          </a:p>
          <a:p xmlns:a="http://schemas.openxmlformats.org/drawingml/2006/main">
            <a:r>
              <a:t>Embedded asset: public/tutorial/trb/processed/page-138.png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beam-support-layout</a:t>
            </a:r>
          </a:p>
          <a:p xmlns:a="http://schemas.openxmlformats.org/drawingml/2006/main">
            <a:r>
              <a:t>Embedded asset: public/tutorial/trb/processed/page-133.png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beam-support-layout</a:t>
            </a:r>
          </a:p>
          <a:p xmlns:a="http://schemas.openxmlformats.org/drawingml/2006/main">
            <a:r>
              <a:t>Embedded asset: public/tutorial/trb/processed/page-133.png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beam-support-layout</a:t>
            </a:r>
          </a:p>
          <a:p xmlns:a="http://schemas.openxmlformats.org/drawingml/2006/main">
            <a:r>
              <a:t>Embedded asset: public/tutorial/trb/processed/page-138.png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beam-support-layout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slab-main-bars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slab-main-bars</a:t>
            </a:r>
          </a:p>
          <a:p xmlns:a="http://schemas.openxmlformats.org/drawingml/2006/main">
            <a:r>
              <a:t>Embedded asset: public/tutorial/trb/processed/page-140.png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slab-main-bars</a:t>
            </a:r>
          </a:p>
          <a:p xmlns:a="http://schemas.openxmlformats.org/drawingml/2006/main">
            <a:r>
              <a:t>Embedded asset: public/tutorial/trb/processed/page-141.png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slab-main-bars</a:t>
            </a:r>
          </a:p>
          <a:p xmlns:a="http://schemas.openxmlformats.org/drawingml/2006/main">
            <a:r>
              <a:t>Embedded asset: public/tutorial/trb/processed/page-142.png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slab-main-bars</a:t>
            </a:r>
          </a:p>
          <a:p xmlns:a="http://schemas.openxmlformats.org/drawingml/2006/main">
            <a:r>
              <a:t>Embedded asset: public/tutorial/trb/processed/page-144.png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slab-main-bars</a:t>
            </a:r>
          </a:p>
          <a:p xmlns:a="http://schemas.openxmlformats.org/drawingml/2006/main">
            <a:r>
              <a:t>Embedded asset: public/tutorial/trb/processed/page-145.png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slab-main-bars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slab-support-bars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slab-support-bars</a:t>
            </a:r>
          </a:p>
          <a:p xmlns:a="http://schemas.openxmlformats.org/drawingml/2006/main">
            <a:r>
              <a:t>Embedded asset: public/tutorial/trb/processed/page-146.png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slab-support-bars</a:t>
            </a:r>
          </a:p>
          <a:p xmlns:a="http://schemas.openxmlformats.org/drawingml/2006/main">
            <a:r>
              <a:t>Embedded asset: public/tutorial/trb/processed/page-146.png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slab-support-bars</a:t>
            </a:r>
          </a:p>
          <a:p xmlns:a="http://schemas.openxmlformats.org/drawingml/2006/main">
            <a:r>
              <a:t>Embedded asset: public/tutorial/trb/processed/page-147.png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slab-support-bars</a:t>
            </a:r>
          </a:p>
          <a:p xmlns:a="http://schemas.openxmlformats.org/drawingml/2006/main">
            <a:r>
              <a:t>Embedded asset: public/tutorial/trb/processed/page-147.png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slab-support-bars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wall-reinforcement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wall-reinforcement</a:t>
            </a:r>
          </a:p>
          <a:p xmlns:a="http://schemas.openxmlformats.org/drawingml/2006/main">
            <a:r>
              <a:t>Embedded asset: public/tutorial/trb/processed/page-149.png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wall-reinforcement</a:t>
            </a:r>
          </a:p>
          <a:p xmlns:a="http://schemas.openxmlformats.org/drawingml/2006/main">
            <a:r>
              <a:t>Embedded asset: public/tutorial/trb/processed/page-150.png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wall-reinforcement</a:t>
            </a:r>
          </a:p>
          <a:p xmlns:a="http://schemas.openxmlformats.org/drawingml/2006/main">
            <a:r>
              <a:t>Embedded asset: public/tutorial/trb/processed/page-150.png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wall-reinforcement</a:t>
            </a:r>
          </a:p>
          <a:p xmlns:a="http://schemas.openxmlformats.org/drawingml/2006/main">
            <a:r>
              <a:t>Embedded asset: public/tutorial/trb/processed/page-151.png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wall-reinforcement</a:t>
            </a:r>
          </a:p>
          <a:p xmlns:a="http://schemas.openxmlformats.org/drawingml/2006/main">
            <a:r>
              <a:t>Embedded asset: public/tutorial/trb/processed/page-152.png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wall-reinforcement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calculate-quantity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calculate-quantity</a:t>
            </a:r>
          </a:p>
          <a:p xmlns:a="http://schemas.openxmlformats.org/drawingml/2006/main">
            <a:r>
              <a:t>Embedded asset: public/tutorial/trb/processed/page-155.png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calculate-quantity</a:t>
            </a:r>
          </a:p>
          <a:p xmlns:a="http://schemas.openxmlformats.org/drawingml/2006/main">
            <a:r>
              <a:t>Embedded asset: public/tutorial/trb/processed/page-155.png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calculate-quantity</a:t>
            </a:r>
          </a:p>
          <a:p xmlns:a="http://schemas.openxmlformats.org/drawingml/2006/main">
            <a:r>
              <a:t>Embedded asset: public/tutorial/trb/processed/page-155.png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calculate-quantity</a:t>
            </a:r>
          </a:p>
          <a:p xmlns:a="http://schemas.openxmlformats.org/drawingml/2006/main">
            <a:r>
              <a:t>Embedded asset: public/tutorial/trb/processed/page-155.png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calculate-quantity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verify-rebar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verify-rebar</a:t>
            </a:r>
          </a:p>
          <a:p xmlns:a="http://schemas.openxmlformats.org/drawingml/2006/main">
            <a:r>
              <a:t>Embedded asset: public/tutorial/trb/processed/page-156.png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verify-rebar</a:t>
            </a:r>
          </a:p>
          <a:p xmlns:a="http://schemas.openxmlformats.org/drawingml/2006/main">
            <a:r>
              <a:t>Embedded asset: public/tutorial/trb/processed/page-156.png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verify-rebar</a:t>
            </a:r>
          </a:p>
          <a:p xmlns:a="http://schemas.openxmlformats.org/drawingml/2006/main">
            <a:r>
              <a:t>Embedded asset: public/tutorial/trb/processed/page-157.png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verify-rebar</a:t>
            </a:r>
          </a:p>
          <a:p xmlns:a="http://schemas.openxmlformats.org/drawingml/2006/main">
            <a:r>
              <a:t>Embedded asset: public/tutorial/trb/processed/page-157.png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verify-rebar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review-quantity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review-quantity</a:t>
            </a:r>
          </a:p>
          <a:p xmlns:a="http://schemas.openxmlformats.org/drawingml/2006/main">
            <a:r>
              <a:t>Embedded asset: public/tutorial/trb/processed/page-158.png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review-quantity</a:t>
            </a:r>
          </a:p>
          <a:p xmlns:a="http://schemas.openxmlformats.org/drawingml/2006/main">
            <a:r>
              <a:t>Embedded asset: public/tutorial/trb/processed/page-158.png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review-quantity</a:t>
            </a:r>
          </a:p>
          <a:p xmlns:a="http://schemas.openxmlformats.org/drawingml/2006/main">
            <a:r>
              <a:t>Embedded asset: public/tutorial/trb/processed/page-158.png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review-quantity</a:t>
            </a:r>
          </a:p>
          <a:p xmlns:a="http://schemas.openxmlformats.org/drawingml/2006/main">
            <a:r>
              <a:t>Embedded asset: public/tutorial/trb/processed/page-158.png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review-quantity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quantity-reports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quantity-reports</a:t>
            </a:r>
          </a:p>
          <a:p xmlns:a="http://schemas.openxmlformats.org/drawingml/2006/main">
            <a:r>
              <a:t>Embedded asset: public/tutorial/trb/processed/page-159.png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quantity-reports</a:t>
            </a:r>
          </a:p>
          <a:p xmlns:a="http://schemas.openxmlformats.org/drawingml/2006/main">
            <a:r>
              <a:t>Embedded asset: public/tutorial/trb/processed/page-159.png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quantity-reports</a:t>
            </a:r>
          </a:p>
          <a:p xmlns:a="http://schemas.openxmlformats.org/drawingml/2006/main">
            <a:r>
              <a:t>Embedded asset: public/tutorial/trb/processed/page-160.png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quantity-reports</a:t>
            </a:r>
          </a:p>
          <a:p xmlns:a="http://schemas.openxmlformats.org/drawingml/2006/main">
            <a:r>
              <a:t>Embedded asset: public/tutorial/trb/processed/page-160.png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quantity-reports</a:t>
            </a:r>
          </a:p>
          <a:p xmlns:a="http://schemas.openxmlformats.org/drawingml/2006/main">
            <a:r>
              <a:t>Embedded asset: public/tutorial/trb/processed/page-160.png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src/data/trb/index.js · quantity-reports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d2836cd47c448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9860932063470d" /><Relationship Type="http://schemas.openxmlformats.org/officeDocument/2006/relationships/slideLayout" Target="/ppt/slideLayouts/slideLayout1.xml" Id="R1263a99b425b42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63a99b425b42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16b6377e9c4125" /><Relationship Type="http://schemas.openxmlformats.org/officeDocument/2006/relationships/image" Target="/ppt/media/image5.png" Id="Rc400864e56104e8c" /><Relationship Type="http://schemas.openxmlformats.org/officeDocument/2006/relationships/notesSlide" Target="/ppt/notesSlides/notesSlide3.xml" Id="R5aa286a25eee4f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04969f1e3d4fc7" /><Relationship Type="http://schemas.openxmlformats.org/officeDocument/2006/relationships/notesSlide" Target="/ppt/notesSlides/notesSlide4.xml" Id="R9081d19e881f43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89d808051b42cd" /><Relationship Type="http://schemas.openxmlformats.org/officeDocument/2006/relationships/notesSlide" Target="/ppt/notesSlides/notesSlide5.xml" Id="R6c6602d01ef14b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12aea6336b4212" /><Relationship Type="http://schemas.openxmlformats.org/officeDocument/2006/relationships/notesSlide" Target="/ppt/notesSlides/notesSlide7.xml" Id="R4e156f1b8f744d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1e18d111654835" /><Relationship Type="http://schemas.openxmlformats.org/officeDocument/2006/relationships/image" Target="/ppt/media/image6.png" Id="Rb10e9c2af6934659" /><Relationship Type="http://schemas.openxmlformats.org/officeDocument/2006/relationships/notesSlide" Target="/ppt/notesSlides/notesSlide8.xml" Id="Rbf918013bf0a41f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e98d5a2d2b42dc" /><Relationship Type="http://schemas.openxmlformats.org/officeDocument/2006/relationships/image" Target="/ppt/media/image6.png" Id="R613ae640ada74d66" /><Relationship Type="http://schemas.openxmlformats.org/officeDocument/2006/relationships/notesSlide" Target="/ppt/notesSlides/notesSlide9.xml" Id="R5cb57602359b4b5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d4386db11a4a04" /><Relationship Type="http://schemas.openxmlformats.org/officeDocument/2006/relationships/image" Target="/ppt/media/image7.png" Id="R7b4b82d2f33f4d96" /><Relationship Type="http://schemas.openxmlformats.org/officeDocument/2006/relationships/notesSlide" Target="/ppt/notesSlides/notesSlide10.xml" Id="R71a26551560b453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ce5499565048d2" /><Relationship Type="http://schemas.openxmlformats.org/officeDocument/2006/relationships/image" Target="/ppt/media/image7.png" Id="R4ff47cac31ed41f9" /><Relationship Type="http://schemas.openxmlformats.org/officeDocument/2006/relationships/notesSlide" Target="/ppt/notesSlides/notesSlide11.xml" Id="Rfea7ba344f38434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8500228e384722" /><Relationship Type="http://schemas.openxmlformats.org/officeDocument/2006/relationships/image" Target="/ppt/media/image7.png" Id="R9515a660e8ca46ce" /><Relationship Type="http://schemas.openxmlformats.org/officeDocument/2006/relationships/notesSlide" Target="/ppt/notesSlides/notesSlide12.xml" Id="R5985ed857a93417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a20b7ff0554086" /><Relationship Type="http://schemas.openxmlformats.org/officeDocument/2006/relationships/notesSlide" Target="/ppt/notesSlides/notesSlide13.xml" Id="Rf5c63657be814ba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ee71d0b2544d18" /><Relationship Type="http://schemas.openxmlformats.org/officeDocument/2006/relationships/notesSlide" Target="/ppt/notesSlides/notesSlide14.xml" Id="Rcabbe0aaa1bb404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feea10f3a34abb" /><Relationship Type="http://schemas.openxmlformats.org/officeDocument/2006/relationships/image" Target="/ppt/media/image8.png" Id="Ra4ce1bf5bdac4e5c" /><Relationship Type="http://schemas.openxmlformats.org/officeDocument/2006/relationships/notesSlide" Target="/ppt/notesSlides/notesSlide15.xml" Id="R4f248b498357431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a418e778164d95" /><Relationship Type="http://schemas.openxmlformats.org/officeDocument/2006/relationships/image" Target="/ppt/media/image9.png" Id="R2ff83ecf73034ca2" /><Relationship Type="http://schemas.openxmlformats.org/officeDocument/2006/relationships/notesSlide" Target="/ppt/notesSlides/notesSlide16.xml" Id="Re492c85ec21441c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7be126e50c461d" /><Relationship Type="http://schemas.openxmlformats.org/officeDocument/2006/relationships/image" Target="/ppt/media/image9.png" Id="Rcaeaf6c137de432e" /><Relationship Type="http://schemas.openxmlformats.org/officeDocument/2006/relationships/notesSlide" Target="/ppt/notesSlides/notesSlide17.xml" Id="R84e662abcf15488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6bf9e726da44c6" /><Relationship Type="http://schemas.openxmlformats.org/officeDocument/2006/relationships/image" Target="/ppt/media/image10.png" Id="Rb2009171b866485c" /><Relationship Type="http://schemas.openxmlformats.org/officeDocument/2006/relationships/notesSlide" Target="/ppt/notesSlides/notesSlide18.xml" Id="R80ca65b1785048e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7b3815541e47f2" /><Relationship Type="http://schemas.openxmlformats.org/officeDocument/2006/relationships/image" Target="/ppt/media/image11.png" Id="Rb13dd9d6838c4a52" /><Relationship Type="http://schemas.openxmlformats.org/officeDocument/2006/relationships/notesSlide" Target="/ppt/notesSlides/notesSlide19.xml" Id="R2f7eeb172cee427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06960321144d9d" /><Relationship Type="http://schemas.openxmlformats.org/officeDocument/2006/relationships/notesSlide" Target="/ppt/notesSlides/notesSlide20.xml" Id="Rc90637d2d5a24fe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ee96f562914df8" /><Relationship Type="http://schemas.openxmlformats.org/officeDocument/2006/relationships/notesSlide" Target="/ppt/notesSlides/notesSlide21.xml" Id="R2618df877bef493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16e3c3c8fe460f" /><Relationship Type="http://schemas.openxmlformats.org/officeDocument/2006/relationships/image" Target="/ppt/media/image12.png" Id="R190c77296e974bfa" /><Relationship Type="http://schemas.openxmlformats.org/officeDocument/2006/relationships/notesSlide" Target="/ppt/notesSlides/notesSlide22.xml" Id="R7ac3cf89fcf54c4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eabec88f1b43e2" /><Relationship Type="http://schemas.openxmlformats.org/officeDocument/2006/relationships/image" Target="/ppt/media/image12.png" Id="R18cdc3ba53d14b5a" /><Relationship Type="http://schemas.openxmlformats.org/officeDocument/2006/relationships/notesSlide" Target="/ppt/notesSlides/notesSlide23.xml" Id="R8be8a488167a4c3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ca51ed892348d8" /><Relationship Type="http://schemas.openxmlformats.org/officeDocument/2006/relationships/image" Target="/ppt/media/image12.png" Id="R623b810a6efe483b" /><Relationship Type="http://schemas.openxmlformats.org/officeDocument/2006/relationships/notesSlide" Target="/ppt/notesSlides/notesSlide24.xml" Id="R1e2d69a1eac24aa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534d66f81f4b22" /><Relationship Type="http://schemas.openxmlformats.org/officeDocument/2006/relationships/image" Target="/ppt/media/image12.png" Id="Rddf7cdcfc1e1425f" /><Relationship Type="http://schemas.openxmlformats.org/officeDocument/2006/relationships/notesSlide" Target="/ppt/notesSlides/notesSlide25.xml" Id="R41ab049f593144d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0c159547914aeb" /><Relationship Type="http://schemas.openxmlformats.org/officeDocument/2006/relationships/notesSlide" Target="/ppt/notesSlides/notesSlide26.xml" Id="R4395f9d35aaa4d4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0f16b83b9a4735" /><Relationship Type="http://schemas.openxmlformats.org/officeDocument/2006/relationships/notesSlide" Target="/ppt/notesSlides/notesSlide27.xml" Id="R54a3ec6dff7743e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6cfb77b5e74476" /><Relationship Type="http://schemas.openxmlformats.org/officeDocument/2006/relationships/image" Target="/ppt/media/image13.png" Id="R05434b9232fc4596" /><Relationship Type="http://schemas.openxmlformats.org/officeDocument/2006/relationships/notesSlide" Target="/ppt/notesSlides/notesSlide28.xml" Id="R15e167e127b74f8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8b75f2de044bd4" /><Relationship Type="http://schemas.openxmlformats.org/officeDocument/2006/relationships/image" Target="/ppt/media/image13.png" Id="R3c5f912577444d11" /><Relationship Type="http://schemas.openxmlformats.org/officeDocument/2006/relationships/notesSlide" Target="/ppt/notesSlides/notesSlide29.xml" Id="R3a0d61fbbae4479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302d42e4214917" /><Relationship Type="http://schemas.openxmlformats.org/officeDocument/2006/relationships/image" Target="/ppt/media/image13.png" Id="Rc5f755aa1db94fd1" /><Relationship Type="http://schemas.openxmlformats.org/officeDocument/2006/relationships/notesSlide" Target="/ppt/notesSlides/notesSlide30.xml" Id="Re15f0d109cd04a0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8fd692bc9f431e" /><Relationship Type="http://schemas.openxmlformats.org/officeDocument/2006/relationships/image" Target="/ppt/media/image14.png" Id="Rb3f7a72a697f4e25" /><Relationship Type="http://schemas.openxmlformats.org/officeDocument/2006/relationships/notesSlide" Target="/ppt/notesSlides/notesSlide31.xml" Id="Re03731ef345c4aa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d7f7d4717146b6" /><Relationship Type="http://schemas.openxmlformats.org/officeDocument/2006/relationships/image" Target="/ppt/media/image14.png" Id="Radfbe42c855f4e9f" /><Relationship Type="http://schemas.openxmlformats.org/officeDocument/2006/relationships/notesSlide" Target="/ppt/notesSlides/notesSlide32.xml" Id="R0a3121c7bab7453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e6d5cc40fd4d88" /><Relationship Type="http://schemas.openxmlformats.org/officeDocument/2006/relationships/notesSlide" Target="/ppt/notesSlides/notesSlide33.xml" Id="R60a2ebb15cc34a1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b81a58b26f4174" /><Relationship Type="http://schemas.openxmlformats.org/officeDocument/2006/relationships/notesSlide" Target="/ppt/notesSlides/notesSlide34.xml" Id="R8955deee19464dd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342a558b0448ec" /><Relationship Type="http://schemas.openxmlformats.org/officeDocument/2006/relationships/image" Target="/ppt/media/image15.png" Id="R9e213a5ec14d4b0a" /><Relationship Type="http://schemas.openxmlformats.org/officeDocument/2006/relationships/notesSlide" Target="/ppt/notesSlides/notesSlide35.xml" Id="Rda3140c38d0846a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ea874568da402b" /><Relationship Type="http://schemas.openxmlformats.org/officeDocument/2006/relationships/image" Target="/ppt/media/image16.png" Id="Ra0bdee70c83b467d" /><Relationship Type="http://schemas.openxmlformats.org/officeDocument/2006/relationships/notesSlide" Target="/ppt/notesSlides/notesSlide36.xml" Id="Re63081d8958e4891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974a8f9b5e4b61" /><Relationship Type="http://schemas.openxmlformats.org/officeDocument/2006/relationships/image" Target="/ppt/media/image16.png" Id="R5fff1897897a4fca" /><Relationship Type="http://schemas.openxmlformats.org/officeDocument/2006/relationships/notesSlide" Target="/ppt/notesSlides/notesSlide37.xml" Id="Reaa9dfaf9e4544de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6861ad148147ac" /><Relationship Type="http://schemas.openxmlformats.org/officeDocument/2006/relationships/image" Target="/ppt/media/image17.png" Id="Ra86780d9576b42a3" /><Relationship Type="http://schemas.openxmlformats.org/officeDocument/2006/relationships/notesSlide" Target="/ppt/notesSlides/notesSlide38.xml" Id="R5ca379ed4ba44b84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a00800980348cf" /><Relationship Type="http://schemas.openxmlformats.org/officeDocument/2006/relationships/image" Target="/ppt/media/image17.png" Id="Rb95c3199f6014b08" /><Relationship Type="http://schemas.openxmlformats.org/officeDocument/2006/relationships/notesSlide" Target="/ppt/notesSlides/notesSlide39.xml" Id="R9b66dc6cf299493a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033ec0490247e6" /><Relationship Type="http://schemas.openxmlformats.org/officeDocument/2006/relationships/notesSlide" Target="/ppt/notesSlides/notesSlide40.xml" Id="R7b5ffa105ae14ee2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58bc6ebb65492a" /><Relationship Type="http://schemas.openxmlformats.org/officeDocument/2006/relationships/notesSlide" Target="/ppt/notesSlides/notesSlide41.xml" Id="R6e6ee3f85abd4d2f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e0be4ad1d14b99" /><Relationship Type="http://schemas.openxmlformats.org/officeDocument/2006/relationships/image" Target="/ppt/media/image18.png" Id="Ree75ba2b96264f69" /><Relationship Type="http://schemas.openxmlformats.org/officeDocument/2006/relationships/notesSlide" Target="/ppt/notesSlides/notesSlide42.xml" Id="R44e14dc9c66c49c8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cee4c0b6804ee0" /><Relationship Type="http://schemas.openxmlformats.org/officeDocument/2006/relationships/image" Target="/ppt/media/image19.png" Id="R8935c820a2414071" /><Relationship Type="http://schemas.openxmlformats.org/officeDocument/2006/relationships/notesSlide" Target="/ppt/notesSlides/notesSlide43.xml" Id="R864a73eab4ba406f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bbd75065144013" /><Relationship Type="http://schemas.openxmlformats.org/officeDocument/2006/relationships/image" Target="/ppt/media/image20.png" Id="Ra2accc7134d845ad" /><Relationship Type="http://schemas.openxmlformats.org/officeDocument/2006/relationships/notesSlide" Target="/ppt/notesSlides/notesSlide44.xml" Id="R712e422866fa4732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32e0c2da924501" /><Relationship Type="http://schemas.openxmlformats.org/officeDocument/2006/relationships/image" Target="/ppt/media/image20.png" Id="R8f4afa8b553949d6" /><Relationship Type="http://schemas.openxmlformats.org/officeDocument/2006/relationships/notesSlide" Target="/ppt/notesSlides/notesSlide45.xml" Id="R0b8c8df2ffc7479f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2f24e3c694435" /><Relationship Type="http://schemas.openxmlformats.org/officeDocument/2006/relationships/image" Target="/ppt/media/image20.png" Id="R5fd0590dda854c7f" /><Relationship Type="http://schemas.openxmlformats.org/officeDocument/2006/relationships/notesSlide" Target="/ppt/notesSlides/notesSlide46.xml" Id="Rc0307d4581e44725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fc2e8215c0402a" /><Relationship Type="http://schemas.openxmlformats.org/officeDocument/2006/relationships/notesSlide" Target="/ppt/notesSlides/notesSlide47.xml" Id="Ra374b3d3bf44438e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6a9a0e4fd34914" /><Relationship Type="http://schemas.openxmlformats.org/officeDocument/2006/relationships/notesSlide" Target="/ppt/notesSlides/notesSlide48.xml" Id="Rf85208aca43d4aa1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4d5a0894ea46e9" /><Relationship Type="http://schemas.openxmlformats.org/officeDocument/2006/relationships/image" Target="/ppt/media/image21.png" Id="R7a2bac82ec31483a" /><Relationship Type="http://schemas.openxmlformats.org/officeDocument/2006/relationships/notesSlide" Target="/ppt/notesSlides/notesSlide49.xml" Id="R99960f02d4a54857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2876292b5a412d" /><Relationship Type="http://schemas.openxmlformats.org/officeDocument/2006/relationships/image" Target="/ppt/media/image21.png" Id="R36c29225a8e14f5d" /><Relationship Type="http://schemas.openxmlformats.org/officeDocument/2006/relationships/notesSlide" Target="/ppt/notesSlides/notesSlide50.xml" Id="R4d5b90c1d18b4ee9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d218a93bc14b76" /><Relationship Type="http://schemas.openxmlformats.org/officeDocument/2006/relationships/image" Target="/ppt/media/image21.png" Id="R9566503e03b64695" /><Relationship Type="http://schemas.openxmlformats.org/officeDocument/2006/relationships/notesSlide" Target="/ppt/notesSlides/notesSlide51.xml" Id="R14074d8833aa45bd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7d241d00bc4e6b" /><Relationship Type="http://schemas.openxmlformats.org/officeDocument/2006/relationships/image" Target="/ppt/media/image22.png" Id="R85594235bfda4790" /><Relationship Type="http://schemas.openxmlformats.org/officeDocument/2006/relationships/notesSlide" Target="/ppt/notesSlides/notesSlide52.xml" Id="R03b2a3efe2c14489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c5222ddbeb4e76" /><Relationship Type="http://schemas.openxmlformats.org/officeDocument/2006/relationships/image" Target="/ppt/media/image22.png" Id="R4db96754289144f5" /><Relationship Type="http://schemas.openxmlformats.org/officeDocument/2006/relationships/notesSlide" Target="/ppt/notesSlides/notesSlide53.xml" Id="Re265d0bbf2f4490d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e2c6258d7f4573" /><Relationship Type="http://schemas.openxmlformats.org/officeDocument/2006/relationships/notesSlide" Target="/ppt/notesSlides/notesSlide54.xml" Id="Re27bd9471d6a49cc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be809adda9450a" /><Relationship Type="http://schemas.openxmlformats.org/officeDocument/2006/relationships/notesSlide" Target="/ppt/notesSlides/notesSlide55.xml" Id="R3715f7609bae4224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3a7bb8d9f845c1" /><Relationship Type="http://schemas.openxmlformats.org/officeDocument/2006/relationships/image" Target="/ppt/media/image23.png" Id="Rcf31448210b34419" /><Relationship Type="http://schemas.openxmlformats.org/officeDocument/2006/relationships/notesSlide" Target="/ppt/notesSlides/notesSlide56.xml" Id="R6ef62ee3efee45b7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2eee0e4403414b" /><Relationship Type="http://schemas.openxmlformats.org/officeDocument/2006/relationships/image" Target="/ppt/media/image24.png" Id="Ree1f100e985f4100" /><Relationship Type="http://schemas.openxmlformats.org/officeDocument/2006/relationships/notesSlide" Target="/ppt/notesSlides/notesSlide57.xml" Id="R5a3cf54637264330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bb8661890b4b20" /><Relationship Type="http://schemas.openxmlformats.org/officeDocument/2006/relationships/image" Target="/ppt/media/image25.png" Id="R6efcb98bdd314fd6" /><Relationship Type="http://schemas.openxmlformats.org/officeDocument/2006/relationships/notesSlide" Target="/ppt/notesSlides/notesSlide58.xml" Id="R877292ecbfe84cbd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254fa0aec84fa4" /><Relationship Type="http://schemas.openxmlformats.org/officeDocument/2006/relationships/image" Target="/ppt/media/image26.png" Id="Rf1a91be5aae34d17" /><Relationship Type="http://schemas.openxmlformats.org/officeDocument/2006/relationships/notesSlide" Target="/ppt/notesSlides/notesSlide59.xml" Id="R98c5c42821314ede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1e7a39885b4509" /><Relationship Type="http://schemas.openxmlformats.org/officeDocument/2006/relationships/image" Target="/ppt/media/image27.png" Id="Rd0f1ce95f6024ba0" /><Relationship Type="http://schemas.openxmlformats.org/officeDocument/2006/relationships/notesSlide" Target="/ppt/notesSlides/notesSlide60.xml" Id="R221873a3942144dc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79dcfcc0be495b" /><Relationship Type="http://schemas.openxmlformats.org/officeDocument/2006/relationships/notesSlide" Target="/ppt/notesSlides/notesSlide61.xml" Id="R186fc94cd3594c06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078e795b364f29" /><Relationship Type="http://schemas.openxmlformats.org/officeDocument/2006/relationships/notesSlide" Target="/ppt/notesSlides/notesSlide63.xml" Id="R21d955adb85c4a51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f1f5a415f446df" /><Relationship Type="http://schemas.openxmlformats.org/officeDocument/2006/relationships/image" Target="/ppt/media/image28.png" Id="R43d5881b50074e04" /><Relationship Type="http://schemas.openxmlformats.org/officeDocument/2006/relationships/notesSlide" Target="/ppt/notesSlides/notesSlide64.xml" Id="R713ba34845854c42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857ab0f6014f2d" /><Relationship Type="http://schemas.openxmlformats.org/officeDocument/2006/relationships/image" Target="/ppt/media/image28.png" Id="Rf819c1b07d864272" /><Relationship Type="http://schemas.openxmlformats.org/officeDocument/2006/relationships/notesSlide" Target="/ppt/notesSlides/notesSlide65.xml" Id="R0d1aa107d1b14892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aa83a1eb9549cc" /><Relationship Type="http://schemas.openxmlformats.org/officeDocument/2006/relationships/image" Target="/ppt/media/image29.png" Id="Radcccdee11234093" /><Relationship Type="http://schemas.openxmlformats.org/officeDocument/2006/relationships/notesSlide" Target="/ppt/notesSlides/notesSlide66.xml" Id="R2b0918685f7446c8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400bb35f024523" /><Relationship Type="http://schemas.openxmlformats.org/officeDocument/2006/relationships/image" Target="/ppt/media/image30.png" Id="R724c97f2f959470c" /><Relationship Type="http://schemas.openxmlformats.org/officeDocument/2006/relationships/notesSlide" Target="/ppt/notesSlides/notesSlide67.xml" Id="R119cb3111ec54ab7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f082ac36814909" /><Relationship Type="http://schemas.openxmlformats.org/officeDocument/2006/relationships/image" Target="/ppt/media/image31.png" Id="Rb4b00003edd64104" /><Relationship Type="http://schemas.openxmlformats.org/officeDocument/2006/relationships/notesSlide" Target="/ppt/notesSlides/notesSlide68.xml" Id="R0e158d0f476b4419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18c81ec97c47c1" /><Relationship Type="http://schemas.openxmlformats.org/officeDocument/2006/relationships/notesSlide" Target="/ppt/notesSlides/notesSlide69.xml" Id="R6efd17f5e2f1480a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e82caf47584369" /><Relationship Type="http://schemas.openxmlformats.org/officeDocument/2006/relationships/notesSlide" Target="/ppt/notesSlides/notesSlide70.xml" Id="R3855a796192d4bbb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094171a5ff4d66" /><Relationship Type="http://schemas.openxmlformats.org/officeDocument/2006/relationships/image" Target="/ppt/media/image32.png" Id="R5812a09f1ea54021" /><Relationship Type="http://schemas.openxmlformats.org/officeDocument/2006/relationships/notesSlide" Target="/ppt/notesSlides/notesSlide71.xml" Id="R364a65a566bd4aba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d08339f5cc4f49" /><Relationship Type="http://schemas.openxmlformats.org/officeDocument/2006/relationships/image" Target="/ppt/media/image33.png" Id="R8955c818886b4496" /><Relationship Type="http://schemas.openxmlformats.org/officeDocument/2006/relationships/notesSlide" Target="/ppt/notesSlides/notesSlide72.xml" Id="Rba0499fb8a654b49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b8e4b3e5fa48d6" /><Relationship Type="http://schemas.openxmlformats.org/officeDocument/2006/relationships/image" Target="/ppt/media/image34.png" Id="R3534d21b94ec4daa" /><Relationship Type="http://schemas.openxmlformats.org/officeDocument/2006/relationships/notesSlide" Target="/ppt/notesSlides/notesSlide73.xml" Id="R05cd5ce51de0432d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125df71e7b4f72" /><Relationship Type="http://schemas.openxmlformats.org/officeDocument/2006/relationships/image" Target="/ppt/media/image35.png" Id="Rade24bd4084046ea" /><Relationship Type="http://schemas.openxmlformats.org/officeDocument/2006/relationships/notesSlide" Target="/ppt/notesSlides/notesSlide74.xml" Id="Ra9d36f889efd43dd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06484c95ad45e6" /><Relationship Type="http://schemas.openxmlformats.org/officeDocument/2006/relationships/image" Target="/ppt/media/image35.png" Id="R67ac63c61cc54589" /><Relationship Type="http://schemas.openxmlformats.org/officeDocument/2006/relationships/notesSlide" Target="/ppt/notesSlides/notesSlide75.xml" Id="R0b4d354f7cd1487c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02fd6c9b154929" /><Relationship Type="http://schemas.openxmlformats.org/officeDocument/2006/relationships/notesSlide" Target="/ppt/notesSlides/notesSlide76.xml" Id="Raa2e886379b84d59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0d48e393a34be9" /><Relationship Type="http://schemas.openxmlformats.org/officeDocument/2006/relationships/notesSlide" Target="/ppt/notesSlides/notesSlide77.xml" Id="R23f08e67044946ca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0e01afc7a84e13" /><Relationship Type="http://schemas.openxmlformats.org/officeDocument/2006/relationships/image" Target="/ppt/media/image36.png" Id="R948bdfc699744334" /><Relationship Type="http://schemas.openxmlformats.org/officeDocument/2006/relationships/notesSlide" Target="/ppt/notesSlides/notesSlide78.xml" Id="Rc7ffcfc0127f4fff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7af53b6cd748a0" /><Relationship Type="http://schemas.openxmlformats.org/officeDocument/2006/relationships/image" Target="/ppt/media/image37.png" Id="R1ffda2a7e9664b06" /><Relationship Type="http://schemas.openxmlformats.org/officeDocument/2006/relationships/notesSlide" Target="/ppt/notesSlides/notesSlide79.xml" Id="Ra13b7b0f5e3f43d2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0eccde3dea4113" /><Relationship Type="http://schemas.openxmlformats.org/officeDocument/2006/relationships/image" Target="/ppt/media/image37.png" Id="R23228db324f64c1b" /><Relationship Type="http://schemas.openxmlformats.org/officeDocument/2006/relationships/notesSlide" Target="/ppt/notesSlides/notesSlide80.xml" Id="R8692e1f779c5428a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5ac607af944065" /><Relationship Type="http://schemas.openxmlformats.org/officeDocument/2006/relationships/image" Target="/ppt/media/image38.png" Id="Re31315326cc644fa" /><Relationship Type="http://schemas.openxmlformats.org/officeDocument/2006/relationships/notesSlide" Target="/ppt/notesSlides/notesSlide81.xml" Id="Rbcbec2bdd76e4296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18882241e64304" /><Relationship Type="http://schemas.openxmlformats.org/officeDocument/2006/relationships/image" Target="/ppt/media/image39.png" Id="R8719692c56324e08" /><Relationship Type="http://schemas.openxmlformats.org/officeDocument/2006/relationships/notesSlide" Target="/ppt/notesSlides/notesSlide82.xml" Id="Rd33fe1b0196144a2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3d06fca7294692" /><Relationship Type="http://schemas.openxmlformats.org/officeDocument/2006/relationships/notesSlide" Target="/ppt/notesSlides/notesSlide83.xml" Id="R02c7e7bdb7f142d9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55cf51566a42b7" /><Relationship Type="http://schemas.openxmlformats.org/officeDocument/2006/relationships/notesSlide" Target="/ppt/notesSlides/notesSlide84.xml" Id="R4ecbdbf02c324918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429dced1234d5b" /><Relationship Type="http://schemas.openxmlformats.org/officeDocument/2006/relationships/image" Target="/ppt/media/image40.png" Id="R9d61297e63b9485c" /><Relationship Type="http://schemas.openxmlformats.org/officeDocument/2006/relationships/notesSlide" Target="/ppt/notesSlides/notesSlide85.xml" Id="R2d23e712c5b2478e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7ce5de25094d4a" /><Relationship Type="http://schemas.openxmlformats.org/officeDocument/2006/relationships/image" Target="/ppt/media/image41.png" Id="Raed1330dd9504998" /><Relationship Type="http://schemas.openxmlformats.org/officeDocument/2006/relationships/notesSlide" Target="/ppt/notesSlides/notesSlide86.xml" Id="Re8fde21c788641d7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d86b21b9b3435f" /><Relationship Type="http://schemas.openxmlformats.org/officeDocument/2006/relationships/image" Target="/ppt/media/image42.png" Id="Re66644ca753d4e7a" /><Relationship Type="http://schemas.openxmlformats.org/officeDocument/2006/relationships/notesSlide" Target="/ppt/notesSlides/notesSlide87.xml" Id="R9c17a04f8d5c4b98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f77ef6eb56464f" /><Relationship Type="http://schemas.openxmlformats.org/officeDocument/2006/relationships/image" Target="/ppt/media/image43.png" Id="R98014cc4f9044834" /><Relationship Type="http://schemas.openxmlformats.org/officeDocument/2006/relationships/notesSlide" Target="/ppt/notesSlides/notesSlide88.xml" Id="R40d207d399294bed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20313334384c18" /><Relationship Type="http://schemas.openxmlformats.org/officeDocument/2006/relationships/image" Target="/ppt/media/image44.png" Id="R056c1e9540de4cea" /><Relationship Type="http://schemas.openxmlformats.org/officeDocument/2006/relationships/notesSlide" Target="/ppt/notesSlides/notesSlide89.xml" Id="Re4a5f78c296e4286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e54487bbfd4a7b" /><Relationship Type="http://schemas.openxmlformats.org/officeDocument/2006/relationships/notesSlide" Target="/ppt/notesSlides/notesSlide90.xml" Id="R4911fe9a296943b6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575a73b9724b31" /><Relationship Type="http://schemas.openxmlformats.org/officeDocument/2006/relationships/notesSlide" Target="/ppt/notesSlides/notesSlide91.xml" Id="R0b7ab927a19f417a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b0cc59286c49a0" /><Relationship Type="http://schemas.openxmlformats.org/officeDocument/2006/relationships/image" Target="/ppt/media/image45.png" Id="R0a72bd93fc754e5a" /><Relationship Type="http://schemas.openxmlformats.org/officeDocument/2006/relationships/notesSlide" Target="/ppt/notesSlides/notesSlide92.xml" Id="Rcbc8d059381e4c0d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292648c5dd4bf3" /><Relationship Type="http://schemas.openxmlformats.org/officeDocument/2006/relationships/image" Target="/ppt/media/image45.png" Id="R0b163b2feff142c8" /><Relationship Type="http://schemas.openxmlformats.org/officeDocument/2006/relationships/notesSlide" Target="/ppt/notesSlides/notesSlide93.xml" Id="Rc2d6501689b24f84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63ffcac2194ffc" /><Relationship Type="http://schemas.openxmlformats.org/officeDocument/2006/relationships/image" Target="/ppt/media/image46.png" Id="Ra5aa9f58ad964ebc" /><Relationship Type="http://schemas.openxmlformats.org/officeDocument/2006/relationships/notesSlide" Target="/ppt/notesSlides/notesSlide94.xml" Id="R7ef892e839cd40e5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ac4da1a2d440ca" /><Relationship Type="http://schemas.openxmlformats.org/officeDocument/2006/relationships/image" Target="/ppt/media/image47.png" Id="R0e58786782564119" /><Relationship Type="http://schemas.openxmlformats.org/officeDocument/2006/relationships/notesSlide" Target="/ppt/notesSlides/notesSlide95.xml" Id="Rb65387c83dbf415e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f81285b0ac46ce" /><Relationship Type="http://schemas.openxmlformats.org/officeDocument/2006/relationships/image" Target="/ppt/media/image48.png" Id="R78b3bfb9dfed4533" /><Relationship Type="http://schemas.openxmlformats.org/officeDocument/2006/relationships/notesSlide" Target="/ppt/notesSlides/notesSlide96.xml" Id="R9e56eac4ac3240f2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2a8de1fbd94d98" /><Relationship Type="http://schemas.openxmlformats.org/officeDocument/2006/relationships/notesSlide" Target="/ppt/notesSlides/notesSlide97.xml" Id="Rfe96d25773734339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11d8672fc44fba" /><Relationship Type="http://schemas.openxmlformats.org/officeDocument/2006/relationships/notesSlide" Target="/ppt/notesSlides/notesSlide98.xml" Id="R9dff1ef028fe491f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0b85f9b313465e" /><Relationship Type="http://schemas.openxmlformats.org/officeDocument/2006/relationships/image" Target="/ppt/media/image49.png" Id="R2b7e1504aea94756" /><Relationship Type="http://schemas.openxmlformats.org/officeDocument/2006/relationships/notesSlide" Target="/ppt/notesSlides/notesSlide99.xml" Id="Ra7176c91dad545b4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75e873d9124672" /><Relationship Type="http://schemas.openxmlformats.org/officeDocument/2006/relationships/image" Target="/ppt/media/image50.png" Id="Ra02debbd3de944d3" /><Relationship Type="http://schemas.openxmlformats.org/officeDocument/2006/relationships/notesSlide" Target="/ppt/notesSlides/notesSlide100.xml" Id="R1714685396774517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dffde75dd74e15" /><Relationship Type="http://schemas.openxmlformats.org/officeDocument/2006/relationships/image" Target="/ppt/media/image51.png" Id="Rc8db5c86eb794e3d" /><Relationship Type="http://schemas.openxmlformats.org/officeDocument/2006/relationships/notesSlide" Target="/ppt/notesSlides/notesSlide101.xml" Id="Rc7526cc6d71e43cb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ee8b200b704720" /><Relationship Type="http://schemas.openxmlformats.org/officeDocument/2006/relationships/image" Target="/ppt/media/image52.png" Id="R6a8fbeaac2c74632" /><Relationship Type="http://schemas.openxmlformats.org/officeDocument/2006/relationships/notesSlide" Target="/ppt/notesSlides/notesSlide102.xml" Id="R550deede70d04a6c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7db9a7155b4699" /><Relationship Type="http://schemas.openxmlformats.org/officeDocument/2006/relationships/image" Target="/ppt/media/image53.png" Id="R562c4123c6314ce0" /><Relationship Type="http://schemas.openxmlformats.org/officeDocument/2006/relationships/notesSlide" Target="/ppt/notesSlides/notesSlide103.xml" Id="R17dcc9aefe214fad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a63dc60afe4e00" /><Relationship Type="http://schemas.openxmlformats.org/officeDocument/2006/relationships/notesSlide" Target="/ppt/notesSlides/notesSlide104.xml" Id="R066510c6a9af43e8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3682fbeb2d4c4c" /><Relationship Type="http://schemas.openxmlformats.org/officeDocument/2006/relationships/notesSlide" Target="/ppt/notesSlides/notesSlide105.xml" Id="R96d58eddcd184efc" /></Relationships>
</file>

<file path=ppt/slides/_rels/slide1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52295993cb4f1b" /><Relationship Type="http://schemas.openxmlformats.org/officeDocument/2006/relationships/image" Target="/ppt/media/image54.png" Id="R9e7dec311eb9410e" /><Relationship Type="http://schemas.openxmlformats.org/officeDocument/2006/relationships/notesSlide" Target="/ppt/notesSlides/notesSlide106.xml" Id="R6141a36d49d941e6" /></Relationships>
</file>

<file path=ppt/slides/_rels/slide1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00c56c90e14acf" /><Relationship Type="http://schemas.openxmlformats.org/officeDocument/2006/relationships/image" Target="/ppt/media/image55.png" Id="Re61eb165c1d3437d" /><Relationship Type="http://schemas.openxmlformats.org/officeDocument/2006/relationships/notesSlide" Target="/ppt/notesSlides/notesSlide107.xml" Id="Rca453e0315b24a23" /></Relationships>
</file>

<file path=ppt/slides/_rels/slide1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1b0b79a4444daa" /><Relationship Type="http://schemas.openxmlformats.org/officeDocument/2006/relationships/image" Target="/ppt/media/image55.png" Id="Rfadbb0a0691f468f" /><Relationship Type="http://schemas.openxmlformats.org/officeDocument/2006/relationships/notesSlide" Target="/ppt/notesSlides/notesSlide108.xml" Id="Rd8a18b5608ea4fd2" /></Relationships>
</file>

<file path=ppt/slides/_rels/slide1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03baf609de48b8" /><Relationship Type="http://schemas.openxmlformats.org/officeDocument/2006/relationships/image" Target="/ppt/media/image56.png" Id="R69e2519cd0a1488a" /><Relationship Type="http://schemas.openxmlformats.org/officeDocument/2006/relationships/notesSlide" Target="/ppt/notesSlides/notesSlide109.xml" Id="R87c8c9f7f2b04c11" /></Relationships>
</file>

<file path=ppt/slides/_rels/slide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623c176d554981" /><Relationship Type="http://schemas.openxmlformats.org/officeDocument/2006/relationships/image" Target="/ppt/media/image57.png" Id="R22078b0ad6754be7" /><Relationship Type="http://schemas.openxmlformats.org/officeDocument/2006/relationships/notesSlide" Target="/ppt/notesSlides/notesSlide110.xml" Id="Rc7807d065cc140ba" /></Relationships>
</file>

<file path=ppt/slides/_rels/slide1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2f79883c244aa1" /><Relationship Type="http://schemas.openxmlformats.org/officeDocument/2006/relationships/notesSlide" Target="/ppt/notesSlides/notesSlide111.xml" Id="Re8afd7a224fa43d6" /></Relationships>
</file>

<file path=ppt/slides/_rels/slide1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809063c98741cd" /><Relationship Type="http://schemas.openxmlformats.org/officeDocument/2006/relationships/notesSlide" Target="/ppt/notesSlides/notesSlide112.xml" Id="R78bb778993934307" /></Relationships>
</file>

<file path=ppt/slides/_rels/slide1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f1b919db464d17" /><Relationship Type="http://schemas.openxmlformats.org/officeDocument/2006/relationships/image" Target="/ppt/media/image58.png" Id="R73a0556e82cd4997" /><Relationship Type="http://schemas.openxmlformats.org/officeDocument/2006/relationships/notesSlide" Target="/ppt/notesSlides/notesSlide113.xml" Id="R6dda66b70a3b4a63" /></Relationships>
</file>

<file path=ppt/slides/_rels/slide1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6069bf18c241a6" /><Relationship Type="http://schemas.openxmlformats.org/officeDocument/2006/relationships/image" Target="/ppt/media/image59.png" Id="R37b8645ee4534727" /><Relationship Type="http://schemas.openxmlformats.org/officeDocument/2006/relationships/notesSlide" Target="/ppt/notesSlides/notesSlide114.xml" Id="Ra3821c3371de4b91" /></Relationships>
</file>

<file path=ppt/slides/_rels/slide1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71aff761204580" /><Relationship Type="http://schemas.openxmlformats.org/officeDocument/2006/relationships/image" Target="/ppt/media/image60.png" Id="R0844f5164b9f4795" /><Relationship Type="http://schemas.openxmlformats.org/officeDocument/2006/relationships/notesSlide" Target="/ppt/notesSlides/notesSlide115.xml" Id="R7ae2068a3a6e408c" /></Relationships>
</file>

<file path=ppt/slides/_rels/slide1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47eb05204149e7" /><Relationship Type="http://schemas.openxmlformats.org/officeDocument/2006/relationships/image" Target="/ppt/media/image61.png" Id="Rce96480861c344c5" /><Relationship Type="http://schemas.openxmlformats.org/officeDocument/2006/relationships/notesSlide" Target="/ppt/notesSlides/notesSlide116.xml" Id="Rbd6071a7ba12498c" /></Relationships>
</file>

<file path=ppt/slides/_rels/slide1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d8cb33ddbd4339" /><Relationship Type="http://schemas.openxmlformats.org/officeDocument/2006/relationships/image" Target="/ppt/media/image62.png" Id="Rd20456fecb8b4071" /><Relationship Type="http://schemas.openxmlformats.org/officeDocument/2006/relationships/notesSlide" Target="/ppt/notesSlides/notesSlide117.xml" Id="R398f703caf764874" /></Relationships>
</file>

<file path=ppt/slides/_rels/slide1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3aff79450f4bbc" /><Relationship Type="http://schemas.openxmlformats.org/officeDocument/2006/relationships/notesSlide" Target="/ppt/notesSlides/notesSlide118.xml" Id="R5b9ae5be4cc14b9a" /></Relationships>
</file>

<file path=ppt/slides/_rels/slide1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55f4043914415e" /><Relationship Type="http://schemas.openxmlformats.org/officeDocument/2006/relationships/notesSlide" Target="/ppt/notesSlides/notesSlide120.xml" Id="Rdfc2438617c946e4" /></Relationships>
</file>

<file path=ppt/slides/_rels/slide1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e436fd9bfd4ece" /><Relationship Type="http://schemas.openxmlformats.org/officeDocument/2006/relationships/image" Target="/ppt/media/image63.png" Id="Rccd82dacdc594b3f" /><Relationship Type="http://schemas.openxmlformats.org/officeDocument/2006/relationships/notesSlide" Target="/ppt/notesSlides/notesSlide121.xml" Id="R60b81a9664a44620" /></Relationships>
</file>

<file path=ppt/slides/_rels/slide1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da6630a52b4c86" /><Relationship Type="http://schemas.openxmlformats.org/officeDocument/2006/relationships/image" Target="/ppt/media/image63.png" Id="R7085800671b64bb9" /><Relationship Type="http://schemas.openxmlformats.org/officeDocument/2006/relationships/notesSlide" Target="/ppt/notesSlides/notesSlide122.xml" Id="R8237c8742fef4369" /></Relationships>
</file>

<file path=ppt/slides/_rels/slide1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d64196c25f47a7" /><Relationship Type="http://schemas.openxmlformats.org/officeDocument/2006/relationships/image" Target="/ppt/media/image63.png" Id="R1478a50a50a04873" /><Relationship Type="http://schemas.openxmlformats.org/officeDocument/2006/relationships/notesSlide" Target="/ppt/notesSlides/notesSlide123.xml" Id="R63e67b116cdd45a2" /></Relationships>
</file>

<file path=ppt/slides/_rels/slide1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97f44df1934a10" /><Relationship Type="http://schemas.openxmlformats.org/officeDocument/2006/relationships/image" Target="/ppt/media/image63.png" Id="R68f55d99c63b48ed" /><Relationship Type="http://schemas.openxmlformats.org/officeDocument/2006/relationships/notesSlide" Target="/ppt/notesSlides/notesSlide124.xml" Id="Rf5b648eeec4348f9" /></Relationships>
</file>

<file path=ppt/slides/_rels/slide1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c0af7fd11349c3" /><Relationship Type="http://schemas.openxmlformats.org/officeDocument/2006/relationships/image" Target="/ppt/media/image63.png" Id="Rde10c5efb1b5412f" /><Relationship Type="http://schemas.openxmlformats.org/officeDocument/2006/relationships/notesSlide" Target="/ppt/notesSlides/notesSlide125.xml" Id="Rd32962f5f7074318" /></Relationships>
</file>

<file path=ppt/slides/_rels/slide1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c0b24901b04ad8" /><Relationship Type="http://schemas.openxmlformats.org/officeDocument/2006/relationships/notesSlide" Target="/ppt/notesSlides/notesSlide126.xml" Id="R53a31491731e49c5" /></Relationships>
</file>

<file path=ppt/slides/_rels/slide1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60e6d0f4664655" /><Relationship Type="http://schemas.openxmlformats.org/officeDocument/2006/relationships/notesSlide" Target="/ppt/notesSlides/notesSlide127.xml" Id="R3e05fb6772cb43ed" /></Relationships>
</file>

<file path=ppt/slides/_rels/slide1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e785e0c16a4be8" /><Relationship Type="http://schemas.openxmlformats.org/officeDocument/2006/relationships/image" Target="/ppt/media/image64.png" Id="R432dc1f9eb814e73" /><Relationship Type="http://schemas.openxmlformats.org/officeDocument/2006/relationships/notesSlide" Target="/ppt/notesSlides/notesSlide128.xml" Id="R3530654308db4c21" /></Relationships>
</file>

<file path=ppt/slides/_rels/slide1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75fbafcc444ac4" /><Relationship Type="http://schemas.openxmlformats.org/officeDocument/2006/relationships/image" Target="/ppt/media/image64.png" Id="Re9429a40f1544e08" /><Relationship Type="http://schemas.openxmlformats.org/officeDocument/2006/relationships/notesSlide" Target="/ppt/notesSlides/notesSlide129.xml" Id="R9313afced8e242bd" /></Relationships>
</file>

<file path=ppt/slides/_rels/slide1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e6a49cf8b441f6" /><Relationship Type="http://schemas.openxmlformats.org/officeDocument/2006/relationships/image" Target="/ppt/media/image64.png" Id="R68e5cb6d9aaa4092" /><Relationship Type="http://schemas.openxmlformats.org/officeDocument/2006/relationships/notesSlide" Target="/ppt/notesSlides/notesSlide130.xml" Id="R52d959a2aef148d0" /></Relationships>
</file>

<file path=ppt/slides/_rels/slide1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fcba3de87f4bcc" /><Relationship Type="http://schemas.openxmlformats.org/officeDocument/2006/relationships/image" Target="/ppt/media/image64.png" Id="R17934c5db92b4b69" /><Relationship Type="http://schemas.openxmlformats.org/officeDocument/2006/relationships/notesSlide" Target="/ppt/notesSlides/notesSlide131.xml" Id="R0fcf68018e2248e5" /></Relationships>
</file>

<file path=ppt/slides/_rels/slide1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ad73d2b71b4101" /><Relationship Type="http://schemas.openxmlformats.org/officeDocument/2006/relationships/image" Target="/ppt/media/image65.png" Id="R222fba1fa25a42b1" /><Relationship Type="http://schemas.openxmlformats.org/officeDocument/2006/relationships/notesSlide" Target="/ppt/notesSlides/notesSlide132.xml" Id="Re905f84550c540ee" /></Relationships>
</file>

<file path=ppt/slides/_rels/slide1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386244e73f442b" /><Relationship Type="http://schemas.openxmlformats.org/officeDocument/2006/relationships/notesSlide" Target="/ppt/notesSlides/notesSlide133.xml" Id="R2ccf7975c66b4b56" /></Relationships>
</file>

<file path=ppt/slides/_rels/slide2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53ea82f7b14313" /><Relationship Type="http://schemas.openxmlformats.org/officeDocument/2006/relationships/image" Target="/ppt/media/image66.png" Id="R5ca46f12d6364c33" /><Relationship Type="http://schemas.openxmlformats.org/officeDocument/2006/relationships/notesSlide" Target="/ppt/notesSlides/notesSlide216.xml" Id="Rb3d6ab51d4e945bc" /></Relationships>
</file>

<file path=ppt/slides/_rels/slide2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25a151f29245da" /><Relationship Type="http://schemas.openxmlformats.org/officeDocument/2006/relationships/notesSlide" Target="/ppt/notesSlides/notesSlide217.xml" Id="R634f21cc9a004841" /></Relationships>
</file>

<file path=ppt/slides/_rels/slide2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9b925bc5aa40bf" /><Relationship Type="http://schemas.openxmlformats.org/officeDocument/2006/relationships/notesSlide" Target="/ppt/notesSlides/notesSlide218.xml" Id="R59fa351797d04b9c" /></Relationships>
</file>

<file path=ppt/slides/_rels/slide2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b4f50c23814f56" /><Relationship Type="http://schemas.openxmlformats.org/officeDocument/2006/relationships/notesSlide" Target="/ppt/notesSlides/notesSlide220.xml" Id="Rff8509f4db884737" /></Relationships>
</file>

<file path=ppt/slides/_rels/slide2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5e0402fa174eae" /><Relationship Type="http://schemas.openxmlformats.org/officeDocument/2006/relationships/image" Target="/ppt/media/image67.png" Id="Race138a6fced4c97" /><Relationship Type="http://schemas.openxmlformats.org/officeDocument/2006/relationships/notesSlide" Target="/ppt/notesSlides/notesSlide221.xml" Id="R278622b39c324360" /></Relationships>
</file>

<file path=ppt/slides/_rels/slide2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31020c8c85474d" /><Relationship Type="http://schemas.openxmlformats.org/officeDocument/2006/relationships/image" Target="/ppt/media/image68.png" Id="R92f94dd7510a4024" /><Relationship Type="http://schemas.openxmlformats.org/officeDocument/2006/relationships/notesSlide" Target="/ppt/notesSlides/notesSlide222.xml" Id="R3d023a2df70c4bd2" /></Relationships>
</file>

<file path=ppt/slides/_rels/slide2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11096b67ba4ea8" /><Relationship Type="http://schemas.openxmlformats.org/officeDocument/2006/relationships/image" Target="/ppt/media/image68.png" Id="Raa51d44494e64769" /><Relationship Type="http://schemas.openxmlformats.org/officeDocument/2006/relationships/notesSlide" Target="/ppt/notesSlides/notesSlide223.xml" Id="R7bdb0dd478074d69" /></Relationships>
</file>

<file path=ppt/slides/_rels/slide2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776b2837134fc7" /><Relationship Type="http://schemas.openxmlformats.org/officeDocument/2006/relationships/image" Target="/ppt/media/image69.png" Id="R5d4a0feb17e04ead" /><Relationship Type="http://schemas.openxmlformats.org/officeDocument/2006/relationships/notesSlide" Target="/ppt/notesSlides/notesSlide224.xml" Id="R49576527670d4996" /></Relationships>
</file>

<file path=ppt/slides/_rels/slide2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c9b10941064f46" /><Relationship Type="http://schemas.openxmlformats.org/officeDocument/2006/relationships/notesSlide" Target="/ppt/notesSlides/notesSlide225.xml" Id="Rca2ce94a97794dda" /></Relationships>
</file>

<file path=ppt/slides/_rels/slide2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56102334e54699" /><Relationship Type="http://schemas.openxmlformats.org/officeDocument/2006/relationships/notesSlide" Target="/ppt/notesSlides/notesSlide226.xml" Id="Rb4a29897b9e148f9" /></Relationships>
</file>

<file path=ppt/slides/_rels/slide2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433ad8163d4d31" /><Relationship Type="http://schemas.openxmlformats.org/officeDocument/2006/relationships/image" Target="/ppt/media/image70.png" Id="R5c68a85f09ba4128" /><Relationship Type="http://schemas.openxmlformats.org/officeDocument/2006/relationships/notesSlide" Target="/ppt/notesSlides/notesSlide227.xml" Id="Re40500a6170a49fc" /></Relationships>
</file>

<file path=ppt/slides/_rels/slide2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4f5cb57f49498d" /><Relationship Type="http://schemas.openxmlformats.org/officeDocument/2006/relationships/image" Target="/ppt/media/image70.png" Id="R264b78d9c91f4264" /><Relationship Type="http://schemas.openxmlformats.org/officeDocument/2006/relationships/notesSlide" Target="/ppt/notesSlides/notesSlide228.xml" Id="R6caefee6e2a24be4" /></Relationships>
</file>

<file path=ppt/slides/_rels/slide2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5da661fb364909" /><Relationship Type="http://schemas.openxmlformats.org/officeDocument/2006/relationships/image" Target="/ppt/media/image70.png" Id="R5fd0eb6ef46c43e9" /><Relationship Type="http://schemas.openxmlformats.org/officeDocument/2006/relationships/notesSlide" Target="/ppt/notesSlides/notesSlide229.xml" Id="R2c061c1b47474ffe" /></Relationships>
</file>

<file path=ppt/slides/_rels/slide2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24adfd2f2c4665" /><Relationship Type="http://schemas.openxmlformats.org/officeDocument/2006/relationships/image" Target="/ppt/media/image70.png" Id="Reac5af616d904d23" /><Relationship Type="http://schemas.openxmlformats.org/officeDocument/2006/relationships/notesSlide" Target="/ppt/notesSlides/notesSlide230.xml" Id="Rdd0a5dc108274393" /></Relationships>
</file>

<file path=ppt/slides/_rels/slide2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65e86f0abd4370" /><Relationship Type="http://schemas.openxmlformats.org/officeDocument/2006/relationships/notesSlide" Target="/ppt/notesSlides/notesSlide231.xml" Id="R129de12041b34ecc" /></Relationships>
</file>

<file path=ppt/slides/_rels/slide2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1b6aff28314878" /><Relationship Type="http://schemas.openxmlformats.org/officeDocument/2006/relationships/notesSlide" Target="/ppt/notesSlides/notesSlide232.xml" Id="R7b376e0562aa4ce0" /></Relationships>
</file>

<file path=ppt/slides/_rels/slide2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5c5da0c4ec4103" /><Relationship Type="http://schemas.openxmlformats.org/officeDocument/2006/relationships/image" Target="/ppt/media/image71.png" Id="Rd7f000e0418d4cbb" /><Relationship Type="http://schemas.openxmlformats.org/officeDocument/2006/relationships/notesSlide" Target="/ppt/notesSlides/notesSlide233.xml" Id="R86e4edc26dd74063" /></Relationships>
</file>

<file path=ppt/slides/_rels/slide2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d5cbfb000b45e2" /><Relationship Type="http://schemas.openxmlformats.org/officeDocument/2006/relationships/image" Target="/ppt/media/image71.png" Id="R4df1af24b7044845" /><Relationship Type="http://schemas.openxmlformats.org/officeDocument/2006/relationships/notesSlide" Target="/ppt/notesSlides/notesSlide234.xml" Id="R95a592d2a6ca46d5" /></Relationships>
</file>

<file path=ppt/slides/_rels/slide2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8c086ae93a448a" /><Relationship Type="http://schemas.openxmlformats.org/officeDocument/2006/relationships/image" Target="/ppt/media/image72.png" Id="Rb09a3c1416ba40ee" /><Relationship Type="http://schemas.openxmlformats.org/officeDocument/2006/relationships/notesSlide" Target="/ppt/notesSlides/notesSlide235.xml" Id="Rd56a80c587a64f4e" /></Relationships>
</file>

<file path=ppt/slides/_rels/slide2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3cd496520b4dca" /><Relationship Type="http://schemas.openxmlformats.org/officeDocument/2006/relationships/image" Target="/ppt/media/image72.png" Id="R08f04026932044ec" /><Relationship Type="http://schemas.openxmlformats.org/officeDocument/2006/relationships/notesSlide" Target="/ppt/notesSlides/notesSlide236.xml" Id="R263a4d765be24c00" /></Relationships>
</file>

<file path=ppt/slides/_rels/slide2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3df11654c74262" /><Relationship Type="http://schemas.openxmlformats.org/officeDocument/2006/relationships/notesSlide" Target="/ppt/notesSlides/notesSlide237.xml" Id="R30f4753ffc9a4c4a" /></Relationships>
</file>

<file path=ppt/slides/_rels/slide2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4e8281b16f4799" /><Relationship Type="http://schemas.openxmlformats.org/officeDocument/2006/relationships/notesSlide" Target="/ppt/notesSlides/notesSlide238.xml" Id="Rbfa8a7acd20f4699" /></Relationships>
</file>

<file path=ppt/slides/_rels/slide2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e2f8a1b00a485c" /><Relationship Type="http://schemas.openxmlformats.org/officeDocument/2006/relationships/image" Target="/ppt/media/image73.png" Id="Rbd0b016d4c8a4994" /><Relationship Type="http://schemas.openxmlformats.org/officeDocument/2006/relationships/notesSlide" Target="/ppt/notesSlides/notesSlide239.xml" Id="R2a7ef2c2d65f4b89" /></Relationships>
</file>

<file path=ppt/slides/_rels/slide2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b20a9ee63e44f6" /><Relationship Type="http://schemas.openxmlformats.org/officeDocument/2006/relationships/image" Target="/ppt/media/image73.png" Id="R43251d0d787f41da" /><Relationship Type="http://schemas.openxmlformats.org/officeDocument/2006/relationships/notesSlide" Target="/ppt/notesSlides/notesSlide240.xml" Id="R9acf64fd28ea49f8" /></Relationships>
</file>

<file path=ppt/slides/_rels/slide2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efdc6b45484ef8" /><Relationship Type="http://schemas.openxmlformats.org/officeDocument/2006/relationships/image" Target="/ppt/media/image74.png" Id="Rd71f4c91b01c4056" /><Relationship Type="http://schemas.openxmlformats.org/officeDocument/2006/relationships/notesSlide" Target="/ppt/notesSlides/notesSlide241.xml" Id="R2e99c0c672a74335" /></Relationships>
</file>

<file path=ppt/slides/_rels/slide2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6ca0138e5a4a9a" /><Relationship Type="http://schemas.openxmlformats.org/officeDocument/2006/relationships/image" Target="/ppt/media/image74.png" Id="R8ee36f7989594018" /><Relationship Type="http://schemas.openxmlformats.org/officeDocument/2006/relationships/notesSlide" Target="/ppt/notesSlides/notesSlide242.xml" Id="R42443e538a5e4c4f" /></Relationships>
</file>

<file path=ppt/slides/_rels/slide2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57bfa244be4809" /><Relationship Type="http://schemas.openxmlformats.org/officeDocument/2006/relationships/notesSlide" Target="/ppt/notesSlides/notesSlide243.xml" Id="R0068514b532f4e95" /></Relationships>
</file>

<file path=ppt/slides/_rels/slide2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3871a0adda4a85" /><Relationship Type="http://schemas.openxmlformats.org/officeDocument/2006/relationships/notesSlide" Target="/ppt/notesSlides/notesSlide245.xml" Id="Rc00ca05145c040ce" /></Relationships>
</file>

<file path=ppt/slides/_rels/slide2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53bdf2c626453b" /><Relationship Type="http://schemas.openxmlformats.org/officeDocument/2006/relationships/image" Target="/ppt/media/image75.png" Id="R6cc8ccc41d304e3a" /><Relationship Type="http://schemas.openxmlformats.org/officeDocument/2006/relationships/notesSlide" Target="/ppt/notesSlides/notesSlide246.xml" Id="Ra3daaa545ea841b1" /></Relationships>
</file>

<file path=ppt/slides/_rels/slide2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30b39bf71642dd" /><Relationship Type="http://schemas.openxmlformats.org/officeDocument/2006/relationships/image" Target="/ppt/media/image76.png" Id="R53dfcea4cbed4b39" /><Relationship Type="http://schemas.openxmlformats.org/officeDocument/2006/relationships/notesSlide" Target="/ppt/notesSlides/notesSlide247.xml" Id="R7244b80e66964e4f" /></Relationships>
</file>

<file path=ppt/slides/_rels/slide2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331b3ac048440e" /><Relationship Type="http://schemas.openxmlformats.org/officeDocument/2006/relationships/image" Target="/ppt/media/image76.png" Id="R264cb0abe0104a08" /><Relationship Type="http://schemas.openxmlformats.org/officeDocument/2006/relationships/notesSlide" Target="/ppt/notesSlides/notesSlide248.xml" Id="Rfc1a892857ba4955" /></Relationships>
</file>

<file path=ppt/slides/_rels/slide2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75046e91fb4cd7" /><Relationship Type="http://schemas.openxmlformats.org/officeDocument/2006/relationships/image" Target="/ppt/media/image76.png" Id="Rb571d44b39514fee" /><Relationship Type="http://schemas.openxmlformats.org/officeDocument/2006/relationships/notesSlide" Target="/ppt/notesSlides/notesSlide249.xml" Id="R6a385b4df0df4eb7" /></Relationships>
</file>

<file path=ppt/slides/_rels/slide2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05cb039a6e480b" /><Relationship Type="http://schemas.openxmlformats.org/officeDocument/2006/relationships/notesSlide" Target="/ppt/notesSlides/notesSlide250.xml" Id="Raf09e9724da84f6f" /></Relationships>
</file>

<file path=ppt/slides/_rels/slide2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cd463796dd4e45" /><Relationship Type="http://schemas.openxmlformats.org/officeDocument/2006/relationships/notesSlide" Target="/ppt/notesSlides/notesSlide251.xml" Id="R46788b98e340480d" /></Relationships>
</file>

<file path=ppt/slides/_rels/slide2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efad2a821c45b2" /><Relationship Type="http://schemas.openxmlformats.org/officeDocument/2006/relationships/image" Target="/ppt/media/image77.png" Id="R3b3f52d49d56496a" /><Relationship Type="http://schemas.openxmlformats.org/officeDocument/2006/relationships/notesSlide" Target="/ppt/notesSlides/notesSlide252.xml" Id="R62f3544dfa8f416c" /></Relationships>
</file>

<file path=ppt/slides/_rels/slide2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e030b7c0a348f5" /><Relationship Type="http://schemas.openxmlformats.org/officeDocument/2006/relationships/image" Target="/ppt/media/image77.png" Id="R83bd19b8f6844779" /><Relationship Type="http://schemas.openxmlformats.org/officeDocument/2006/relationships/notesSlide" Target="/ppt/notesSlides/notesSlide253.xml" Id="Rae3b0a84e3a34875" /></Relationships>
</file>

<file path=ppt/slides/_rels/slide2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608ad5718049d9" /><Relationship Type="http://schemas.openxmlformats.org/officeDocument/2006/relationships/image" Target="/ppt/media/image78.png" Id="R2ca7b1048c30496c" /><Relationship Type="http://schemas.openxmlformats.org/officeDocument/2006/relationships/notesSlide" Target="/ppt/notesSlides/notesSlide254.xml" Id="R76c6417c15294c8b" /></Relationships>
</file>

<file path=ppt/slides/_rels/slide2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3f4b55c3b94966" /><Relationship Type="http://schemas.openxmlformats.org/officeDocument/2006/relationships/image" Target="/ppt/media/image78.png" Id="R50da17fa43494f67" /><Relationship Type="http://schemas.openxmlformats.org/officeDocument/2006/relationships/notesSlide" Target="/ppt/notesSlides/notesSlide255.xml" Id="Rb57aef40ae324874" /></Relationships>
</file>

<file path=ppt/slides/_rels/slide2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51ae30e3df4e7b" /><Relationship Type="http://schemas.openxmlformats.org/officeDocument/2006/relationships/notesSlide" Target="/ppt/notesSlides/notesSlide256.xml" Id="R170cc9c7e98946e6" /></Relationships>
</file>

<file path=ppt/slides/_rels/slide2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02a626e12a4c64" /><Relationship Type="http://schemas.openxmlformats.org/officeDocument/2006/relationships/notesSlide" Target="/ppt/notesSlides/notesSlide257.xml" Id="Ra7d76e3473094841" /></Relationships>
</file>

<file path=ppt/slides/_rels/slide2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a38f182d6243de" /><Relationship Type="http://schemas.openxmlformats.org/officeDocument/2006/relationships/image" Target="/ppt/media/image79.png" Id="R9cf9881cd8144e27" /><Relationship Type="http://schemas.openxmlformats.org/officeDocument/2006/relationships/notesSlide" Target="/ppt/notesSlides/notesSlide258.xml" Id="R036a907a5a6e479e" /></Relationships>
</file>

<file path=ppt/slides/_rels/slide2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f68b0b43054d79" /><Relationship Type="http://schemas.openxmlformats.org/officeDocument/2006/relationships/image" Target="/ppt/media/image80.png" Id="Ref96918b0d9d4f1f" /><Relationship Type="http://schemas.openxmlformats.org/officeDocument/2006/relationships/notesSlide" Target="/ppt/notesSlides/notesSlide259.xml" Id="R37f7d7d733cd4f03" /></Relationships>
</file>

<file path=ppt/slides/_rels/slide2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52250bf2274114" /><Relationship Type="http://schemas.openxmlformats.org/officeDocument/2006/relationships/image" Target="/ppt/media/image81.png" Id="R6eff570007a74923" /><Relationship Type="http://schemas.openxmlformats.org/officeDocument/2006/relationships/notesSlide" Target="/ppt/notesSlides/notesSlide260.xml" Id="R0faacaf3755a4b0b" /></Relationships>
</file>

<file path=ppt/slides/_rels/slide2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e5cae5c503470f" /><Relationship Type="http://schemas.openxmlformats.org/officeDocument/2006/relationships/image" Target="/ppt/media/image81.png" Id="R8a967c9310564b88" /><Relationship Type="http://schemas.openxmlformats.org/officeDocument/2006/relationships/notesSlide" Target="/ppt/notesSlides/notesSlide261.xml" Id="Rbf35eb9916594ca8" /></Relationships>
</file>

<file path=ppt/slides/_rels/slide2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9bcd65b92d44ff" /><Relationship Type="http://schemas.openxmlformats.org/officeDocument/2006/relationships/notesSlide" Target="/ppt/notesSlides/notesSlide262.xml" Id="Ra6fe7620d4214e0c" /></Relationships>
</file>

<file path=ppt/slides/_rels/slide2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e6fe08ad594fa4" /><Relationship Type="http://schemas.openxmlformats.org/officeDocument/2006/relationships/notesSlide" Target="/ppt/notesSlides/notesSlide263.xml" Id="Rfcbd8063eb4e4629" /></Relationships>
</file>

<file path=ppt/slides/_rels/slide2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ddbb3719e14ea5" /><Relationship Type="http://schemas.openxmlformats.org/officeDocument/2006/relationships/image" Target="/ppt/media/image82.png" Id="Rfc402fa34eb94d3a" /><Relationship Type="http://schemas.openxmlformats.org/officeDocument/2006/relationships/notesSlide" Target="/ppt/notesSlides/notesSlide264.xml" Id="Raeaafa9aa4a1438d" /></Relationships>
</file>

<file path=ppt/slides/_rels/slide2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a3efe085a545e4" /><Relationship Type="http://schemas.openxmlformats.org/officeDocument/2006/relationships/image" Target="/ppt/media/image83.png" Id="Rb5e109a3b6844b97" /><Relationship Type="http://schemas.openxmlformats.org/officeDocument/2006/relationships/notesSlide" Target="/ppt/notesSlides/notesSlide265.xml" Id="R8ee4d30e701d4efc" /></Relationships>
</file>

<file path=ppt/slides/_rels/slide2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d80fd9c5d7483e" /><Relationship Type="http://schemas.openxmlformats.org/officeDocument/2006/relationships/image" Target="/ppt/media/image84.png" Id="R3175143ef72143f4" /><Relationship Type="http://schemas.openxmlformats.org/officeDocument/2006/relationships/notesSlide" Target="/ppt/notesSlides/notesSlide266.xml" Id="R0c3bf6ff941449a0" /></Relationships>
</file>

<file path=ppt/slides/_rels/slide2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6570402a734aee" /><Relationship Type="http://schemas.openxmlformats.org/officeDocument/2006/relationships/image" Target="/ppt/media/image85.png" Id="Rb1d1861b63244670" /><Relationship Type="http://schemas.openxmlformats.org/officeDocument/2006/relationships/notesSlide" Target="/ppt/notesSlides/notesSlide267.xml" Id="R2cd5369a01cb4355" /></Relationships>
</file>

<file path=ppt/slides/_rels/slide2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93086900bd448c" /><Relationship Type="http://schemas.openxmlformats.org/officeDocument/2006/relationships/image" Target="/ppt/media/image86.png" Id="R561b115a8aac4784" /><Relationship Type="http://schemas.openxmlformats.org/officeDocument/2006/relationships/notesSlide" Target="/ppt/notesSlides/notesSlide268.xml" Id="R2e249eea59ac4502" /></Relationships>
</file>

<file path=ppt/slides/_rels/slide2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bdbf59ff25422b" /><Relationship Type="http://schemas.openxmlformats.org/officeDocument/2006/relationships/notesSlide" Target="/ppt/notesSlides/notesSlide269.xml" Id="R78def06d5cb24f23" /></Relationships>
</file>

<file path=ppt/slides/_rels/slide2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0ba5d629ea4660" /><Relationship Type="http://schemas.openxmlformats.org/officeDocument/2006/relationships/notesSlide" Target="/ppt/notesSlides/notesSlide270.xml" Id="R1c86a18d7fbb433d" /></Relationships>
</file>

<file path=ppt/slides/_rels/slide2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03c3dff8584283" /><Relationship Type="http://schemas.openxmlformats.org/officeDocument/2006/relationships/image" Target="/ppt/media/image87.png" Id="Rd7b406a5c84d4e91" /><Relationship Type="http://schemas.openxmlformats.org/officeDocument/2006/relationships/notesSlide" Target="/ppt/notesSlides/notesSlide271.xml" Id="Rb92efe15b8d446dd" /></Relationships>
</file>

<file path=ppt/slides/_rels/slide2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79f8d7186249f0" /><Relationship Type="http://schemas.openxmlformats.org/officeDocument/2006/relationships/image" Target="/ppt/media/image88.png" Id="R6ddf5b71d1214b1e" /><Relationship Type="http://schemas.openxmlformats.org/officeDocument/2006/relationships/notesSlide" Target="/ppt/notesSlides/notesSlide272.xml" Id="Ra0e246da518540b5" /></Relationships>
</file>

<file path=ppt/slides/_rels/slide2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d3e4bd9937482d" /><Relationship Type="http://schemas.openxmlformats.org/officeDocument/2006/relationships/image" Target="/ppt/media/image88.png" Id="Re7e51c8a49c043d5" /><Relationship Type="http://schemas.openxmlformats.org/officeDocument/2006/relationships/notesSlide" Target="/ppt/notesSlides/notesSlide273.xml" Id="Rd5f055c2b4734d39" /></Relationships>
</file>

<file path=ppt/slides/_rels/slide2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1a4232a00840bb" /><Relationship Type="http://schemas.openxmlformats.org/officeDocument/2006/relationships/image" Target="/ppt/media/image89.png" Id="R0656c8b0da6b4189" /><Relationship Type="http://schemas.openxmlformats.org/officeDocument/2006/relationships/notesSlide" Target="/ppt/notesSlides/notesSlide274.xml" Id="Rffc6eda597f240f8" /></Relationships>
</file>

<file path=ppt/slides/_rels/slide2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1f58b88a754f0a" /><Relationship Type="http://schemas.openxmlformats.org/officeDocument/2006/relationships/notesSlide" Target="/ppt/notesSlides/notesSlide275.xml" Id="R9ba3c13ec8094912" /></Relationships>
</file>

<file path=ppt/slides/_rels/slide2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1c550508f14646" /><Relationship Type="http://schemas.openxmlformats.org/officeDocument/2006/relationships/notesSlide" Target="/ppt/notesSlides/notesSlide276.xml" Id="R52d206cfe7a8477a" /></Relationships>
</file>

<file path=ppt/slides/_rels/slide2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41eef824d94034" /><Relationship Type="http://schemas.openxmlformats.org/officeDocument/2006/relationships/image" Target="/ppt/media/image90.png" Id="R14c7393b33af4b22" /><Relationship Type="http://schemas.openxmlformats.org/officeDocument/2006/relationships/notesSlide" Target="/ppt/notesSlides/notesSlide277.xml" Id="Rc8f9fccc95af405a" /></Relationships>
</file>

<file path=ppt/slides/_rels/slide2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249dd53b6347e5" /><Relationship Type="http://schemas.openxmlformats.org/officeDocument/2006/relationships/image" Target="/ppt/media/image91.png" Id="Rce40ee6869454df9" /><Relationship Type="http://schemas.openxmlformats.org/officeDocument/2006/relationships/notesSlide" Target="/ppt/notesSlides/notesSlide278.xml" Id="Rbad1c7cc217b4f10" /></Relationships>
</file>

<file path=ppt/slides/_rels/slide2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58904b247a408c" /><Relationship Type="http://schemas.openxmlformats.org/officeDocument/2006/relationships/image" Target="/ppt/media/image92.png" Id="R84dffe6e551a4cdb" /><Relationship Type="http://schemas.openxmlformats.org/officeDocument/2006/relationships/notesSlide" Target="/ppt/notesSlides/notesSlide279.xml" Id="R8f606f38299440c6" /></Relationships>
</file>

<file path=ppt/slides/_rels/slide2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4718cf20d94d28" /><Relationship Type="http://schemas.openxmlformats.org/officeDocument/2006/relationships/image" Target="/ppt/media/image93.png" Id="R2156d0951cb642b2" /><Relationship Type="http://schemas.openxmlformats.org/officeDocument/2006/relationships/notesSlide" Target="/ppt/notesSlides/notesSlide280.xml" Id="R2540234337484806" /></Relationships>
</file>

<file path=ppt/slides/_rels/slide2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5978036b224725" /><Relationship Type="http://schemas.openxmlformats.org/officeDocument/2006/relationships/image" Target="/ppt/media/image93.png" Id="R9b91ee7d98ba4466" /><Relationship Type="http://schemas.openxmlformats.org/officeDocument/2006/relationships/notesSlide" Target="/ppt/notesSlides/notesSlide281.xml" Id="R6d9b3f3ed6e249c8" /></Relationships>
</file>

<file path=ppt/slides/_rels/slide2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2d4189f0434074" /><Relationship Type="http://schemas.openxmlformats.org/officeDocument/2006/relationships/notesSlide" Target="/ppt/notesSlides/notesSlide282.xml" Id="R0abb22539f7b48fd" /></Relationships>
</file>

<file path=ppt/slides/_rels/slide2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e521ebc8544ddb" /><Relationship Type="http://schemas.openxmlformats.org/officeDocument/2006/relationships/notesSlide" Target="/ppt/notesSlides/notesSlide283.xml" Id="R5135e7d6d6204450" /></Relationships>
</file>

<file path=ppt/slides/_rels/slide2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61ea0173404985" /><Relationship Type="http://schemas.openxmlformats.org/officeDocument/2006/relationships/image" Target="/ppt/media/image94.png" Id="Rce2102e6a1d943bf" /><Relationship Type="http://schemas.openxmlformats.org/officeDocument/2006/relationships/notesSlide" Target="/ppt/notesSlides/notesSlide284.xml" Id="R2289c85292f546be" /></Relationships>
</file>

<file path=ppt/slides/_rels/slide2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b88d76fb6d42c7" /><Relationship Type="http://schemas.openxmlformats.org/officeDocument/2006/relationships/image" Target="/ppt/media/image95.png" Id="R7cd47eab67154d26" /><Relationship Type="http://schemas.openxmlformats.org/officeDocument/2006/relationships/notesSlide" Target="/ppt/notesSlides/notesSlide285.xml" Id="R682b73b038fa4ac4" /></Relationships>
</file>

<file path=ppt/slides/_rels/slide2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b74179ba954b36" /><Relationship Type="http://schemas.openxmlformats.org/officeDocument/2006/relationships/image" Target="/ppt/media/image95.png" Id="R56ec2c7e84d3480a" /><Relationship Type="http://schemas.openxmlformats.org/officeDocument/2006/relationships/notesSlide" Target="/ppt/notesSlides/notesSlide286.xml" Id="Rd7ea74690bcc49ea" /></Relationships>
</file>

<file path=ppt/slides/_rels/slide2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3595e9b5444365" /><Relationship Type="http://schemas.openxmlformats.org/officeDocument/2006/relationships/image" Target="/ppt/media/image94.png" Id="R4356074e6bac4253" /><Relationship Type="http://schemas.openxmlformats.org/officeDocument/2006/relationships/notesSlide" Target="/ppt/notesSlides/notesSlide287.xml" Id="R45d22949d26b491a" /></Relationships>
</file>

<file path=ppt/slides/_rels/slide2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26347219af4c02" /><Relationship Type="http://schemas.openxmlformats.org/officeDocument/2006/relationships/notesSlide" Target="/ppt/notesSlides/notesSlide288.xml" Id="Rf200eb814ef54adc" /></Relationships>
</file>

<file path=ppt/slides/_rels/slide2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6268ddf1014269" /><Relationship Type="http://schemas.openxmlformats.org/officeDocument/2006/relationships/notesSlide" Target="/ppt/notesSlides/notesSlide289.xml" Id="Rb4f0efcf7bba4dd6" /></Relationships>
</file>

<file path=ppt/slides/_rels/slide2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74c51e6f364ee0" /><Relationship Type="http://schemas.openxmlformats.org/officeDocument/2006/relationships/image" Target="/ppt/media/image96.png" Id="Rcc537a8d74b04349" /><Relationship Type="http://schemas.openxmlformats.org/officeDocument/2006/relationships/notesSlide" Target="/ppt/notesSlides/notesSlide290.xml" Id="Rc0ac4ac3acc5433b" /></Relationships>
</file>

<file path=ppt/slides/_rels/slide2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5e9e2e78034803" /><Relationship Type="http://schemas.openxmlformats.org/officeDocument/2006/relationships/image" Target="/ppt/media/image97.png" Id="R7affed94c3d84f8a" /><Relationship Type="http://schemas.openxmlformats.org/officeDocument/2006/relationships/notesSlide" Target="/ppt/notesSlides/notesSlide291.xml" Id="R91a112b3f1c94e12" /></Relationships>
</file>

<file path=ppt/slides/_rels/slide2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37d8baad394900" /><Relationship Type="http://schemas.openxmlformats.org/officeDocument/2006/relationships/image" Target="/ppt/media/image98.png" Id="Rec7c7ba6618e4ad9" /><Relationship Type="http://schemas.openxmlformats.org/officeDocument/2006/relationships/notesSlide" Target="/ppt/notesSlides/notesSlide292.xml" Id="R38bc0cb34f35478c" /></Relationships>
</file>

<file path=ppt/slides/_rels/slide2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9db2ddffc44642" /><Relationship Type="http://schemas.openxmlformats.org/officeDocument/2006/relationships/image" Target="/ppt/media/image99.png" Id="R6add31023c0d43a1" /><Relationship Type="http://schemas.openxmlformats.org/officeDocument/2006/relationships/notesSlide" Target="/ppt/notesSlides/notesSlide293.xml" Id="Red4a7a8f0e8146c3" /></Relationships>
</file>

<file path=ppt/slides/_rels/slide2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a4fed96d214fa5" /><Relationship Type="http://schemas.openxmlformats.org/officeDocument/2006/relationships/image" Target="/ppt/media/image100.png" Id="R963627c7fc0e476d" /><Relationship Type="http://schemas.openxmlformats.org/officeDocument/2006/relationships/notesSlide" Target="/ppt/notesSlides/notesSlide294.xml" Id="R30c808791f6240b5" /></Relationships>
</file>

<file path=ppt/slides/_rels/slide2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a53a6dcaa44cf8" /><Relationship Type="http://schemas.openxmlformats.org/officeDocument/2006/relationships/notesSlide" Target="/ppt/notesSlides/notesSlide295.xml" Id="R3c7307ec9abc4cd4" /></Relationships>
</file>

<file path=ppt/slides/_rels/slide2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9b48bf2aa848e5" /><Relationship Type="http://schemas.openxmlformats.org/officeDocument/2006/relationships/notesSlide" Target="/ppt/notesSlides/notesSlide296.xml" Id="Rf510e8dc67a44034" /></Relationships>
</file>

<file path=ppt/slides/_rels/slide2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b93111ae02471c" /><Relationship Type="http://schemas.openxmlformats.org/officeDocument/2006/relationships/image" Target="/ppt/media/image101.png" Id="R060dace51456492c" /><Relationship Type="http://schemas.openxmlformats.org/officeDocument/2006/relationships/notesSlide" Target="/ppt/notesSlides/notesSlide297.xml" Id="R4e56fc4102114905" /></Relationships>
</file>

<file path=ppt/slides/_rels/slide2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0b415e70eb45d4" /><Relationship Type="http://schemas.openxmlformats.org/officeDocument/2006/relationships/image" Target="/ppt/media/image101.png" Id="R461a6daf5752492d" /><Relationship Type="http://schemas.openxmlformats.org/officeDocument/2006/relationships/notesSlide" Target="/ppt/notesSlides/notesSlide298.xml" Id="R87f0678d135c4be3" /></Relationships>
</file>

<file path=ppt/slides/_rels/slide2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1148d8736343c6" /><Relationship Type="http://schemas.openxmlformats.org/officeDocument/2006/relationships/image" Target="/ppt/media/image102.png" Id="Rfe2bf5fdbc264151" /><Relationship Type="http://schemas.openxmlformats.org/officeDocument/2006/relationships/notesSlide" Target="/ppt/notesSlides/notesSlide299.xml" Id="R1bd4cc7ea3944f37" /></Relationships>
</file>

<file path=ppt/slides/_rels/slide3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5f249587884048" /><Relationship Type="http://schemas.openxmlformats.org/officeDocument/2006/relationships/image" Target="/ppt/media/image102.png" Id="R4a15ee6aff9d466d" /><Relationship Type="http://schemas.openxmlformats.org/officeDocument/2006/relationships/notesSlide" Target="/ppt/notesSlides/notesSlide300.xml" Id="R81df6a01355845d3" /></Relationships>
</file>

<file path=ppt/slides/_rels/slide3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dd586136c44e0d" /><Relationship Type="http://schemas.openxmlformats.org/officeDocument/2006/relationships/notesSlide" Target="/ppt/notesSlides/notesSlide301.xml" Id="Rbdca9b04449a4a01" /></Relationships>
</file>

<file path=ppt/slides/_rels/slide3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bfa48dffd84be8" /><Relationship Type="http://schemas.openxmlformats.org/officeDocument/2006/relationships/notesSlide" Target="/ppt/notesSlides/notesSlide302.xml" Id="R236f4d2bb7aa44d5" /></Relationships>
</file>

<file path=ppt/slides/_rels/slide3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98157ef487493d" /><Relationship Type="http://schemas.openxmlformats.org/officeDocument/2006/relationships/image" Target="/ppt/media/image103.png" Id="Re036b99d3b844f61" /><Relationship Type="http://schemas.openxmlformats.org/officeDocument/2006/relationships/notesSlide" Target="/ppt/notesSlides/notesSlide303.xml" Id="Rcf47dfb24d99406b" /></Relationships>
</file>

<file path=ppt/slides/_rels/slide3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512f80c5e8478b" /><Relationship Type="http://schemas.openxmlformats.org/officeDocument/2006/relationships/image" Target="/ppt/media/image104.png" Id="R69ff04bfd3dc4ff5" /><Relationship Type="http://schemas.openxmlformats.org/officeDocument/2006/relationships/notesSlide" Target="/ppt/notesSlides/notesSlide304.xml" Id="R737a102c44a541d0" /></Relationships>
</file>

<file path=ppt/slides/_rels/slide3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e7bd1790644669" /><Relationship Type="http://schemas.openxmlformats.org/officeDocument/2006/relationships/image" Target="/ppt/media/image104.png" Id="R4b7f9a7c7c94490e" /><Relationship Type="http://schemas.openxmlformats.org/officeDocument/2006/relationships/notesSlide" Target="/ppt/notesSlides/notesSlide305.xml" Id="R7947c5c23bbb41a5" /></Relationships>
</file>

<file path=ppt/slides/_rels/slide3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4254844ac5406b" /><Relationship Type="http://schemas.openxmlformats.org/officeDocument/2006/relationships/image" Target="/ppt/media/image105.png" Id="R743f640d6fd84d33" /><Relationship Type="http://schemas.openxmlformats.org/officeDocument/2006/relationships/notesSlide" Target="/ppt/notesSlides/notesSlide306.xml" Id="R8957ff2bd9054588" /></Relationships>
</file>

<file path=ppt/slides/_rels/slide3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8689a001b8484e" /><Relationship Type="http://schemas.openxmlformats.org/officeDocument/2006/relationships/image" Target="/ppt/media/image106.png" Id="Rc3be25bc1a744d9a" /><Relationship Type="http://schemas.openxmlformats.org/officeDocument/2006/relationships/notesSlide" Target="/ppt/notesSlides/notesSlide307.xml" Id="Re232314f34c54e83" /></Relationships>
</file>

<file path=ppt/slides/_rels/slide3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b1203a8bd94122" /><Relationship Type="http://schemas.openxmlformats.org/officeDocument/2006/relationships/notesSlide" Target="/ppt/notesSlides/notesSlide308.xml" Id="R77163dc640e9421f" /></Relationships>
</file>

<file path=ppt/slides/_rels/slide3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6ab8ca0fc54e96" /><Relationship Type="http://schemas.openxmlformats.org/officeDocument/2006/relationships/notesSlide" Target="/ppt/notesSlides/notesSlide310.xml" Id="R13d642d5b60542a5" /></Relationships>
</file>

<file path=ppt/slides/_rels/slide3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385b0bd1974824" /><Relationship Type="http://schemas.openxmlformats.org/officeDocument/2006/relationships/image" Target="/ppt/media/image107.png" Id="R691fc4958f9f45ee" /><Relationship Type="http://schemas.openxmlformats.org/officeDocument/2006/relationships/notesSlide" Target="/ppt/notesSlides/notesSlide311.xml" Id="R784d4765d3664049" /></Relationships>
</file>

<file path=ppt/slides/_rels/slide3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3696bd8afd4734" /><Relationship Type="http://schemas.openxmlformats.org/officeDocument/2006/relationships/image" Target="/ppt/media/image107.png" Id="Rc3e7166f8b6744ca" /><Relationship Type="http://schemas.openxmlformats.org/officeDocument/2006/relationships/notesSlide" Target="/ppt/notesSlides/notesSlide312.xml" Id="Re5af9991b771495f" /></Relationships>
</file>

<file path=ppt/slides/_rels/slide3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15b51881f64e7b" /><Relationship Type="http://schemas.openxmlformats.org/officeDocument/2006/relationships/image" Target="/ppt/media/image107.png" Id="R1eda618aab7d4000" /><Relationship Type="http://schemas.openxmlformats.org/officeDocument/2006/relationships/notesSlide" Target="/ppt/notesSlides/notesSlide313.xml" Id="Rb2ce968bb8f6455d" /></Relationships>
</file>

<file path=ppt/slides/_rels/slide3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45ddd1097d40f4" /><Relationship Type="http://schemas.openxmlformats.org/officeDocument/2006/relationships/image" Target="/ppt/media/image107.png" Id="Rda4b97ffa45f4056" /><Relationship Type="http://schemas.openxmlformats.org/officeDocument/2006/relationships/notesSlide" Target="/ppt/notesSlides/notesSlide314.xml" Id="R7fdc760f9ee04d09" /></Relationships>
</file>

<file path=ppt/slides/_rels/slide3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f1556f61bd44bd" /><Relationship Type="http://schemas.openxmlformats.org/officeDocument/2006/relationships/notesSlide" Target="/ppt/notesSlides/notesSlide315.xml" Id="R9c5eb30a28c6419b" /></Relationships>
</file>

<file path=ppt/slides/_rels/slide3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69d9694d234430" /><Relationship Type="http://schemas.openxmlformats.org/officeDocument/2006/relationships/notesSlide" Target="/ppt/notesSlides/notesSlide316.xml" Id="R2a1eebb267b240d0" /></Relationships>
</file>

<file path=ppt/slides/_rels/slide3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74215b34284274" /><Relationship Type="http://schemas.openxmlformats.org/officeDocument/2006/relationships/image" Target="/ppt/media/image108.png" Id="R16126183a9554d07" /><Relationship Type="http://schemas.openxmlformats.org/officeDocument/2006/relationships/notesSlide" Target="/ppt/notesSlides/notesSlide317.xml" Id="Rb519a853f3ea4d8b" /></Relationships>
</file>

<file path=ppt/slides/_rels/slide3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1f0beeebb84e1d" /><Relationship Type="http://schemas.openxmlformats.org/officeDocument/2006/relationships/image" Target="/ppt/media/image108.png" Id="Rd2c65b8ca5614f96" /><Relationship Type="http://schemas.openxmlformats.org/officeDocument/2006/relationships/notesSlide" Target="/ppt/notesSlides/notesSlide318.xml" Id="R35e1245d1e094c96" /></Relationships>
</file>

<file path=ppt/slides/_rels/slide3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c43f31651c416c" /><Relationship Type="http://schemas.openxmlformats.org/officeDocument/2006/relationships/image" Target="/ppt/media/image109.png" Id="Rb4f7153994d045cd" /><Relationship Type="http://schemas.openxmlformats.org/officeDocument/2006/relationships/notesSlide" Target="/ppt/notesSlides/notesSlide319.xml" Id="R41e6bccaab594ce4" /></Relationships>
</file>

<file path=ppt/slides/_rels/slide3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f1c3dd32f44f0f" /><Relationship Type="http://schemas.openxmlformats.org/officeDocument/2006/relationships/image" Target="/ppt/media/image109.png" Id="R35fed6c8e3f94a65" /><Relationship Type="http://schemas.openxmlformats.org/officeDocument/2006/relationships/notesSlide" Target="/ppt/notesSlides/notesSlide320.xml" Id="R670d51bc6341467d" /></Relationships>
</file>

<file path=ppt/slides/_rels/slide3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8e7e83904e465f" /><Relationship Type="http://schemas.openxmlformats.org/officeDocument/2006/relationships/notesSlide" Target="/ppt/notesSlides/notesSlide321.xml" Id="R8063be66c1044cc7" /></Relationships>
</file>

<file path=ppt/slides/_rels/slide3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cb06b465454b12" /><Relationship Type="http://schemas.openxmlformats.org/officeDocument/2006/relationships/notesSlide" Target="/ppt/notesSlides/notesSlide322.xml" Id="Rfd4e61de42094c5a" /></Relationships>
</file>

<file path=ppt/slides/_rels/slide3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41169ad4b44de3" /><Relationship Type="http://schemas.openxmlformats.org/officeDocument/2006/relationships/image" Target="/ppt/media/image110.png" Id="R12e8b661bf8840a0" /><Relationship Type="http://schemas.openxmlformats.org/officeDocument/2006/relationships/notesSlide" Target="/ppt/notesSlides/notesSlide323.xml" Id="R7260bfd872194533" /></Relationships>
</file>

<file path=ppt/slides/_rels/slide3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7d40e76f374662" /><Relationship Type="http://schemas.openxmlformats.org/officeDocument/2006/relationships/image" Target="/ppt/media/image110.png" Id="R14a659d6d0df47dd" /><Relationship Type="http://schemas.openxmlformats.org/officeDocument/2006/relationships/notesSlide" Target="/ppt/notesSlides/notesSlide324.xml" Id="R20289ea394cc4dd7" /></Relationships>
</file>

<file path=ppt/slides/_rels/slide3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af9ef9c2984099" /><Relationship Type="http://schemas.openxmlformats.org/officeDocument/2006/relationships/image" Target="/ppt/media/image110.png" Id="R77edab486a8d482d" /><Relationship Type="http://schemas.openxmlformats.org/officeDocument/2006/relationships/notesSlide" Target="/ppt/notesSlides/notesSlide325.xml" Id="Ra93dccd8fd9b4d43" /></Relationships>
</file>

<file path=ppt/slides/_rels/slide3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17e7cab5e344e8" /><Relationship Type="http://schemas.openxmlformats.org/officeDocument/2006/relationships/image" Target="/ppt/media/image110.png" Id="Rb91835533843451d" /><Relationship Type="http://schemas.openxmlformats.org/officeDocument/2006/relationships/notesSlide" Target="/ppt/notesSlides/notesSlide326.xml" Id="R2f4c319cbad642b6" /></Relationships>
</file>

<file path=ppt/slides/_rels/slide3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06806da8494597" /><Relationship Type="http://schemas.openxmlformats.org/officeDocument/2006/relationships/notesSlide" Target="/ppt/notesSlides/notesSlide327.xml" Id="R0f7080dbe9394da2" /></Relationships>
</file>

<file path=ppt/slides/_rels/slide3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87d2bfdf254720" /><Relationship Type="http://schemas.openxmlformats.org/officeDocument/2006/relationships/notesSlide" Target="/ppt/notesSlides/notesSlide328.xml" Id="R6b0773456a304dd5" /></Relationships>
</file>

<file path=ppt/slides/_rels/slide3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ea076d8ea44847" /><Relationship Type="http://schemas.openxmlformats.org/officeDocument/2006/relationships/image" Target="/ppt/media/image111.png" Id="R73466b5d14be4d6c" /><Relationship Type="http://schemas.openxmlformats.org/officeDocument/2006/relationships/notesSlide" Target="/ppt/notesSlides/notesSlide329.xml" Id="R48ec3c3bc95d484d" /></Relationships>
</file>

<file path=ppt/slides/_rels/slide3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1586db843f4ce5" /><Relationship Type="http://schemas.openxmlformats.org/officeDocument/2006/relationships/image" Target="/ppt/media/image111.png" Id="R546adb03f04e4bb5" /><Relationship Type="http://schemas.openxmlformats.org/officeDocument/2006/relationships/notesSlide" Target="/ppt/notesSlides/notesSlide330.xml" Id="R6f8af39784a1499c" /></Relationships>
</file>

<file path=ppt/slides/_rels/slide3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3cf6dcfc0742dd" /><Relationship Type="http://schemas.openxmlformats.org/officeDocument/2006/relationships/image" Target="/ppt/media/image112.png" Id="R1d29e09d49fa4925" /><Relationship Type="http://schemas.openxmlformats.org/officeDocument/2006/relationships/notesSlide" Target="/ppt/notesSlides/notesSlide331.xml" Id="Rf20270c4d3b94d75" /></Relationships>
</file>

<file path=ppt/slides/_rels/slide3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fa40cdad1e411f" /><Relationship Type="http://schemas.openxmlformats.org/officeDocument/2006/relationships/image" Target="/ppt/media/image112.png" Id="R6939563c83954b52" /><Relationship Type="http://schemas.openxmlformats.org/officeDocument/2006/relationships/notesSlide" Target="/ppt/notesSlides/notesSlide332.xml" Id="R2d2a295c84ed4f46" /></Relationships>
</file>

<file path=ppt/slides/_rels/slide3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69eb9001aa4803" /><Relationship Type="http://schemas.openxmlformats.org/officeDocument/2006/relationships/image" Target="/ppt/media/image112.png" Id="R5d0ecf2604844558" /><Relationship Type="http://schemas.openxmlformats.org/officeDocument/2006/relationships/notesSlide" Target="/ppt/notesSlides/notesSlide333.xml" Id="Reab67ca42f1d4080" /></Relationships>
</file>

<file path=ppt/slides/_rels/slide3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ac75dac8b54a27" /><Relationship Type="http://schemas.openxmlformats.org/officeDocument/2006/relationships/notesSlide" Target="/ppt/notesSlides/notesSlide334.xml" Id="R6c5b1122232b4a48" /></Relationships>
</file>

<file path=ppt/slides/_rels/slide5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9fc479858b49c0" /><Relationship Type="http://schemas.openxmlformats.org/officeDocument/2006/relationships/image" Target="/ppt/media/image5.png" Id="R5035b9109e614cd3" /><Relationship Type="http://schemas.openxmlformats.org/officeDocument/2006/relationships/notesSlide" Target="/ppt/notesSlides/notesSlide561.xml" Id="R3891720cb4154df0" /></Relationships>
</file>

<file path=ppt/slides/_rels/slide5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657250c1814f52" /><Relationship Type="http://schemas.openxmlformats.org/officeDocument/2006/relationships/notesSlide" Target="/ppt/notesSlides/notesSlide562.xml" Id="Rb8240441222b421a" /></Relationships>
</file>

<file path=ppt/slides/_rels/slide5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af7e64f1044d74" /><Relationship Type="http://schemas.openxmlformats.org/officeDocument/2006/relationships/notesSlide" Target="/ppt/notesSlides/notesSlide563.xml" Id="R4da9e251dc8d4b7f" /></Relationships>
</file>

<file path=ppt/slides/_rels/slide5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c70190b88046f8" /><Relationship Type="http://schemas.openxmlformats.org/officeDocument/2006/relationships/notesSlide" Target="/ppt/notesSlides/notesSlide565.xml" Id="Ra198126348414502" /></Relationships>
</file>

<file path=ppt/slides/_rels/slide5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c5cb1dbd8e436d" /><Relationship Type="http://schemas.openxmlformats.org/officeDocument/2006/relationships/image" Target="/ppt/media/image6.png" Id="Rcdea1d4d4ccd42b2" /><Relationship Type="http://schemas.openxmlformats.org/officeDocument/2006/relationships/notesSlide" Target="/ppt/notesSlides/notesSlide566.xml" Id="R3a1aac32df38481b" /></Relationships>
</file>

<file path=ppt/slides/_rels/slide5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561b1115154ba4" /><Relationship Type="http://schemas.openxmlformats.org/officeDocument/2006/relationships/image" Target="/ppt/media/image6.png" Id="Rfc61b9d411cd4901" /><Relationship Type="http://schemas.openxmlformats.org/officeDocument/2006/relationships/notesSlide" Target="/ppt/notesSlides/notesSlide567.xml" Id="R661928b410304b88" /></Relationships>
</file>

<file path=ppt/slides/_rels/slide5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775f379e264af0" /><Relationship Type="http://schemas.openxmlformats.org/officeDocument/2006/relationships/image" Target="/ppt/media/image7.png" Id="R8047547bffdd48d1" /><Relationship Type="http://schemas.openxmlformats.org/officeDocument/2006/relationships/notesSlide" Target="/ppt/notesSlides/notesSlide568.xml" Id="R7079c6d31d384a45" /></Relationships>
</file>

<file path=ppt/slides/_rels/slide5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263d6125ca4d9c" /><Relationship Type="http://schemas.openxmlformats.org/officeDocument/2006/relationships/image" Target="/ppt/media/image7.png" Id="Rf8b44c282fb6437b" /><Relationship Type="http://schemas.openxmlformats.org/officeDocument/2006/relationships/notesSlide" Target="/ppt/notesSlides/notesSlide569.xml" Id="Rf2e6a6c013514022" /></Relationships>
</file>

<file path=ppt/slides/_rels/slide5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bdc167d2504c3d" /><Relationship Type="http://schemas.openxmlformats.org/officeDocument/2006/relationships/image" Target="/ppt/media/image7.png" Id="Rd5fb3001f0744a55" /><Relationship Type="http://schemas.openxmlformats.org/officeDocument/2006/relationships/notesSlide" Target="/ppt/notesSlides/notesSlide570.xml" Id="Ra7709d91defb4480" /></Relationships>
</file>

<file path=ppt/slides/_rels/slide5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de6ff7c7854573" /><Relationship Type="http://schemas.openxmlformats.org/officeDocument/2006/relationships/notesSlide" Target="/ppt/notesSlides/notesSlide571.xml" Id="R6840db31633e4481" /></Relationships>
</file>

<file path=ppt/slides/_rels/slide5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32306b0e4f43d2" /><Relationship Type="http://schemas.openxmlformats.org/officeDocument/2006/relationships/notesSlide" Target="/ppt/notesSlides/notesSlide572.xml" Id="Rf768cc459c81480c" /></Relationships>
</file>

<file path=ppt/slides/_rels/slide5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34774daca34687" /><Relationship Type="http://schemas.openxmlformats.org/officeDocument/2006/relationships/image" Target="/ppt/media/image8.png" Id="Rf29946cb9d124aca" /><Relationship Type="http://schemas.openxmlformats.org/officeDocument/2006/relationships/notesSlide" Target="/ppt/notesSlides/notesSlide573.xml" Id="R830edba10c20433c" /></Relationships>
</file>

<file path=ppt/slides/_rels/slide5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513c77f0334d62" /><Relationship Type="http://schemas.openxmlformats.org/officeDocument/2006/relationships/image" Target="/ppt/media/image9.png" Id="R210bb077567c4cbb" /><Relationship Type="http://schemas.openxmlformats.org/officeDocument/2006/relationships/notesSlide" Target="/ppt/notesSlides/notesSlide574.xml" Id="Rc9fa92ac74f14cd6" /></Relationships>
</file>

<file path=ppt/slides/_rels/slide5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f1b4b3a3f949d5" /><Relationship Type="http://schemas.openxmlformats.org/officeDocument/2006/relationships/image" Target="/ppt/media/image9.png" Id="R1b69068aed38420b" /><Relationship Type="http://schemas.openxmlformats.org/officeDocument/2006/relationships/notesSlide" Target="/ppt/notesSlides/notesSlide575.xml" Id="R765f876109f44f5d" /></Relationships>
</file>

<file path=ppt/slides/_rels/slide5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f082483f7346bc" /><Relationship Type="http://schemas.openxmlformats.org/officeDocument/2006/relationships/image" Target="/ppt/media/image10.png" Id="R45c2ac1487f741ff" /><Relationship Type="http://schemas.openxmlformats.org/officeDocument/2006/relationships/notesSlide" Target="/ppt/notesSlides/notesSlide576.xml" Id="R3e2ca86ecad14480" /></Relationships>
</file>

<file path=ppt/slides/_rels/slide5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6a5d5c7e1b40d6" /><Relationship Type="http://schemas.openxmlformats.org/officeDocument/2006/relationships/image" Target="/ppt/media/image11.png" Id="Rf67f0ebf0ce4405c" /><Relationship Type="http://schemas.openxmlformats.org/officeDocument/2006/relationships/notesSlide" Target="/ppt/notesSlides/notesSlide577.xml" Id="R7ef0c2ff9faa4bbc" /></Relationships>
</file>

<file path=ppt/slides/_rels/slide5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0fe2645d204b89" /><Relationship Type="http://schemas.openxmlformats.org/officeDocument/2006/relationships/notesSlide" Target="/ppt/notesSlides/notesSlide578.xml" Id="R33cdd58a38434bca" /></Relationships>
</file>

<file path=ppt/slides/_rels/slide5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9782a29347469a" /><Relationship Type="http://schemas.openxmlformats.org/officeDocument/2006/relationships/notesSlide" Target="/ppt/notesSlides/notesSlide579.xml" Id="R3eb9d10698654eba" /></Relationships>
</file>

<file path=ppt/slides/_rels/slide5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30c0957bd94a7d" /><Relationship Type="http://schemas.openxmlformats.org/officeDocument/2006/relationships/image" Target="/ppt/media/image12.png" Id="R4aae2f4030de45e7" /><Relationship Type="http://schemas.openxmlformats.org/officeDocument/2006/relationships/notesSlide" Target="/ppt/notesSlides/notesSlide580.xml" Id="Rf15d4ee2cca9458e" /></Relationships>
</file>

<file path=ppt/slides/_rels/slide5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9d369c9adf4bf2" /><Relationship Type="http://schemas.openxmlformats.org/officeDocument/2006/relationships/image" Target="/ppt/media/image12.png" Id="Rb0fa1c5b0ec54b50" /><Relationship Type="http://schemas.openxmlformats.org/officeDocument/2006/relationships/notesSlide" Target="/ppt/notesSlides/notesSlide581.xml" Id="R3b865b681fad4e8f" /></Relationships>
</file>

<file path=ppt/slides/_rels/slide5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a3e02e89e24b88" /><Relationship Type="http://schemas.openxmlformats.org/officeDocument/2006/relationships/image" Target="/ppt/media/image12.png" Id="Rb27e696fd5fd458d" /><Relationship Type="http://schemas.openxmlformats.org/officeDocument/2006/relationships/notesSlide" Target="/ppt/notesSlides/notesSlide582.xml" Id="R95ed5322fbc74b1f" /></Relationships>
</file>

<file path=ppt/slides/_rels/slide5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567d28128f4fcd" /><Relationship Type="http://schemas.openxmlformats.org/officeDocument/2006/relationships/image" Target="/ppt/media/image12.png" Id="R09331afd81204113" /><Relationship Type="http://schemas.openxmlformats.org/officeDocument/2006/relationships/notesSlide" Target="/ppt/notesSlides/notesSlide583.xml" Id="R56de7e04e36a446d" /></Relationships>
</file>

<file path=ppt/slides/_rels/slide5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0f01b530414bbf" /><Relationship Type="http://schemas.openxmlformats.org/officeDocument/2006/relationships/notesSlide" Target="/ppt/notesSlides/notesSlide584.xml" Id="Rf6bda59064654f56" /></Relationships>
</file>

<file path=ppt/slides/_rels/slide5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55386e504f4086" /><Relationship Type="http://schemas.openxmlformats.org/officeDocument/2006/relationships/notesSlide" Target="/ppt/notesSlides/notesSlide585.xml" Id="Rd5c84339852c4565" /></Relationships>
</file>

<file path=ppt/slides/_rels/slide5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12010429d24cff" /><Relationship Type="http://schemas.openxmlformats.org/officeDocument/2006/relationships/image" Target="/ppt/media/image13.png" Id="Rd34eda444a8840eb" /><Relationship Type="http://schemas.openxmlformats.org/officeDocument/2006/relationships/notesSlide" Target="/ppt/notesSlides/notesSlide586.xml" Id="R0e6dd1299cd4478f" /></Relationships>
</file>

<file path=ppt/slides/_rels/slide5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5649d5daf642f5" /><Relationship Type="http://schemas.openxmlformats.org/officeDocument/2006/relationships/image" Target="/ppt/media/image13.png" Id="Rf1bd9bc25ef84dae" /><Relationship Type="http://schemas.openxmlformats.org/officeDocument/2006/relationships/notesSlide" Target="/ppt/notesSlides/notesSlide587.xml" Id="Rc24ed9fd487d493a" /></Relationships>
</file>

<file path=ppt/slides/_rels/slide5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96277511164095" /><Relationship Type="http://schemas.openxmlformats.org/officeDocument/2006/relationships/image" Target="/ppt/media/image13.png" Id="Rf8d635f826b042c5" /><Relationship Type="http://schemas.openxmlformats.org/officeDocument/2006/relationships/notesSlide" Target="/ppt/notesSlides/notesSlide588.xml" Id="R352e75ea2f3d41f5" /></Relationships>
</file>

<file path=ppt/slides/_rels/slide5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e3c020e4da49b1" /><Relationship Type="http://schemas.openxmlformats.org/officeDocument/2006/relationships/image" Target="/ppt/media/image14.png" Id="Rb1c5b71a997c4452" /><Relationship Type="http://schemas.openxmlformats.org/officeDocument/2006/relationships/notesSlide" Target="/ppt/notesSlides/notesSlide589.xml" Id="Rcf28f29f61bc4151" /></Relationships>
</file>

<file path=ppt/slides/_rels/slide5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181949a020450e" /><Relationship Type="http://schemas.openxmlformats.org/officeDocument/2006/relationships/image" Target="/ppt/media/image14.png" Id="R334eae1c4c4145c8" /><Relationship Type="http://schemas.openxmlformats.org/officeDocument/2006/relationships/notesSlide" Target="/ppt/notesSlides/notesSlide590.xml" Id="Rc19da6a60e394788" /></Relationships>
</file>

<file path=ppt/slides/_rels/slide5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540be3c89249b5" /><Relationship Type="http://schemas.openxmlformats.org/officeDocument/2006/relationships/notesSlide" Target="/ppt/notesSlides/notesSlide591.xml" Id="R0323ec0b648c4bce" /></Relationships>
</file>

<file path=ppt/slides/_rels/slide5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24cef399704708" /><Relationship Type="http://schemas.openxmlformats.org/officeDocument/2006/relationships/notesSlide" Target="/ppt/notesSlides/notesSlide592.xml" Id="Rca052452a5b44a50" /></Relationships>
</file>

<file path=ppt/slides/_rels/slide5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9b99df335f44ed" /><Relationship Type="http://schemas.openxmlformats.org/officeDocument/2006/relationships/image" Target="/ppt/media/image15.png" Id="Rd25ef0f5f40e4992" /><Relationship Type="http://schemas.openxmlformats.org/officeDocument/2006/relationships/notesSlide" Target="/ppt/notesSlides/notesSlide593.xml" Id="R3e8f3f60bfc548c6" /></Relationships>
</file>

<file path=ppt/slides/_rels/slide5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84cd637b6f4b7b" /><Relationship Type="http://schemas.openxmlformats.org/officeDocument/2006/relationships/image" Target="/ppt/media/image16.png" Id="Rbed1bdaa4eae4222" /><Relationship Type="http://schemas.openxmlformats.org/officeDocument/2006/relationships/notesSlide" Target="/ppt/notesSlides/notesSlide594.xml" Id="Re943c000c2b94c9a" /></Relationships>
</file>

<file path=ppt/slides/_rels/slide5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17c60480074090" /><Relationship Type="http://schemas.openxmlformats.org/officeDocument/2006/relationships/image" Target="/ppt/media/image16.png" Id="R4073c4d3e73f4ad0" /><Relationship Type="http://schemas.openxmlformats.org/officeDocument/2006/relationships/notesSlide" Target="/ppt/notesSlides/notesSlide595.xml" Id="R89ac9ab77b524d1b" /></Relationships>
</file>

<file path=ppt/slides/_rels/slide5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43155807564278" /><Relationship Type="http://schemas.openxmlformats.org/officeDocument/2006/relationships/image" Target="/ppt/media/image17.png" Id="Rfe8b1e4bf8d646f8" /><Relationship Type="http://schemas.openxmlformats.org/officeDocument/2006/relationships/notesSlide" Target="/ppt/notesSlides/notesSlide596.xml" Id="R68670bd966734af0" /></Relationships>
</file>

<file path=ppt/slides/_rels/slide5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cb035e7df24920" /><Relationship Type="http://schemas.openxmlformats.org/officeDocument/2006/relationships/image" Target="/ppt/media/image17.png" Id="R9497c697c42e44e3" /><Relationship Type="http://schemas.openxmlformats.org/officeDocument/2006/relationships/notesSlide" Target="/ppt/notesSlides/notesSlide597.xml" Id="R4f5cc934e87d4cc3" /></Relationships>
</file>

<file path=ppt/slides/_rels/slide5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bff8c51b6b4cc4" /><Relationship Type="http://schemas.openxmlformats.org/officeDocument/2006/relationships/notesSlide" Target="/ppt/notesSlides/notesSlide598.xml" Id="Re7621b739e104797" /></Relationships>
</file>

<file path=ppt/slides/_rels/slide5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d420a02a9d486c" /><Relationship Type="http://schemas.openxmlformats.org/officeDocument/2006/relationships/notesSlide" Target="/ppt/notesSlides/notesSlide599.xml" Id="R357106b742cd4278" /></Relationships>
</file>

<file path=ppt/slides/_rels/slide6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6fad74fb4d4637" /><Relationship Type="http://schemas.openxmlformats.org/officeDocument/2006/relationships/image" Target="/ppt/media/image18.png" Id="R792262987f3d4a08" /><Relationship Type="http://schemas.openxmlformats.org/officeDocument/2006/relationships/notesSlide" Target="/ppt/notesSlides/notesSlide600.xml" Id="R1b59360a95ee4493" /></Relationships>
</file>

<file path=ppt/slides/_rels/slide6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d948b330694e72" /><Relationship Type="http://schemas.openxmlformats.org/officeDocument/2006/relationships/image" Target="/ppt/media/image19.png" Id="Rdf64fd19a2f641ba" /><Relationship Type="http://schemas.openxmlformats.org/officeDocument/2006/relationships/notesSlide" Target="/ppt/notesSlides/notesSlide601.xml" Id="R2c7b88e2f09848e4" /></Relationships>
</file>

<file path=ppt/slides/_rels/slide6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4cdb5cfe9e43ad" /><Relationship Type="http://schemas.openxmlformats.org/officeDocument/2006/relationships/image" Target="/ppt/media/image20.png" Id="R91db2d6cb0b644bd" /><Relationship Type="http://schemas.openxmlformats.org/officeDocument/2006/relationships/notesSlide" Target="/ppt/notesSlides/notesSlide602.xml" Id="R06c90a7b148c4efa" /></Relationships>
</file>

<file path=ppt/slides/_rels/slide6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edb81cf3ec4726" /><Relationship Type="http://schemas.openxmlformats.org/officeDocument/2006/relationships/image" Target="/ppt/media/image20.png" Id="R09a703d628da4200" /><Relationship Type="http://schemas.openxmlformats.org/officeDocument/2006/relationships/notesSlide" Target="/ppt/notesSlides/notesSlide603.xml" Id="R6ad183f93866477e" /></Relationships>
</file>

<file path=ppt/slides/_rels/slide6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c2ac545db14841" /><Relationship Type="http://schemas.openxmlformats.org/officeDocument/2006/relationships/image" Target="/ppt/media/image20.png" Id="Ra623ee83f6f44c41" /><Relationship Type="http://schemas.openxmlformats.org/officeDocument/2006/relationships/notesSlide" Target="/ppt/notesSlides/notesSlide604.xml" Id="Rd49c2d7a1af5442a" /></Relationships>
</file>

<file path=ppt/slides/_rels/slide6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aab570de454856" /><Relationship Type="http://schemas.openxmlformats.org/officeDocument/2006/relationships/notesSlide" Target="/ppt/notesSlides/notesSlide605.xml" Id="R3503bc2f702745bc" /></Relationships>
</file>

<file path=ppt/slides/_rels/slide6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214242cbd2474e" /><Relationship Type="http://schemas.openxmlformats.org/officeDocument/2006/relationships/notesSlide" Target="/ppt/notesSlides/notesSlide606.xml" Id="Rb45d4d02a0fc4c01" /></Relationships>
</file>

<file path=ppt/slides/_rels/slide6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cd4816813d435a" /><Relationship Type="http://schemas.openxmlformats.org/officeDocument/2006/relationships/image" Target="/ppt/media/image21.png" Id="Rda6c6f87e89743f4" /><Relationship Type="http://schemas.openxmlformats.org/officeDocument/2006/relationships/notesSlide" Target="/ppt/notesSlides/notesSlide607.xml" Id="Rf741f62654964b26" /></Relationships>
</file>

<file path=ppt/slides/_rels/slide6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6dcdf31ef44324" /><Relationship Type="http://schemas.openxmlformats.org/officeDocument/2006/relationships/image" Target="/ppt/media/image21.png" Id="R1beb2d2af3834dcc" /><Relationship Type="http://schemas.openxmlformats.org/officeDocument/2006/relationships/notesSlide" Target="/ppt/notesSlides/notesSlide608.xml" Id="R85dd674ae8734d43" /></Relationships>
</file>

<file path=ppt/slides/_rels/slide6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139a5ff904e6c" /><Relationship Type="http://schemas.openxmlformats.org/officeDocument/2006/relationships/image" Target="/ppt/media/image21.png" Id="R93054b99b85f4272" /><Relationship Type="http://schemas.openxmlformats.org/officeDocument/2006/relationships/notesSlide" Target="/ppt/notesSlides/notesSlide609.xml" Id="R90c9e0cece044434" /></Relationships>
</file>

<file path=ppt/slides/_rels/slide6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a48ab7673d4f8d" /><Relationship Type="http://schemas.openxmlformats.org/officeDocument/2006/relationships/image" Target="/ppt/media/image22.png" Id="R1b99a2b521b54464" /><Relationship Type="http://schemas.openxmlformats.org/officeDocument/2006/relationships/notesSlide" Target="/ppt/notesSlides/notesSlide610.xml" Id="R18b113ecac574044" /></Relationships>
</file>

<file path=ppt/slides/_rels/slide6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40b10f9a94522" /><Relationship Type="http://schemas.openxmlformats.org/officeDocument/2006/relationships/image" Target="/ppt/media/image22.png" Id="Rf2a4a439e4fe4258" /><Relationship Type="http://schemas.openxmlformats.org/officeDocument/2006/relationships/notesSlide" Target="/ppt/notesSlides/notesSlide611.xml" Id="R71e7f84430ed4dea" /></Relationships>
</file>

<file path=ppt/slides/_rels/slide6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b5da3fb94d4838" /><Relationship Type="http://schemas.openxmlformats.org/officeDocument/2006/relationships/notesSlide" Target="/ppt/notesSlides/notesSlide612.xml" Id="R5be79dd1cb344d98" /></Relationships>
</file>

<file path=ppt/slides/_rels/slide6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77947613a94a46" /><Relationship Type="http://schemas.openxmlformats.org/officeDocument/2006/relationships/notesSlide" Target="/ppt/notesSlides/notesSlide613.xml" Id="Reb806f4c1cfd4c01" /></Relationships>
</file>

<file path=ppt/slides/_rels/slide6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bac7d1d1474f85" /><Relationship Type="http://schemas.openxmlformats.org/officeDocument/2006/relationships/image" Target="/ppt/media/image23.png" Id="Ra6506e51f45b49a0" /><Relationship Type="http://schemas.openxmlformats.org/officeDocument/2006/relationships/notesSlide" Target="/ppt/notesSlides/notesSlide614.xml" Id="Rda5d25b58eb84c00" /></Relationships>
</file>

<file path=ppt/slides/_rels/slide6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d81633551c460a" /><Relationship Type="http://schemas.openxmlformats.org/officeDocument/2006/relationships/image" Target="/ppt/media/image24.png" Id="R5725bc0307cc4462" /><Relationship Type="http://schemas.openxmlformats.org/officeDocument/2006/relationships/notesSlide" Target="/ppt/notesSlides/notesSlide615.xml" Id="Racf45d38bc334b31" /></Relationships>
</file>

<file path=ppt/slides/_rels/slide6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9bf20265974bb9" /><Relationship Type="http://schemas.openxmlformats.org/officeDocument/2006/relationships/image" Target="/ppt/media/image25.png" Id="Rcbc0ae9ec111443b" /><Relationship Type="http://schemas.openxmlformats.org/officeDocument/2006/relationships/notesSlide" Target="/ppt/notesSlides/notesSlide616.xml" Id="R3488e55ed8d34d4b" /></Relationships>
</file>

<file path=ppt/slides/_rels/slide6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6d64830e60419e" /><Relationship Type="http://schemas.openxmlformats.org/officeDocument/2006/relationships/image" Target="/ppt/media/image26.png" Id="Rf63e7c92cb104346" /><Relationship Type="http://schemas.openxmlformats.org/officeDocument/2006/relationships/notesSlide" Target="/ppt/notesSlides/notesSlide617.xml" Id="R52e2a053f7fc40c6" /></Relationships>
</file>

<file path=ppt/slides/_rels/slide6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14ab7d70b34609" /><Relationship Type="http://schemas.openxmlformats.org/officeDocument/2006/relationships/image" Target="/ppt/media/image27.png" Id="R76c3fe2fe7cb42a7" /><Relationship Type="http://schemas.openxmlformats.org/officeDocument/2006/relationships/notesSlide" Target="/ppt/notesSlides/notesSlide618.xml" Id="R21712239892c45df" /></Relationships>
</file>

<file path=ppt/slides/_rels/slide6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bee6add9024991" /><Relationship Type="http://schemas.openxmlformats.org/officeDocument/2006/relationships/notesSlide" Target="/ppt/notesSlides/notesSlide619.xml" Id="R3f531ad3af8348ec" /></Relationships>
</file>

<file path=ppt/slides/_rels/slide6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4392d66c43469d" /><Relationship Type="http://schemas.openxmlformats.org/officeDocument/2006/relationships/notesSlide" Target="/ppt/notesSlides/notesSlide621.xml" Id="R1fe8ac9edcb54bde" /></Relationships>
</file>

<file path=ppt/slides/_rels/slide6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4a2a27f54e411f" /><Relationship Type="http://schemas.openxmlformats.org/officeDocument/2006/relationships/image" Target="/ppt/media/image28.png" Id="R9f886b1acf414d31" /><Relationship Type="http://schemas.openxmlformats.org/officeDocument/2006/relationships/notesSlide" Target="/ppt/notesSlides/notesSlide622.xml" Id="Re1979e7c7cbd4539" /></Relationships>
</file>

<file path=ppt/slides/_rels/slide6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34a0c482f849c1" /><Relationship Type="http://schemas.openxmlformats.org/officeDocument/2006/relationships/image" Target="/ppt/media/image28.png" Id="R3839032e6514445f" /><Relationship Type="http://schemas.openxmlformats.org/officeDocument/2006/relationships/notesSlide" Target="/ppt/notesSlides/notesSlide623.xml" Id="R20dc7db3179043bf" /></Relationships>
</file>

<file path=ppt/slides/_rels/slide6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f5dd764e65474b" /><Relationship Type="http://schemas.openxmlformats.org/officeDocument/2006/relationships/image" Target="/ppt/media/image29.png" Id="R7c336ab8a0014a45" /><Relationship Type="http://schemas.openxmlformats.org/officeDocument/2006/relationships/notesSlide" Target="/ppt/notesSlides/notesSlide624.xml" Id="Rf8e0d02f84ba4252" /></Relationships>
</file>

<file path=ppt/slides/_rels/slide6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a1bacae6174d62" /><Relationship Type="http://schemas.openxmlformats.org/officeDocument/2006/relationships/image" Target="/ppt/media/image30.png" Id="Rb00d7441e34040c7" /><Relationship Type="http://schemas.openxmlformats.org/officeDocument/2006/relationships/notesSlide" Target="/ppt/notesSlides/notesSlide625.xml" Id="R948f66578eba4b6e" /></Relationships>
</file>

<file path=ppt/slides/_rels/slide6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f5fd39415243ab" /><Relationship Type="http://schemas.openxmlformats.org/officeDocument/2006/relationships/image" Target="/ppt/media/image31.png" Id="R1b4891edff824865" /><Relationship Type="http://schemas.openxmlformats.org/officeDocument/2006/relationships/notesSlide" Target="/ppt/notesSlides/notesSlide626.xml" Id="R86d5f736d80c4a61" /></Relationships>
</file>

<file path=ppt/slides/_rels/slide6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ff3c6529824009" /><Relationship Type="http://schemas.openxmlformats.org/officeDocument/2006/relationships/notesSlide" Target="/ppt/notesSlides/notesSlide627.xml" Id="Rf8f0e92f4f584a68" /></Relationships>
</file>

<file path=ppt/slides/_rels/slide6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06854a677d4cca" /><Relationship Type="http://schemas.openxmlformats.org/officeDocument/2006/relationships/notesSlide" Target="/ppt/notesSlides/notesSlide628.xml" Id="R623bcbd87f4d4a19" /></Relationships>
</file>

<file path=ppt/slides/_rels/slide6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32ebdbd5cf4aa5" /><Relationship Type="http://schemas.openxmlformats.org/officeDocument/2006/relationships/image" Target="/ppt/media/image32.png" Id="Rc243727328b14cdc" /><Relationship Type="http://schemas.openxmlformats.org/officeDocument/2006/relationships/notesSlide" Target="/ppt/notesSlides/notesSlide629.xml" Id="R6a3fc1274e9b42bb" /></Relationships>
</file>

<file path=ppt/slides/_rels/slide6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09770d1f1e4623" /><Relationship Type="http://schemas.openxmlformats.org/officeDocument/2006/relationships/image" Target="/ppt/media/image33.png" Id="R388850f030ab46aa" /><Relationship Type="http://schemas.openxmlformats.org/officeDocument/2006/relationships/notesSlide" Target="/ppt/notesSlides/notesSlide630.xml" Id="R27a27945122f4a1d" /></Relationships>
</file>

<file path=ppt/slides/_rels/slide6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2ac55220494c58" /><Relationship Type="http://schemas.openxmlformats.org/officeDocument/2006/relationships/image" Target="/ppt/media/image34.png" Id="Rcd61f02671f54ba6" /><Relationship Type="http://schemas.openxmlformats.org/officeDocument/2006/relationships/notesSlide" Target="/ppt/notesSlides/notesSlide631.xml" Id="Rcc86b179b84147ae" /></Relationships>
</file>

<file path=ppt/slides/_rels/slide6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79786bdc554dcb" /><Relationship Type="http://schemas.openxmlformats.org/officeDocument/2006/relationships/image" Target="/ppt/media/image35.png" Id="Ra9369ce8e7b94e9b" /><Relationship Type="http://schemas.openxmlformats.org/officeDocument/2006/relationships/notesSlide" Target="/ppt/notesSlides/notesSlide632.xml" Id="R9ac41eaf56db4d1d" /></Relationships>
</file>

<file path=ppt/slides/_rels/slide6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bb8f56212d4fb7" /><Relationship Type="http://schemas.openxmlformats.org/officeDocument/2006/relationships/image" Target="/ppt/media/image35.png" Id="Rb935951e84e743ba" /><Relationship Type="http://schemas.openxmlformats.org/officeDocument/2006/relationships/notesSlide" Target="/ppt/notesSlides/notesSlide633.xml" Id="Rf719b1eccb4f4159" /></Relationships>
</file>

<file path=ppt/slides/_rels/slide6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4acbe03abd4834" /><Relationship Type="http://schemas.openxmlformats.org/officeDocument/2006/relationships/notesSlide" Target="/ppt/notesSlides/notesSlide634.xml" Id="R5b648a8bab18496c" /></Relationships>
</file>

<file path=ppt/slides/_rels/slide6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924502cd224777" /><Relationship Type="http://schemas.openxmlformats.org/officeDocument/2006/relationships/notesSlide" Target="/ppt/notesSlides/notesSlide635.xml" Id="R98438cc93739403d" /></Relationships>
</file>

<file path=ppt/slides/_rels/slide6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15badeb5f848e5" /><Relationship Type="http://schemas.openxmlformats.org/officeDocument/2006/relationships/image" Target="/ppt/media/image36.png" Id="R0a96545a5ca74a75" /><Relationship Type="http://schemas.openxmlformats.org/officeDocument/2006/relationships/notesSlide" Target="/ppt/notesSlides/notesSlide636.xml" Id="R9ec34115db5047d5" /></Relationships>
</file>

<file path=ppt/slides/_rels/slide6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61e7f88624452e" /><Relationship Type="http://schemas.openxmlformats.org/officeDocument/2006/relationships/image" Target="/ppt/media/image37.png" Id="Rc5f916b942ab4851" /><Relationship Type="http://schemas.openxmlformats.org/officeDocument/2006/relationships/notesSlide" Target="/ppt/notesSlides/notesSlide637.xml" Id="R821a1b70464a48f3" /></Relationships>
</file>

<file path=ppt/slides/_rels/slide6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52453a3c8c4c04" /><Relationship Type="http://schemas.openxmlformats.org/officeDocument/2006/relationships/image" Target="/ppt/media/image37.png" Id="Rc32bdc987f644ea6" /><Relationship Type="http://schemas.openxmlformats.org/officeDocument/2006/relationships/notesSlide" Target="/ppt/notesSlides/notesSlide638.xml" Id="R800c7a76e9ae46ff" /></Relationships>
</file>

<file path=ppt/slides/_rels/slide6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239592628e4ac6" /><Relationship Type="http://schemas.openxmlformats.org/officeDocument/2006/relationships/image" Target="/ppt/media/image38.png" Id="R1f2f3236b36a4696" /><Relationship Type="http://schemas.openxmlformats.org/officeDocument/2006/relationships/notesSlide" Target="/ppt/notesSlides/notesSlide639.xml" Id="R4882079f49ae4cdc" /></Relationships>
</file>

<file path=ppt/slides/_rels/slide6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0b5631e60c46f1" /><Relationship Type="http://schemas.openxmlformats.org/officeDocument/2006/relationships/image" Target="/ppt/media/image39.png" Id="Rd7f04e7ced3749c9" /><Relationship Type="http://schemas.openxmlformats.org/officeDocument/2006/relationships/notesSlide" Target="/ppt/notesSlides/notesSlide640.xml" Id="Rc988a9e1292a42fc" /></Relationships>
</file>

<file path=ppt/slides/_rels/slide6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fa421e18be4e03" /><Relationship Type="http://schemas.openxmlformats.org/officeDocument/2006/relationships/notesSlide" Target="/ppt/notesSlides/notesSlide641.xml" Id="Rde031c7812a642c7" /></Relationships>
</file>

<file path=ppt/slides/_rels/slide6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9fd1377edf4e49" /><Relationship Type="http://schemas.openxmlformats.org/officeDocument/2006/relationships/notesSlide" Target="/ppt/notesSlides/notesSlide642.xml" Id="Rf9215f1a6ac44047" /></Relationships>
</file>

<file path=ppt/slides/_rels/slide6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4a1488039a4fdb" /><Relationship Type="http://schemas.openxmlformats.org/officeDocument/2006/relationships/image" Target="/ppt/media/image40.png" Id="Rfbc34575f31b42dc" /><Relationship Type="http://schemas.openxmlformats.org/officeDocument/2006/relationships/notesSlide" Target="/ppt/notesSlides/notesSlide643.xml" Id="R934870d361e3455b" /></Relationships>
</file>

<file path=ppt/slides/_rels/slide6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6b7b73adfa4772" /><Relationship Type="http://schemas.openxmlformats.org/officeDocument/2006/relationships/image" Target="/ppt/media/image41.png" Id="R6d67c07270f3481c" /><Relationship Type="http://schemas.openxmlformats.org/officeDocument/2006/relationships/notesSlide" Target="/ppt/notesSlides/notesSlide644.xml" Id="R3ce0d0b574254177" /></Relationships>
</file>

<file path=ppt/slides/_rels/slide6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52aa98b6ac4cda" /><Relationship Type="http://schemas.openxmlformats.org/officeDocument/2006/relationships/image" Target="/ppt/media/image42.png" Id="Rb17724a6328b42a3" /><Relationship Type="http://schemas.openxmlformats.org/officeDocument/2006/relationships/notesSlide" Target="/ppt/notesSlides/notesSlide645.xml" Id="R61d0ae977b37447a" /></Relationships>
</file>

<file path=ppt/slides/_rels/slide6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29da2f1b7a40e6" /><Relationship Type="http://schemas.openxmlformats.org/officeDocument/2006/relationships/image" Target="/ppt/media/image43.png" Id="R4b179ed612394484" /><Relationship Type="http://schemas.openxmlformats.org/officeDocument/2006/relationships/notesSlide" Target="/ppt/notesSlides/notesSlide646.xml" Id="R20b4e011c8da4906" /></Relationships>
</file>

<file path=ppt/slides/_rels/slide6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8235733d63489c" /><Relationship Type="http://schemas.openxmlformats.org/officeDocument/2006/relationships/image" Target="/ppt/media/image44.png" Id="R1aec03de99bb4ccc" /><Relationship Type="http://schemas.openxmlformats.org/officeDocument/2006/relationships/notesSlide" Target="/ppt/notesSlides/notesSlide647.xml" Id="R184767e08737443e" /></Relationships>
</file>

<file path=ppt/slides/_rels/slide6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da0066a0d94340" /><Relationship Type="http://schemas.openxmlformats.org/officeDocument/2006/relationships/notesSlide" Target="/ppt/notesSlides/notesSlide648.xml" Id="Rc3901fcf3ad248e5" /></Relationships>
</file>

<file path=ppt/slides/_rels/slide6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f3f9bf0fe54c66" /><Relationship Type="http://schemas.openxmlformats.org/officeDocument/2006/relationships/notesSlide" Target="/ppt/notesSlides/notesSlide649.xml" Id="Rfddf896ed1ae4935" /></Relationships>
</file>

<file path=ppt/slides/_rels/slide6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f04536f0104886" /><Relationship Type="http://schemas.openxmlformats.org/officeDocument/2006/relationships/image" Target="/ppt/media/image45.png" Id="R0b53183fd7804ecf" /><Relationship Type="http://schemas.openxmlformats.org/officeDocument/2006/relationships/notesSlide" Target="/ppt/notesSlides/notesSlide650.xml" Id="Rdfcfc0a3991d4d27" /></Relationships>
</file>

<file path=ppt/slides/_rels/slide6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608e16922c4cc9" /><Relationship Type="http://schemas.openxmlformats.org/officeDocument/2006/relationships/image" Target="/ppt/media/image45.png" Id="Rd0473084b3a145cd" /><Relationship Type="http://schemas.openxmlformats.org/officeDocument/2006/relationships/notesSlide" Target="/ppt/notesSlides/notesSlide651.xml" Id="Rceacceba70504d7e" /></Relationships>
</file>

<file path=ppt/slides/_rels/slide6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0d578fcca043cb" /><Relationship Type="http://schemas.openxmlformats.org/officeDocument/2006/relationships/image" Target="/ppt/media/image46.png" Id="Raf45901127f249b5" /><Relationship Type="http://schemas.openxmlformats.org/officeDocument/2006/relationships/notesSlide" Target="/ppt/notesSlides/notesSlide652.xml" Id="R77215b5f71c745c1" /></Relationships>
</file>

<file path=ppt/slides/_rels/slide6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b59de970824525" /><Relationship Type="http://schemas.openxmlformats.org/officeDocument/2006/relationships/image" Target="/ppt/media/image47.png" Id="R0387a9ff014644ce" /><Relationship Type="http://schemas.openxmlformats.org/officeDocument/2006/relationships/notesSlide" Target="/ppt/notesSlides/notesSlide653.xml" Id="R096fde13ceef483f" /></Relationships>
</file>

<file path=ppt/slides/_rels/slide6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27daeb21ab43c0" /><Relationship Type="http://schemas.openxmlformats.org/officeDocument/2006/relationships/image" Target="/ppt/media/image48.png" Id="Ra0ed6bbe334f4068" /><Relationship Type="http://schemas.openxmlformats.org/officeDocument/2006/relationships/notesSlide" Target="/ppt/notesSlides/notesSlide654.xml" Id="R4886a6afa9fe49e2" /></Relationships>
</file>

<file path=ppt/slides/_rels/slide6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19ec62f64246b3" /><Relationship Type="http://schemas.openxmlformats.org/officeDocument/2006/relationships/notesSlide" Target="/ppt/notesSlides/notesSlide655.xml" Id="R0076d391b1ff4530" /></Relationships>
</file>

<file path=ppt/slides/_rels/slide6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cd5910bdd148da" /><Relationship Type="http://schemas.openxmlformats.org/officeDocument/2006/relationships/notesSlide" Target="/ppt/notesSlides/notesSlide656.xml" Id="R6ce2044b95c24a9b" /></Relationships>
</file>

<file path=ppt/slides/_rels/slide6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88cd632fba4fd0" /><Relationship Type="http://schemas.openxmlformats.org/officeDocument/2006/relationships/image" Target="/ppt/media/image49.png" Id="R344e5d59d3f14cb8" /><Relationship Type="http://schemas.openxmlformats.org/officeDocument/2006/relationships/notesSlide" Target="/ppt/notesSlides/notesSlide657.xml" Id="R24956dfbcf3b4100" /></Relationships>
</file>

<file path=ppt/slides/_rels/slide6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8285669e534033" /><Relationship Type="http://schemas.openxmlformats.org/officeDocument/2006/relationships/image" Target="/ppt/media/image50.png" Id="R322b6c1f5c5c43cf" /><Relationship Type="http://schemas.openxmlformats.org/officeDocument/2006/relationships/notesSlide" Target="/ppt/notesSlides/notesSlide658.xml" Id="R1bd7d4eff8f04fd5" /></Relationships>
</file>

<file path=ppt/slides/_rels/slide6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12881db40840e3" /><Relationship Type="http://schemas.openxmlformats.org/officeDocument/2006/relationships/image" Target="/ppt/media/image51.png" Id="R515d3c28e2084dca" /><Relationship Type="http://schemas.openxmlformats.org/officeDocument/2006/relationships/notesSlide" Target="/ppt/notesSlides/notesSlide659.xml" Id="R63b522ebc1794963" /></Relationships>
</file>

<file path=ppt/slides/_rels/slide6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14f0821f9f477a" /><Relationship Type="http://schemas.openxmlformats.org/officeDocument/2006/relationships/image" Target="/ppt/media/image52.png" Id="R6bf186e6b48f46d2" /><Relationship Type="http://schemas.openxmlformats.org/officeDocument/2006/relationships/notesSlide" Target="/ppt/notesSlides/notesSlide660.xml" Id="R384680aed4b341a9" /></Relationships>
</file>

<file path=ppt/slides/_rels/slide6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ff79ec3a0f42a4" /><Relationship Type="http://schemas.openxmlformats.org/officeDocument/2006/relationships/image" Target="/ppt/media/image53.png" Id="R4f3cf6e0bbef4344" /><Relationship Type="http://schemas.openxmlformats.org/officeDocument/2006/relationships/notesSlide" Target="/ppt/notesSlides/notesSlide661.xml" Id="Re2601159c3864dd6" /></Relationships>
</file>

<file path=ppt/slides/_rels/slide6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3448f9ba7441ec" /><Relationship Type="http://schemas.openxmlformats.org/officeDocument/2006/relationships/notesSlide" Target="/ppt/notesSlides/notesSlide662.xml" Id="Rce6867e6e6564acf" /></Relationships>
</file>

<file path=ppt/slides/_rels/slide6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2265d92f2841e5" /><Relationship Type="http://schemas.openxmlformats.org/officeDocument/2006/relationships/notesSlide" Target="/ppt/notesSlides/notesSlide663.xml" Id="R1890dd336aa248a7" /></Relationships>
</file>

<file path=ppt/slides/_rels/slide6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0bb848656c4345" /><Relationship Type="http://schemas.openxmlformats.org/officeDocument/2006/relationships/image" Target="/ppt/media/image54.png" Id="R36e70c95aaee43a6" /><Relationship Type="http://schemas.openxmlformats.org/officeDocument/2006/relationships/notesSlide" Target="/ppt/notesSlides/notesSlide664.xml" Id="R0e983dea215047e4" /></Relationships>
</file>

<file path=ppt/slides/_rels/slide6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7e8d6b90534681" /><Relationship Type="http://schemas.openxmlformats.org/officeDocument/2006/relationships/image" Target="/ppt/media/image55.png" Id="Rf54644eda27e4ab0" /><Relationship Type="http://schemas.openxmlformats.org/officeDocument/2006/relationships/notesSlide" Target="/ppt/notesSlides/notesSlide665.xml" Id="R5941f6f33134411f" /></Relationships>
</file>

<file path=ppt/slides/_rels/slide6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80e824634542db" /><Relationship Type="http://schemas.openxmlformats.org/officeDocument/2006/relationships/image" Target="/ppt/media/image55.png" Id="R92877e70861a44a4" /><Relationship Type="http://schemas.openxmlformats.org/officeDocument/2006/relationships/notesSlide" Target="/ppt/notesSlides/notesSlide666.xml" Id="R829e2140b50f4b64" /></Relationships>
</file>

<file path=ppt/slides/_rels/slide6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4b2892fcba4801" /><Relationship Type="http://schemas.openxmlformats.org/officeDocument/2006/relationships/image" Target="/ppt/media/image56.png" Id="R39b0bb713fd04d2e" /><Relationship Type="http://schemas.openxmlformats.org/officeDocument/2006/relationships/notesSlide" Target="/ppt/notesSlides/notesSlide667.xml" Id="R55f90addaddc4881" /></Relationships>
</file>

<file path=ppt/slides/_rels/slide6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32678a259a4f25" /><Relationship Type="http://schemas.openxmlformats.org/officeDocument/2006/relationships/image" Target="/ppt/media/image57.png" Id="R0e2a315b009c4e27" /><Relationship Type="http://schemas.openxmlformats.org/officeDocument/2006/relationships/notesSlide" Target="/ppt/notesSlides/notesSlide668.xml" Id="Re38387aeef9a4ada" /></Relationships>
</file>

<file path=ppt/slides/_rels/slide6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2b64ea49124bf8" /><Relationship Type="http://schemas.openxmlformats.org/officeDocument/2006/relationships/notesSlide" Target="/ppt/notesSlides/notesSlide669.xml" Id="Rd664923efba24f3b" /></Relationships>
</file>

<file path=ppt/slides/_rels/slide6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9eebb7c2c64494" /><Relationship Type="http://schemas.openxmlformats.org/officeDocument/2006/relationships/notesSlide" Target="/ppt/notesSlides/notesSlide670.xml" Id="R6e416daa19974410" /></Relationships>
</file>

<file path=ppt/slides/_rels/slide6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5163c4c5874307" /><Relationship Type="http://schemas.openxmlformats.org/officeDocument/2006/relationships/image" Target="/ppt/media/image58.png" Id="R5d1a954da9bc4161" /><Relationship Type="http://schemas.openxmlformats.org/officeDocument/2006/relationships/notesSlide" Target="/ppt/notesSlides/notesSlide671.xml" Id="R5983971322ae4b2a" /></Relationships>
</file>

<file path=ppt/slides/_rels/slide6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d14d68842e476c" /><Relationship Type="http://schemas.openxmlformats.org/officeDocument/2006/relationships/image" Target="/ppt/media/image59.png" Id="R2130aa5b11c84fdb" /><Relationship Type="http://schemas.openxmlformats.org/officeDocument/2006/relationships/notesSlide" Target="/ppt/notesSlides/notesSlide672.xml" Id="R5091bb7373214cde" /></Relationships>
</file>

<file path=ppt/slides/_rels/slide6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1f51f2cb224f23" /><Relationship Type="http://schemas.openxmlformats.org/officeDocument/2006/relationships/image" Target="/ppt/media/image60.png" Id="R03fe4029accd4543" /><Relationship Type="http://schemas.openxmlformats.org/officeDocument/2006/relationships/notesSlide" Target="/ppt/notesSlides/notesSlide673.xml" Id="Rf6300e3d24af4a9e" /></Relationships>
</file>

<file path=ppt/slides/_rels/slide6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8ce33be66d4a5b" /><Relationship Type="http://schemas.openxmlformats.org/officeDocument/2006/relationships/image" Target="/ppt/media/image61.png" Id="Rfdb8d421ed074532" /><Relationship Type="http://schemas.openxmlformats.org/officeDocument/2006/relationships/notesSlide" Target="/ppt/notesSlides/notesSlide674.xml" Id="R996ba0b3b27f4aa5" /></Relationships>
</file>

<file path=ppt/slides/_rels/slide6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868ce699e844a9" /><Relationship Type="http://schemas.openxmlformats.org/officeDocument/2006/relationships/image" Target="/ppt/media/image62.png" Id="R86fbefea29d648dc" /><Relationship Type="http://schemas.openxmlformats.org/officeDocument/2006/relationships/notesSlide" Target="/ppt/notesSlides/notesSlide675.xml" Id="R6e90b165cd5c4170" /></Relationships>
</file>

<file path=ppt/slides/_rels/slide6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e8d850dc814e2f" /><Relationship Type="http://schemas.openxmlformats.org/officeDocument/2006/relationships/notesSlide" Target="/ppt/notesSlides/notesSlide676.xml" Id="Ra268a863ae1240b9" /></Relationships>
</file>

<file path=ppt/slides/_rels/slide6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e9a857aa0e426a" /><Relationship Type="http://schemas.openxmlformats.org/officeDocument/2006/relationships/notesSlide" Target="/ppt/notesSlides/notesSlide678.xml" Id="Rc0d8562a4bc54685" /></Relationships>
</file>

<file path=ppt/slides/_rels/slide6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d5dd7e536c407d" /><Relationship Type="http://schemas.openxmlformats.org/officeDocument/2006/relationships/image" Target="/ppt/media/image63.png" Id="R735074f658f442bf" /><Relationship Type="http://schemas.openxmlformats.org/officeDocument/2006/relationships/notesSlide" Target="/ppt/notesSlides/notesSlide679.xml" Id="Re54f160508ba4097" /></Relationships>
</file>

<file path=ppt/slides/_rels/slide6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b6619bc7674802" /><Relationship Type="http://schemas.openxmlformats.org/officeDocument/2006/relationships/image" Target="/ppt/media/image63.png" Id="R60e0dda5220c4305" /><Relationship Type="http://schemas.openxmlformats.org/officeDocument/2006/relationships/notesSlide" Target="/ppt/notesSlides/notesSlide680.xml" Id="R930f34b8fee24e77" /></Relationships>
</file>

<file path=ppt/slides/_rels/slide6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dade01ade74859" /><Relationship Type="http://schemas.openxmlformats.org/officeDocument/2006/relationships/image" Target="/ppt/media/image63.png" Id="Rf5feed1764fb41a4" /><Relationship Type="http://schemas.openxmlformats.org/officeDocument/2006/relationships/notesSlide" Target="/ppt/notesSlides/notesSlide681.xml" Id="Ra3b282fede9b410a" /></Relationships>
</file>

<file path=ppt/slides/_rels/slide6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e2b9b13ae54eaa" /><Relationship Type="http://schemas.openxmlformats.org/officeDocument/2006/relationships/image" Target="/ppt/media/image63.png" Id="Rf6156201dc554303" /><Relationship Type="http://schemas.openxmlformats.org/officeDocument/2006/relationships/notesSlide" Target="/ppt/notesSlides/notesSlide682.xml" Id="R3a55358c933a4013" /></Relationships>
</file>

<file path=ppt/slides/_rels/slide6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98d130c2c943ee" /><Relationship Type="http://schemas.openxmlformats.org/officeDocument/2006/relationships/image" Target="/ppt/media/image63.png" Id="R0de34b653aa64017" /><Relationship Type="http://schemas.openxmlformats.org/officeDocument/2006/relationships/notesSlide" Target="/ppt/notesSlides/notesSlide683.xml" Id="R88f6e4bbe3a04a13" /></Relationships>
</file>

<file path=ppt/slides/_rels/slide6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d680174f784325" /><Relationship Type="http://schemas.openxmlformats.org/officeDocument/2006/relationships/notesSlide" Target="/ppt/notesSlides/notesSlide684.xml" Id="R4ae0c2dcf32b4f75" /></Relationships>
</file>

<file path=ppt/slides/_rels/slide6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55ecf6b6734d8e" /><Relationship Type="http://schemas.openxmlformats.org/officeDocument/2006/relationships/notesSlide" Target="/ppt/notesSlides/notesSlide685.xml" Id="R93ddaf95ef6a4e14" /></Relationships>
</file>

<file path=ppt/slides/_rels/slide6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364a75ed194174" /><Relationship Type="http://schemas.openxmlformats.org/officeDocument/2006/relationships/image" Target="/ppt/media/image64.png" Id="Rcacef20d63d64ec8" /><Relationship Type="http://schemas.openxmlformats.org/officeDocument/2006/relationships/notesSlide" Target="/ppt/notesSlides/notesSlide686.xml" Id="Rf587716dd58d4ff3" /></Relationships>
</file>

<file path=ppt/slides/_rels/slide6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42b0f56b014de8" /><Relationship Type="http://schemas.openxmlformats.org/officeDocument/2006/relationships/image" Target="/ppt/media/image64.png" Id="Ra23f135996094237" /><Relationship Type="http://schemas.openxmlformats.org/officeDocument/2006/relationships/notesSlide" Target="/ppt/notesSlides/notesSlide687.xml" Id="R4d5b6563b5ff465e" /></Relationships>
</file>

<file path=ppt/slides/_rels/slide6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035fa24df54f4e" /><Relationship Type="http://schemas.openxmlformats.org/officeDocument/2006/relationships/image" Target="/ppt/media/image64.png" Id="Rc527ac568da0483e" /><Relationship Type="http://schemas.openxmlformats.org/officeDocument/2006/relationships/notesSlide" Target="/ppt/notesSlides/notesSlide688.xml" Id="R0e49fdf7a2664306" /></Relationships>
</file>

<file path=ppt/slides/_rels/slide6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0183e5612245a5" /><Relationship Type="http://schemas.openxmlformats.org/officeDocument/2006/relationships/image" Target="/ppt/media/image64.png" Id="R532be5c4d65b46cb" /><Relationship Type="http://schemas.openxmlformats.org/officeDocument/2006/relationships/notesSlide" Target="/ppt/notesSlides/notesSlide689.xml" Id="R28bd053a1e874079" /></Relationships>
</file>

<file path=ppt/slides/_rels/slide6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9c7605a2f24c78" /><Relationship Type="http://schemas.openxmlformats.org/officeDocument/2006/relationships/image" Target="/ppt/media/image65.png" Id="R01f05384f0df49df" /><Relationship Type="http://schemas.openxmlformats.org/officeDocument/2006/relationships/notesSlide" Target="/ppt/notesSlides/notesSlide690.xml" Id="R759c8e46bbb94e83" /></Relationships>
</file>

<file path=ppt/slides/_rels/slide6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ebd357eae5430a" /><Relationship Type="http://schemas.openxmlformats.org/officeDocument/2006/relationships/notesSlide" Target="/ppt/notesSlides/notesSlide691.xml" Id="R9123443df3894d55" /></Relationships>
</file>

<file path=ppt/slides/_rels/slide7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ffd048fa704f21" /><Relationship Type="http://schemas.openxmlformats.org/officeDocument/2006/relationships/image" Target="/ppt/media/image66.png" Id="R017e24cf9a204f86" /><Relationship Type="http://schemas.openxmlformats.org/officeDocument/2006/relationships/notesSlide" Target="/ppt/notesSlides/notesSlide774.xml" Id="R12f35947322642df" /></Relationships>
</file>

<file path=ppt/slides/_rels/slide7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b9a19288634e46" /><Relationship Type="http://schemas.openxmlformats.org/officeDocument/2006/relationships/notesSlide" Target="/ppt/notesSlides/notesSlide775.xml" Id="R09071f16bed64c15" /></Relationships>
</file>

<file path=ppt/slides/_rels/slide7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6d6e682eef447d" /><Relationship Type="http://schemas.openxmlformats.org/officeDocument/2006/relationships/notesSlide" Target="/ppt/notesSlides/notesSlide776.xml" Id="R9fdb2bf17f6045a7" /></Relationships>
</file>

<file path=ppt/slides/_rels/slide7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1b335ee1f74fda" /><Relationship Type="http://schemas.openxmlformats.org/officeDocument/2006/relationships/notesSlide" Target="/ppt/notesSlides/notesSlide778.xml" Id="R8a351db1bc714dee" /></Relationships>
</file>

<file path=ppt/slides/_rels/slide7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476bce9cf0419a" /><Relationship Type="http://schemas.openxmlformats.org/officeDocument/2006/relationships/image" Target="/ppt/media/image67.png" Id="R4f9eb1702782459d" /><Relationship Type="http://schemas.openxmlformats.org/officeDocument/2006/relationships/notesSlide" Target="/ppt/notesSlides/notesSlide779.xml" Id="R54d4203a364b4d19" /></Relationships>
</file>

<file path=ppt/slides/_rels/slide7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9247f6f2614ecb" /><Relationship Type="http://schemas.openxmlformats.org/officeDocument/2006/relationships/image" Target="/ppt/media/image68.png" Id="R345e48aaa0384255" /><Relationship Type="http://schemas.openxmlformats.org/officeDocument/2006/relationships/notesSlide" Target="/ppt/notesSlides/notesSlide780.xml" Id="Rafc81858211b4b62" /></Relationships>
</file>

<file path=ppt/slides/_rels/slide7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11ab23d9d745a5" /><Relationship Type="http://schemas.openxmlformats.org/officeDocument/2006/relationships/image" Target="/ppt/media/image68.png" Id="Rde9b924c97d24dd9" /><Relationship Type="http://schemas.openxmlformats.org/officeDocument/2006/relationships/notesSlide" Target="/ppt/notesSlides/notesSlide781.xml" Id="Rc9e91ad1fd9c4698" /></Relationships>
</file>

<file path=ppt/slides/_rels/slide7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7f67dfa68f4650" /><Relationship Type="http://schemas.openxmlformats.org/officeDocument/2006/relationships/image" Target="/ppt/media/image69.png" Id="Rb00a1f5b121e4e55" /><Relationship Type="http://schemas.openxmlformats.org/officeDocument/2006/relationships/notesSlide" Target="/ppt/notesSlides/notesSlide782.xml" Id="Rc3455e3d03194ba1" /></Relationships>
</file>

<file path=ppt/slides/_rels/slide7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25b58006694693" /><Relationship Type="http://schemas.openxmlformats.org/officeDocument/2006/relationships/notesSlide" Target="/ppt/notesSlides/notesSlide783.xml" Id="R1bd3481e089f465e" /></Relationships>
</file>

<file path=ppt/slides/_rels/slide7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70d811cff14015" /><Relationship Type="http://schemas.openxmlformats.org/officeDocument/2006/relationships/notesSlide" Target="/ppt/notesSlides/notesSlide784.xml" Id="Rdaa5ac1a6d274b2f" /></Relationships>
</file>

<file path=ppt/slides/_rels/slide7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aa0436db9b49ce" /><Relationship Type="http://schemas.openxmlformats.org/officeDocument/2006/relationships/image" Target="/ppt/media/image70.png" Id="R964920b80a224214" /><Relationship Type="http://schemas.openxmlformats.org/officeDocument/2006/relationships/notesSlide" Target="/ppt/notesSlides/notesSlide785.xml" Id="Re26e0030a0ce427f" /></Relationships>
</file>

<file path=ppt/slides/_rels/slide7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aa94206da94778" /><Relationship Type="http://schemas.openxmlformats.org/officeDocument/2006/relationships/image" Target="/ppt/media/image70.png" Id="Rec93ecfa44fa49e8" /><Relationship Type="http://schemas.openxmlformats.org/officeDocument/2006/relationships/notesSlide" Target="/ppt/notesSlides/notesSlide786.xml" Id="R4126c7039a554b92" /></Relationships>
</file>

<file path=ppt/slides/_rels/slide7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88106cd1b444fe" /><Relationship Type="http://schemas.openxmlformats.org/officeDocument/2006/relationships/image" Target="/ppt/media/image70.png" Id="R44eae1e96c4844d6" /><Relationship Type="http://schemas.openxmlformats.org/officeDocument/2006/relationships/notesSlide" Target="/ppt/notesSlides/notesSlide787.xml" Id="R916e34c5b4014695" /></Relationships>
</file>

<file path=ppt/slides/_rels/slide7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d574fd2f0b4752" /><Relationship Type="http://schemas.openxmlformats.org/officeDocument/2006/relationships/image" Target="/ppt/media/image70.png" Id="R049ff93ab21c4463" /><Relationship Type="http://schemas.openxmlformats.org/officeDocument/2006/relationships/notesSlide" Target="/ppt/notesSlides/notesSlide788.xml" Id="Rc1b5e323eb0443fe" /></Relationships>
</file>

<file path=ppt/slides/_rels/slide7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f6cfab5c724751" /><Relationship Type="http://schemas.openxmlformats.org/officeDocument/2006/relationships/notesSlide" Target="/ppt/notesSlides/notesSlide789.xml" Id="Ra3fdd339fd344095" /></Relationships>
</file>

<file path=ppt/slides/_rels/slide7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be3b9a7ceb43fc" /><Relationship Type="http://schemas.openxmlformats.org/officeDocument/2006/relationships/notesSlide" Target="/ppt/notesSlides/notesSlide790.xml" Id="Rbfa3e5eb643e4ccb" /></Relationships>
</file>

<file path=ppt/slides/_rels/slide7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e8a3441d7e41d1" /><Relationship Type="http://schemas.openxmlformats.org/officeDocument/2006/relationships/image" Target="/ppt/media/image71.png" Id="R4a0db3e0e1344986" /><Relationship Type="http://schemas.openxmlformats.org/officeDocument/2006/relationships/notesSlide" Target="/ppt/notesSlides/notesSlide791.xml" Id="Rc15be3750dc24bbf" /></Relationships>
</file>

<file path=ppt/slides/_rels/slide7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4390e71ea64bab" /><Relationship Type="http://schemas.openxmlformats.org/officeDocument/2006/relationships/image" Target="/ppt/media/image71.png" Id="R1dd5fae9c71c40d5" /><Relationship Type="http://schemas.openxmlformats.org/officeDocument/2006/relationships/notesSlide" Target="/ppt/notesSlides/notesSlide792.xml" Id="Rb10c253d6f2f4d9d" /></Relationships>
</file>

<file path=ppt/slides/_rels/slide7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3e8074cc484805" /><Relationship Type="http://schemas.openxmlformats.org/officeDocument/2006/relationships/image" Target="/ppt/media/image72.png" Id="R26d515ac9f1d4f72" /><Relationship Type="http://schemas.openxmlformats.org/officeDocument/2006/relationships/notesSlide" Target="/ppt/notesSlides/notesSlide793.xml" Id="R78681ec7261546d4" /></Relationships>
</file>

<file path=ppt/slides/_rels/slide7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ae4d4b89764004" /><Relationship Type="http://schemas.openxmlformats.org/officeDocument/2006/relationships/image" Target="/ppt/media/image72.png" Id="Rc3faf4ec41eb424c" /><Relationship Type="http://schemas.openxmlformats.org/officeDocument/2006/relationships/notesSlide" Target="/ppt/notesSlides/notesSlide794.xml" Id="Rae8c26356a9e4d7f" /></Relationships>
</file>

<file path=ppt/slides/_rels/slide7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e9084353074147" /><Relationship Type="http://schemas.openxmlformats.org/officeDocument/2006/relationships/notesSlide" Target="/ppt/notesSlides/notesSlide795.xml" Id="R7f829311cf40487b" /></Relationships>
</file>

<file path=ppt/slides/_rels/slide7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7ae36d2e434c00" /><Relationship Type="http://schemas.openxmlformats.org/officeDocument/2006/relationships/notesSlide" Target="/ppt/notesSlides/notesSlide796.xml" Id="R43610eb5cd5f46c9" /></Relationships>
</file>

<file path=ppt/slides/_rels/slide7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efe4a6bc614f16" /><Relationship Type="http://schemas.openxmlformats.org/officeDocument/2006/relationships/image" Target="/ppt/media/image73.png" Id="R5d4d77659d694462" /><Relationship Type="http://schemas.openxmlformats.org/officeDocument/2006/relationships/notesSlide" Target="/ppt/notesSlides/notesSlide797.xml" Id="R54ce6dac5c714be3" /></Relationships>
</file>

<file path=ppt/slides/_rels/slide7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b978079e494deb" /><Relationship Type="http://schemas.openxmlformats.org/officeDocument/2006/relationships/image" Target="/ppt/media/image73.png" Id="R8c80f9405d9c4645" /><Relationship Type="http://schemas.openxmlformats.org/officeDocument/2006/relationships/notesSlide" Target="/ppt/notesSlides/notesSlide798.xml" Id="Rd97b98e6c7cf4b75" /></Relationships>
</file>

<file path=ppt/slides/_rels/slide7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45ef0bf54a40b5" /><Relationship Type="http://schemas.openxmlformats.org/officeDocument/2006/relationships/image" Target="/ppt/media/image74.png" Id="R0fe7400d06a148ad" /><Relationship Type="http://schemas.openxmlformats.org/officeDocument/2006/relationships/notesSlide" Target="/ppt/notesSlides/notesSlide799.xml" Id="Rcd409af6129a496a" /></Relationships>
</file>

<file path=ppt/slides/_rels/slide8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0b8c18059e47cc" /><Relationship Type="http://schemas.openxmlformats.org/officeDocument/2006/relationships/image" Target="/ppt/media/image74.png" Id="Re7feffa6801c4cec" /><Relationship Type="http://schemas.openxmlformats.org/officeDocument/2006/relationships/notesSlide" Target="/ppt/notesSlides/notesSlide800.xml" Id="Rc825df004e4149ad" /></Relationships>
</file>

<file path=ppt/slides/_rels/slide8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ed493074944a4c" /><Relationship Type="http://schemas.openxmlformats.org/officeDocument/2006/relationships/notesSlide" Target="/ppt/notesSlides/notesSlide801.xml" Id="R50bc167d8e5844ea" /></Relationships>
</file>

<file path=ppt/slides/_rels/slide8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50a4d1f52741e9" /><Relationship Type="http://schemas.openxmlformats.org/officeDocument/2006/relationships/notesSlide" Target="/ppt/notesSlides/notesSlide803.xml" Id="R958f942dfbb747b3" /></Relationships>
</file>

<file path=ppt/slides/_rels/slide8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5bb02bb0594d91" /><Relationship Type="http://schemas.openxmlformats.org/officeDocument/2006/relationships/image" Target="/ppt/media/image75.png" Id="R447effc4662f4b38" /><Relationship Type="http://schemas.openxmlformats.org/officeDocument/2006/relationships/notesSlide" Target="/ppt/notesSlides/notesSlide804.xml" Id="R561445ec604d491d" /></Relationships>
</file>

<file path=ppt/slides/_rels/slide8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9b02bb6b1744c1" /><Relationship Type="http://schemas.openxmlformats.org/officeDocument/2006/relationships/image" Target="/ppt/media/image76.png" Id="Rd730ad8788fb431b" /><Relationship Type="http://schemas.openxmlformats.org/officeDocument/2006/relationships/notesSlide" Target="/ppt/notesSlides/notesSlide805.xml" Id="R1f3d3358753b4abf" /></Relationships>
</file>

<file path=ppt/slides/_rels/slide8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409918ae984854" /><Relationship Type="http://schemas.openxmlformats.org/officeDocument/2006/relationships/image" Target="/ppt/media/image76.png" Id="R8a2e6e5536764fa4" /><Relationship Type="http://schemas.openxmlformats.org/officeDocument/2006/relationships/notesSlide" Target="/ppt/notesSlides/notesSlide806.xml" Id="Re35d0909599449a2" /></Relationships>
</file>

<file path=ppt/slides/_rels/slide8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69a8f2c1af4fbb" /><Relationship Type="http://schemas.openxmlformats.org/officeDocument/2006/relationships/image" Target="/ppt/media/image76.png" Id="Ra8cc3bcfce4f48aa" /><Relationship Type="http://schemas.openxmlformats.org/officeDocument/2006/relationships/notesSlide" Target="/ppt/notesSlides/notesSlide807.xml" Id="R36acdc13cbae49cf" /></Relationships>
</file>

<file path=ppt/slides/_rels/slide8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dde65b91e34cd6" /><Relationship Type="http://schemas.openxmlformats.org/officeDocument/2006/relationships/notesSlide" Target="/ppt/notesSlides/notesSlide808.xml" Id="R527cdce2e6f748b9" /></Relationships>
</file>

<file path=ppt/slides/_rels/slide8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1446c33bdb443c" /><Relationship Type="http://schemas.openxmlformats.org/officeDocument/2006/relationships/notesSlide" Target="/ppt/notesSlides/notesSlide809.xml" Id="R4e3d0e49f16d4743" /></Relationships>
</file>

<file path=ppt/slides/_rels/slide8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57bbaa7cd7434d" /><Relationship Type="http://schemas.openxmlformats.org/officeDocument/2006/relationships/image" Target="/ppt/media/image77.png" Id="Rf65fc9c0ee4042fe" /><Relationship Type="http://schemas.openxmlformats.org/officeDocument/2006/relationships/notesSlide" Target="/ppt/notesSlides/notesSlide810.xml" Id="R1dd06853e1904062" /></Relationships>
</file>

<file path=ppt/slides/_rels/slide8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5677e82f27498c" /><Relationship Type="http://schemas.openxmlformats.org/officeDocument/2006/relationships/image" Target="/ppt/media/image77.png" Id="R2417322202d041c5" /><Relationship Type="http://schemas.openxmlformats.org/officeDocument/2006/relationships/notesSlide" Target="/ppt/notesSlides/notesSlide811.xml" Id="Rab46c8ccfa3d40ba" /></Relationships>
</file>

<file path=ppt/slides/_rels/slide8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a30e0169244dea" /><Relationship Type="http://schemas.openxmlformats.org/officeDocument/2006/relationships/image" Target="/ppt/media/image78.png" Id="R1c314bd8caf24124" /><Relationship Type="http://schemas.openxmlformats.org/officeDocument/2006/relationships/notesSlide" Target="/ppt/notesSlides/notesSlide812.xml" Id="Rdb22854d342641fe" /></Relationships>
</file>

<file path=ppt/slides/_rels/slide8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462491d20a4cd2" /><Relationship Type="http://schemas.openxmlformats.org/officeDocument/2006/relationships/image" Target="/ppt/media/image78.png" Id="R11bba9bdc16d4771" /><Relationship Type="http://schemas.openxmlformats.org/officeDocument/2006/relationships/notesSlide" Target="/ppt/notesSlides/notesSlide813.xml" Id="R89cf9bf2bf054c57" /></Relationships>
</file>

<file path=ppt/slides/_rels/slide8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bded1b9a5e49c7" /><Relationship Type="http://schemas.openxmlformats.org/officeDocument/2006/relationships/notesSlide" Target="/ppt/notesSlides/notesSlide814.xml" Id="Rfddd1d144c10473d" /></Relationships>
</file>

<file path=ppt/slides/_rels/slide8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0195c72e3446d3" /><Relationship Type="http://schemas.openxmlformats.org/officeDocument/2006/relationships/notesSlide" Target="/ppt/notesSlides/notesSlide815.xml" Id="R71581ef3e205475f" /></Relationships>
</file>

<file path=ppt/slides/_rels/slide8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8a573c52e4444c" /><Relationship Type="http://schemas.openxmlformats.org/officeDocument/2006/relationships/image" Target="/ppt/media/image79.png" Id="R52b4773ed4af408f" /><Relationship Type="http://schemas.openxmlformats.org/officeDocument/2006/relationships/notesSlide" Target="/ppt/notesSlides/notesSlide816.xml" Id="R2e485c8efea74341" /></Relationships>
</file>

<file path=ppt/slides/_rels/slide8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4dc1bd116748d4" /><Relationship Type="http://schemas.openxmlformats.org/officeDocument/2006/relationships/image" Target="/ppt/media/image80.png" Id="R2c4de59d62074c66" /><Relationship Type="http://schemas.openxmlformats.org/officeDocument/2006/relationships/notesSlide" Target="/ppt/notesSlides/notesSlide817.xml" Id="R2bb4452bf4a046d1" /></Relationships>
</file>

<file path=ppt/slides/_rels/slide8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083b8073df49bf" /><Relationship Type="http://schemas.openxmlformats.org/officeDocument/2006/relationships/image" Target="/ppt/media/image81.png" Id="R9fb44eae20c94f79" /><Relationship Type="http://schemas.openxmlformats.org/officeDocument/2006/relationships/notesSlide" Target="/ppt/notesSlides/notesSlide818.xml" Id="R056b168a7d914fcd" /></Relationships>
</file>

<file path=ppt/slides/_rels/slide8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9da32576c74e3c" /><Relationship Type="http://schemas.openxmlformats.org/officeDocument/2006/relationships/image" Target="/ppt/media/image81.png" Id="R296d106423a945db" /><Relationship Type="http://schemas.openxmlformats.org/officeDocument/2006/relationships/notesSlide" Target="/ppt/notesSlides/notesSlide819.xml" Id="R5bb83285c1684a03" /></Relationships>
</file>

<file path=ppt/slides/_rels/slide8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49a861a2164409" /><Relationship Type="http://schemas.openxmlformats.org/officeDocument/2006/relationships/notesSlide" Target="/ppt/notesSlides/notesSlide820.xml" Id="R8d038545c77d4aa2" /></Relationships>
</file>

<file path=ppt/slides/_rels/slide8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a17c977bde411c" /><Relationship Type="http://schemas.openxmlformats.org/officeDocument/2006/relationships/notesSlide" Target="/ppt/notesSlides/notesSlide821.xml" Id="R1afba6e16ada4be3" /></Relationships>
</file>

<file path=ppt/slides/_rels/slide8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35ed31809a4888" /><Relationship Type="http://schemas.openxmlformats.org/officeDocument/2006/relationships/image" Target="/ppt/media/image82.png" Id="R35752c8119214654" /><Relationship Type="http://schemas.openxmlformats.org/officeDocument/2006/relationships/notesSlide" Target="/ppt/notesSlides/notesSlide822.xml" Id="Re863677b1a1f46f3" /></Relationships>
</file>

<file path=ppt/slides/_rels/slide8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10e7ced27041ff" /><Relationship Type="http://schemas.openxmlformats.org/officeDocument/2006/relationships/image" Target="/ppt/media/image83.png" Id="R20bbd95a96974811" /><Relationship Type="http://schemas.openxmlformats.org/officeDocument/2006/relationships/notesSlide" Target="/ppt/notesSlides/notesSlide823.xml" Id="R0594e77765da4b30" /></Relationships>
</file>

<file path=ppt/slides/_rels/slide8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00865f2bf34f95" /><Relationship Type="http://schemas.openxmlformats.org/officeDocument/2006/relationships/image" Target="/ppt/media/image84.png" Id="Rfa127f8d7187484d" /><Relationship Type="http://schemas.openxmlformats.org/officeDocument/2006/relationships/notesSlide" Target="/ppt/notesSlides/notesSlide824.xml" Id="Rfd7b00488acf48b2" /></Relationships>
</file>

<file path=ppt/slides/_rels/slide8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66fe69851a47a5" /><Relationship Type="http://schemas.openxmlformats.org/officeDocument/2006/relationships/image" Target="/ppt/media/image85.png" Id="R62927cd7a67e40d9" /><Relationship Type="http://schemas.openxmlformats.org/officeDocument/2006/relationships/notesSlide" Target="/ppt/notesSlides/notesSlide825.xml" Id="R927d3b38089f4882" /></Relationships>
</file>

<file path=ppt/slides/_rels/slide8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64ad9b81ea45c3" /><Relationship Type="http://schemas.openxmlformats.org/officeDocument/2006/relationships/image" Target="/ppt/media/image86.png" Id="Rdb42163c0ce64acb" /><Relationship Type="http://schemas.openxmlformats.org/officeDocument/2006/relationships/notesSlide" Target="/ppt/notesSlides/notesSlide826.xml" Id="R7477434833d6468b" /></Relationships>
</file>

<file path=ppt/slides/_rels/slide8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7b30bfb34c4cfb" /><Relationship Type="http://schemas.openxmlformats.org/officeDocument/2006/relationships/notesSlide" Target="/ppt/notesSlides/notesSlide827.xml" Id="Rf75512fefbda486e" /></Relationships>
</file>

<file path=ppt/slides/_rels/slide8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b13815a1ab4317" /><Relationship Type="http://schemas.openxmlformats.org/officeDocument/2006/relationships/notesSlide" Target="/ppt/notesSlides/notesSlide828.xml" Id="Ree438c30f0924897" /></Relationships>
</file>

<file path=ppt/slides/_rels/slide8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d2eeae1abb49aa" /><Relationship Type="http://schemas.openxmlformats.org/officeDocument/2006/relationships/image" Target="/ppt/media/image87.png" Id="Ra0c171257bf64b24" /><Relationship Type="http://schemas.openxmlformats.org/officeDocument/2006/relationships/notesSlide" Target="/ppt/notesSlides/notesSlide829.xml" Id="R286e78ae2172447b" /></Relationships>
</file>

<file path=ppt/slides/_rels/slide8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af6006808e432c" /><Relationship Type="http://schemas.openxmlformats.org/officeDocument/2006/relationships/image" Target="/ppt/media/image88.png" Id="Ra0318bbad77c4a41" /><Relationship Type="http://schemas.openxmlformats.org/officeDocument/2006/relationships/notesSlide" Target="/ppt/notesSlides/notesSlide830.xml" Id="Ra40e4061555b4138" /></Relationships>
</file>

<file path=ppt/slides/_rels/slide8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8b7c7c248b4d0f" /><Relationship Type="http://schemas.openxmlformats.org/officeDocument/2006/relationships/image" Target="/ppt/media/image88.png" Id="R70f4739b0c0a437e" /><Relationship Type="http://schemas.openxmlformats.org/officeDocument/2006/relationships/notesSlide" Target="/ppt/notesSlides/notesSlide831.xml" Id="Ra1322edab71b4128" /></Relationships>
</file>

<file path=ppt/slides/_rels/slide8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322b4e062a4895" /><Relationship Type="http://schemas.openxmlformats.org/officeDocument/2006/relationships/image" Target="/ppt/media/image89.png" Id="Raf66698ff52345df" /><Relationship Type="http://schemas.openxmlformats.org/officeDocument/2006/relationships/notesSlide" Target="/ppt/notesSlides/notesSlide832.xml" Id="R7e1255994cfb4f52" /></Relationships>
</file>

<file path=ppt/slides/_rels/slide8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b2d5d1a6cf426e" /><Relationship Type="http://schemas.openxmlformats.org/officeDocument/2006/relationships/notesSlide" Target="/ppt/notesSlides/notesSlide833.xml" Id="Re994caa9da9345b6" /></Relationships>
</file>

<file path=ppt/slides/_rels/slide8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0eb4e156854355" /><Relationship Type="http://schemas.openxmlformats.org/officeDocument/2006/relationships/notesSlide" Target="/ppt/notesSlides/notesSlide834.xml" Id="R987bdc601a724878" /></Relationships>
</file>

<file path=ppt/slides/_rels/slide8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7f617eba044992" /><Relationship Type="http://schemas.openxmlformats.org/officeDocument/2006/relationships/image" Target="/ppt/media/image90.png" Id="Rbb233419815041d3" /><Relationship Type="http://schemas.openxmlformats.org/officeDocument/2006/relationships/notesSlide" Target="/ppt/notesSlides/notesSlide835.xml" Id="Rc5dc43de0ff64dd5" /></Relationships>
</file>

<file path=ppt/slides/_rels/slide8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38826acf274b3b" /><Relationship Type="http://schemas.openxmlformats.org/officeDocument/2006/relationships/image" Target="/ppt/media/image91.png" Id="R0ee570ee39464db7" /><Relationship Type="http://schemas.openxmlformats.org/officeDocument/2006/relationships/notesSlide" Target="/ppt/notesSlides/notesSlide836.xml" Id="R4ec471eef6514254" /></Relationships>
</file>

<file path=ppt/slides/_rels/slide8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fbaafd903849c8" /><Relationship Type="http://schemas.openxmlformats.org/officeDocument/2006/relationships/image" Target="/ppt/media/image92.png" Id="Ra091476978824625" /><Relationship Type="http://schemas.openxmlformats.org/officeDocument/2006/relationships/notesSlide" Target="/ppt/notesSlides/notesSlide837.xml" Id="R9344a1606b294583" /></Relationships>
</file>

<file path=ppt/slides/_rels/slide8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a4177847bf487e" /><Relationship Type="http://schemas.openxmlformats.org/officeDocument/2006/relationships/image" Target="/ppt/media/image93.png" Id="R3dbde8e7d5684fff" /><Relationship Type="http://schemas.openxmlformats.org/officeDocument/2006/relationships/notesSlide" Target="/ppt/notesSlides/notesSlide838.xml" Id="Rcb98000643894d9d" /></Relationships>
</file>

<file path=ppt/slides/_rels/slide8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5503d9a33945bc" /><Relationship Type="http://schemas.openxmlformats.org/officeDocument/2006/relationships/image" Target="/ppt/media/image93.png" Id="Rcbb657de7fc44a09" /><Relationship Type="http://schemas.openxmlformats.org/officeDocument/2006/relationships/notesSlide" Target="/ppt/notesSlides/notesSlide839.xml" Id="R7a7a3af595c94699" /></Relationships>
</file>

<file path=ppt/slides/_rels/slide8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eeeb612a5b432b" /><Relationship Type="http://schemas.openxmlformats.org/officeDocument/2006/relationships/notesSlide" Target="/ppt/notesSlides/notesSlide840.xml" Id="Rb4124351cb11431c" /></Relationships>
</file>

<file path=ppt/slides/_rels/slide8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c58c3ca32b4f59" /><Relationship Type="http://schemas.openxmlformats.org/officeDocument/2006/relationships/notesSlide" Target="/ppt/notesSlides/notesSlide841.xml" Id="Rb5574ea918d740d3" /></Relationships>
</file>

<file path=ppt/slides/_rels/slide8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aec64ab02b49cc" /><Relationship Type="http://schemas.openxmlformats.org/officeDocument/2006/relationships/image" Target="/ppt/media/image94.png" Id="Rd40fba2cb7c840fc" /><Relationship Type="http://schemas.openxmlformats.org/officeDocument/2006/relationships/notesSlide" Target="/ppt/notesSlides/notesSlide842.xml" Id="R1a13a584872b45df" /></Relationships>
</file>

<file path=ppt/slides/_rels/slide8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179f720c8a411c" /><Relationship Type="http://schemas.openxmlformats.org/officeDocument/2006/relationships/image" Target="/ppt/media/image95.png" Id="R794c3c2f4b43435f" /><Relationship Type="http://schemas.openxmlformats.org/officeDocument/2006/relationships/notesSlide" Target="/ppt/notesSlides/notesSlide843.xml" Id="R6d596a80a84a41f2" /></Relationships>
</file>

<file path=ppt/slides/_rels/slide8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b4965bbe19455c" /><Relationship Type="http://schemas.openxmlformats.org/officeDocument/2006/relationships/image" Target="/ppt/media/image95.png" Id="R29d58695908b4162" /><Relationship Type="http://schemas.openxmlformats.org/officeDocument/2006/relationships/notesSlide" Target="/ppt/notesSlides/notesSlide844.xml" Id="Rc805bbd908f44baf" /></Relationships>
</file>

<file path=ppt/slides/_rels/slide8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1e84b99ed4412e" /><Relationship Type="http://schemas.openxmlformats.org/officeDocument/2006/relationships/image" Target="/ppt/media/image94.png" Id="R2d964a57d73c4159" /><Relationship Type="http://schemas.openxmlformats.org/officeDocument/2006/relationships/notesSlide" Target="/ppt/notesSlides/notesSlide845.xml" Id="Rb9e0c32822cb4aca" /></Relationships>
</file>

<file path=ppt/slides/_rels/slide8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9b05f6d4ff49df" /><Relationship Type="http://schemas.openxmlformats.org/officeDocument/2006/relationships/notesSlide" Target="/ppt/notesSlides/notesSlide846.xml" Id="Re5442cce25cb467b" /></Relationships>
</file>

<file path=ppt/slides/_rels/slide8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1d83d0438d4d8d" /><Relationship Type="http://schemas.openxmlformats.org/officeDocument/2006/relationships/notesSlide" Target="/ppt/notesSlides/notesSlide847.xml" Id="R559972fbd8b54239" /></Relationships>
</file>

<file path=ppt/slides/_rels/slide8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d3d19d69d146c6" /><Relationship Type="http://schemas.openxmlformats.org/officeDocument/2006/relationships/image" Target="/ppt/media/image96.png" Id="Redb889dbd65a4dce" /><Relationship Type="http://schemas.openxmlformats.org/officeDocument/2006/relationships/notesSlide" Target="/ppt/notesSlides/notesSlide848.xml" Id="R07c2a0bf043a4ed0" /></Relationships>
</file>

<file path=ppt/slides/_rels/slide8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d16ddc73bf4bf3" /><Relationship Type="http://schemas.openxmlformats.org/officeDocument/2006/relationships/image" Target="/ppt/media/image97.png" Id="R4edbaf7e05234731" /><Relationship Type="http://schemas.openxmlformats.org/officeDocument/2006/relationships/notesSlide" Target="/ppt/notesSlides/notesSlide849.xml" Id="Rd4843cb42ec3467b" /></Relationships>
</file>

<file path=ppt/slides/_rels/slide8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06ff56b20141b8" /><Relationship Type="http://schemas.openxmlformats.org/officeDocument/2006/relationships/image" Target="/ppt/media/image98.png" Id="Rf9c05c0fa70a4311" /><Relationship Type="http://schemas.openxmlformats.org/officeDocument/2006/relationships/notesSlide" Target="/ppt/notesSlides/notesSlide850.xml" Id="Re5cb7f26615742e2" /></Relationships>
</file>

<file path=ppt/slides/_rels/slide8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5f222e1d444d15" /><Relationship Type="http://schemas.openxmlformats.org/officeDocument/2006/relationships/image" Target="/ppt/media/image99.png" Id="R67fa9d8c648444ef" /><Relationship Type="http://schemas.openxmlformats.org/officeDocument/2006/relationships/notesSlide" Target="/ppt/notesSlides/notesSlide851.xml" Id="R7655b79b5a6b4861" /></Relationships>
</file>

<file path=ppt/slides/_rels/slide8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74125098f1425f" /><Relationship Type="http://schemas.openxmlformats.org/officeDocument/2006/relationships/image" Target="/ppt/media/image100.png" Id="R7dd3364d79644ce8" /><Relationship Type="http://schemas.openxmlformats.org/officeDocument/2006/relationships/notesSlide" Target="/ppt/notesSlides/notesSlide852.xml" Id="R5dc01d2f4ce34b0c" /></Relationships>
</file>

<file path=ppt/slides/_rels/slide8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92967c9a2148a9" /><Relationship Type="http://schemas.openxmlformats.org/officeDocument/2006/relationships/notesSlide" Target="/ppt/notesSlides/notesSlide853.xml" Id="Rbcdf8a820625447c" /></Relationships>
</file>

<file path=ppt/slides/_rels/slide8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1cd4b8d0244500" /><Relationship Type="http://schemas.openxmlformats.org/officeDocument/2006/relationships/notesSlide" Target="/ppt/notesSlides/notesSlide854.xml" Id="R11e38f0fd4c94c82" /></Relationships>
</file>

<file path=ppt/slides/_rels/slide8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6661cc54a248cd" /><Relationship Type="http://schemas.openxmlformats.org/officeDocument/2006/relationships/image" Target="/ppt/media/image101.png" Id="R28d95f065a774c50" /><Relationship Type="http://schemas.openxmlformats.org/officeDocument/2006/relationships/notesSlide" Target="/ppt/notesSlides/notesSlide855.xml" Id="R9982995df9b9471f" /></Relationships>
</file>

<file path=ppt/slides/_rels/slide8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7024d3923e4def" /><Relationship Type="http://schemas.openxmlformats.org/officeDocument/2006/relationships/image" Target="/ppt/media/image101.png" Id="Re1d8a560217e49f7" /><Relationship Type="http://schemas.openxmlformats.org/officeDocument/2006/relationships/notesSlide" Target="/ppt/notesSlides/notesSlide856.xml" Id="R31cbd645791c4374" /></Relationships>
</file>

<file path=ppt/slides/_rels/slide8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1d471fdf1045ea" /><Relationship Type="http://schemas.openxmlformats.org/officeDocument/2006/relationships/image" Target="/ppt/media/image102.png" Id="R4649da260cec4746" /><Relationship Type="http://schemas.openxmlformats.org/officeDocument/2006/relationships/notesSlide" Target="/ppt/notesSlides/notesSlide857.xml" Id="R718307175b5c4300" /></Relationships>
</file>

<file path=ppt/slides/_rels/slide8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a350199fe94689" /><Relationship Type="http://schemas.openxmlformats.org/officeDocument/2006/relationships/image" Target="/ppt/media/image102.png" Id="R60c5e09c8108408a" /><Relationship Type="http://schemas.openxmlformats.org/officeDocument/2006/relationships/notesSlide" Target="/ppt/notesSlides/notesSlide858.xml" Id="R940f9ace9ed14b68" /></Relationships>
</file>

<file path=ppt/slides/_rels/slide8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dea90d59aa47a8" /><Relationship Type="http://schemas.openxmlformats.org/officeDocument/2006/relationships/notesSlide" Target="/ppt/notesSlides/notesSlide859.xml" Id="R134d5f60e4394251" /></Relationships>
</file>

<file path=ppt/slides/_rels/slide8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d9733b1fff4ea7" /><Relationship Type="http://schemas.openxmlformats.org/officeDocument/2006/relationships/notesSlide" Target="/ppt/notesSlides/notesSlide860.xml" Id="R8cb7e46642014497" /></Relationships>
</file>

<file path=ppt/slides/_rels/slide8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01b229a23245b2" /><Relationship Type="http://schemas.openxmlformats.org/officeDocument/2006/relationships/image" Target="/ppt/media/image103.png" Id="R0a2e18f8c34445a2" /><Relationship Type="http://schemas.openxmlformats.org/officeDocument/2006/relationships/notesSlide" Target="/ppt/notesSlides/notesSlide861.xml" Id="R79cd3b5088d34dca" /></Relationships>
</file>

<file path=ppt/slides/_rels/slide8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edbb6bdcb04eb2" /><Relationship Type="http://schemas.openxmlformats.org/officeDocument/2006/relationships/image" Target="/ppt/media/image104.png" Id="Rb1f4e5f55cf1421f" /><Relationship Type="http://schemas.openxmlformats.org/officeDocument/2006/relationships/notesSlide" Target="/ppt/notesSlides/notesSlide862.xml" Id="R180cd90ba4e34dc9" /></Relationships>
</file>

<file path=ppt/slides/_rels/slide8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506f0030ac4bdd" /><Relationship Type="http://schemas.openxmlformats.org/officeDocument/2006/relationships/image" Target="/ppt/media/image104.png" Id="R14a81c81d7d54f3d" /><Relationship Type="http://schemas.openxmlformats.org/officeDocument/2006/relationships/notesSlide" Target="/ppt/notesSlides/notesSlide863.xml" Id="Rde2efe51bd2f41db" /></Relationships>
</file>

<file path=ppt/slides/_rels/slide8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2fcb7accff48ea" /><Relationship Type="http://schemas.openxmlformats.org/officeDocument/2006/relationships/image" Target="/ppt/media/image105.png" Id="Rf921ed1931934fa9" /><Relationship Type="http://schemas.openxmlformats.org/officeDocument/2006/relationships/notesSlide" Target="/ppt/notesSlides/notesSlide864.xml" Id="Reba9ad888f1d419a" /></Relationships>
</file>

<file path=ppt/slides/_rels/slide8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94a08facf14076" /><Relationship Type="http://schemas.openxmlformats.org/officeDocument/2006/relationships/image" Target="/ppt/media/image106.png" Id="Re2ced5d9545f46bc" /><Relationship Type="http://schemas.openxmlformats.org/officeDocument/2006/relationships/notesSlide" Target="/ppt/notesSlides/notesSlide865.xml" Id="Rf628abc78b1a4b4a" /></Relationships>
</file>

<file path=ppt/slides/_rels/slide8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006096773f4c7d" /><Relationship Type="http://schemas.openxmlformats.org/officeDocument/2006/relationships/notesSlide" Target="/ppt/notesSlides/notesSlide866.xml" Id="R6f9968fccae7474a" /></Relationships>
</file>

<file path=ppt/slides/_rels/slide8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2f404130d04597" /><Relationship Type="http://schemas.openxmlformats.org/officeDocument/2006/relationships/notesSlide" Target="/ppt/notesSlides/notesSlide868.xml" Id="R9a71690370b748d0" /></Relationships>
</file>

<file path=ppt/slides/_rels/slide8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8eb833cdd44ffb" /><Relationship Type="http://schemas.openxmlformats.org/officeDocument/2006/relationships/image" Target="/ppt/media/image107.png" Id="R75c6cf9e6d1f432d" /><Relationship Type="http://schemas.openxmlformats.org/officeDocument/2006/relationships/notesSlide" Target="/ppt/notesSlides/notesSlide869.xml" Id="Rabc13b04b9d54ccf" /></Relationships>
</file>

<file path=ppt/slides/_rels/slide8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8f64199bd84dbe" /><Relationship Type="http://schemas.openxmlformats.org/officeDocument/2006/relationships/image" Target="/ppt/media/image107.png" Id="R3e12523f852d4a4c" /><Relationship Type="http://schemas.openxmlformats.org/officeDocument/2006/relationships/notesSlide" Target="/ppt/notesSlides/notesSlide870.xml" Id="R8c1fcbe75db441fa" /></Relationships>
</file>

<file path=ppt/slides/_rels/slide8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0fa4db4b4b42de" /><Relationship Type="http://schemas.openxmlformats.org/officeDocument/2006/relationships/image" Target="/ppt/media/image107.png" Id="R3c8c3a9cb380434c" /><Relationship Type="http://schemas.openxmlformats.org/officeDocument/2006/relationships/notesSlide" Target="/ppt/notesSlides/notesSlide871.xml" Id="R53ac88c60ff84aa3" /></Relationships>
</file>

<file path=ppt/slides/_rels/slide8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5c69ff276440f4" /><Relationship Type="http://schemas.openxmlformats.org/officeDocument/2006/relationships/image" Target="/ppt/media/image107.png" Id="Rcf12775b33be48e1" /><Relationship Type="http://schemas.openxmlformats.org/officeDocument/2006/relationships/notesSlide" Target="/ppt/notesSlides/notesSlide872.xml" Id="R109869976d8748fd" /></Relationships>
</file>

<file path=ppt/slides/_rels/slide8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4ee5a26bbf4d03" /><Relationship Type="http://schemas.openxmlformats.org/officeDocument/2006/relationships/notesSlide" Target="/ppt/notesSlides/notesSlide873.xml" Id="R72a39e05846d466c" /></Relationships>
</file>

<file path=ppt/slides/_rels/slide8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cab78bff2a4d63" /><Relationship Type="http://schemas.openxmlformats.org/officeDocument/2006/relationships/notesSlide" Target="/ppt/notesSlides/notesSlide874.xml" Id="R15375b084fe346bd" /></Relationships>
</file>

<file path=ppt/slides/_rels/slide8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82c61c61b741cb" /><Relationship Type="http://schemas.openxmlformats.org/officeDocument/2006/relationships/image" Target="/ppt/media/image108.png" Id="Rd9afceb800db4847" /><Relationship Type="http://schemas.openxmlformats.org/officeDocument/2006/relationships/notesSlide" Target="/ppt/notesSlides/notesSlide875.xml" Id="R34fa3669420d4a9c" /></Relationships>
</file>

<file path=ppt/slides/_rels/slide8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087a0e993044ab" /><Relationship Type="http://schemas.openxmlformats.org/officeDocument/2006/relationships/image" Target="/ppt/media/image108.png" Id="Ref1c6715aba04644" /><Relationship Type="http://schemas.openxmlformats.org/officeDocument/2006/relationships/notesSlide" Target="/ppt/notesSlides/notesSlide876.xml" Id="R69957d186e254cdc" /></Relationships>
</file>

<file path=ppt/slides/_rels/slide8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768d3e25fa49c1" /><Relationship Type="http://schemas.openxmlformats.org/officeDocument/2006/relationships/image" Target="/ppt/media/image109.png" Id="R52f4c7183bb94694" /><Relationship Type="http://schemas.openxmlformats.org/officeDocument/2006/relationships/notesSlide" Target="/ppt/notesSlides/notesSlide877.xml" Id="R38c970da51c1498f" /></Relationships>
</file>

<file path=ppt/slides/_rels/slide8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b9cc8702594b26" /><Relationship Type="http://schemas.openxmlformats.org/officeDocument/2006/relationships/image" Target="/ppt/media/image109.png" Id="Rb13488a013e54de7" /><Relationship Type="http://schemas.openxmlformats.org/officeDocument/2006/relationships/notesSlide" Target="/ppt/notesSlides/notesSlide878.xml" Id="Raf01f4e24b344ee1" /></Relationships>
</file>

<file path=ppt/slides/_rels/slide8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5ecf0d14de400d" /><Relationship Type="http://schemas.openxmlformats.org/officeDocument/2006/relationships/notesSlide" Target="/ppt/notesSlides/notesSlide879.xml" Id="Ra2b301ed54a34135" /></Relationships>
</file>

<file path=ppt/slides/_rels/slide8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9ab75d19144ebe" /><Relationship Type="http://schemas.openxmlformats.org/officeDocument/2006/relationships/notesSlide" Target="/ppt/notesSlides/notesSlide880.xml" Id="R675dacbb0c0c4644" /></Relationships>
</file>

<file path=ppt/slides/_rels/slide8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630697aec14482" /><Relationship Type="http://schemas.openxmlformats.org/officeDocument/2006/relationships/image" Target="/ppt/media/image110.png" Id="R2a861d55bc064904" /><Relationship Type="http://schemas.openxmlformats.org/officeDocument/2006/relationships/notesSlide" Target="/ppt/notesSlides/notesSlide881.xml" Id="Rbe72d13334c34539" /></Relationships>
</file>

<file path=ppt/slides/_rels/slide8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b4e09f3eb64cd7" /><Relationship Type="http://schemas.openxmlformats.org/officeDocument/2006/relationships/image" Target="/ppt/media/image110.png" Id="Rd853cd24006849ec" /><Relationship Type="http://schemas.openxmlformats.org/officeDocument/2006/relationships/notesSlide" Target="/ppt/notesSlides/notesSlide882.xml" Id="R81306d461c5244d3" /></Relationships>
</file>

<file path=ppt/slides/_rels/slide8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8d482d44494178" /><Relationship Type="http://schemas.openxmlformats.org/officeDocument/2006/relationships/image" Target="/ppt/media/image110.png" Id="R2b372e68e79e4799" /><Relationship Type="http://schemas.openxmlformats.org/officeDocument/2006/relationships/notesSlide" Target="/ppt/notesSlides/notesSlide883.xml" Id="R247e019bce6a41a4" /></Relationships>
</file>

<file path=ppt/slides/_rels/slide8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5f9f53b10b4d1d" /><Relationship Type="http://schemas.openxmlformats.org/officeDocument/2006/relationships/image" Target="/ppt/media/image110.png" Id="R9f8e012867614d06" /><Relationship Type="http://schemas.openxmlformats.org/officeDocument/2006/relationships/notesSlide" Target="/ppt/notesSlides/notesSlide884.xml" Id="R12712012130a4cc9" /></Relationships>
</file>

<file path=ppt/slides/_rels/slide8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3c1c2177304300" /><Relationship Type="http://schemas.openxmlformats.org/officeDocument/2006/relationships/notesSlide" Target="/ppt/notesSlides/notesSlide885.xml" Id="Rcd976917519f450f" /></Relationships>
</file>

<file path=ppt/slides/_rels/slide8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d2410f4e994129" /><Relationship Type="http://schemas.openxmlformats.org/officeDocument/2006/relationships/notesSlide" Target="/ppt/notesSlides/notesSlide886.xml" Id="R24ddd4dd723346b6" /></Relationships>
</file>

<file path=ppt/slides/_rels/slide8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5df136ce424cb8" /><Relationship Type="http://schemas.openxmlformats.org/officeDocument/2006/relationships/image" Target="/ppt/media/image111.png" Id="Rde01877015ef46c6" /><Relationship Type="http://schemas.openxmlformats.org/officeDocument/2006/relationships/notesSlide" Target="/ppt/notesSlides/notesSlide887.xml" Id="Ra4ec38fadebb4c69" /></Relationships>
</file>

<file path=ppt/slides/_rels/slide8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6e3188c3904ca3" /><Relationship Type="http://schemas.openxmlformats.org/officeDocument/2006/relationships/image" Target="/ppt/media/image111.png" Id="R004743667ab0446c" /><Relationship Type="http://schemas.openxmlformats.org/officeDocument/2006/relationships/notesSlide" Target="/ppt/notesSlides/notesSlide888.xml" Id="R8d0378eb4a0243b2" /></Relationships>
</file>

<file path=ppt/slides/_rels/slide8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cfa8defa0d4300" /><Relationship Type="http://schemas.openxmlformats.org/officeDocument/2006/relationships/image" Target="/ppt/media/image112.png" Id="R4cb36869ba5e433b" /><Relationship Type="http://schemas.openxmlformats.org/officeDocument/2006/relationships/notesSlide" Target="/ppt/notesSlides/notesSlide889.xml" Id="Re941a490ab654cff" /></Relationships>
</file>

<file path=ppt/slides/_rels/slide8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5d0f0b02c84971" /><Relationship Type="http://schemas.openxmlformats.org/officeDocument/2006/relationships/image" Target="/ppt/media/image112.png" Id="R207a3a4fc0634c45" /><Relationship Type="http://schemas.openxmlformats.org/officeDocument/2006/relationships/notesSlide" Target="/ppt/notesSlides/notesSlide890.xml" Id="R858792428dc649ff" /></Relationships>
</file>

<file path=ppt/slides/_rels/slide8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b4ba65b5f644c3" /><Relationship Type="http://schemas.openxmlformats.org/officeDocument/2006/relationships/image" Target="/ppt/media/image112.png" Id="Rb0e5e37ee005458c" /><Relationship Type="http://schemas.openxmlformats.org/officeDocument/2006/relationships/notesSlide" Target="/ppt/notesSlides/notesSlide891.xml" Id="R48f21432dcb7423b" /></Relationships>
</file>

<file path=ppt/slides/_rels/slide8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5e4031f7574af2" /><Relationship Type="http://schemas.openxmlformats.org/officeDocument/2006/relationships/notesSlide" Target="/ppt/notesSlides/notesSlide892.xml" Id="R1e39902dec1648bb" /></Relationships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E386BC-FF0E-491C-A89E-E5939608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C249A1-3FD5-486F-BC43-EF442DBF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4E71A4-F76E-479F-BBD1-4B9531FE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TUTORIAL TEKNIS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C67C6BF-A31E-48AC-ADFE-027BDBD2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Cubicost TAS Tutorial Teknis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1E69AC-27C4-4063-9F76-B28B99AD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905500" cy="1344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Pelajari alur kerja Cubicost TAS mulai dari pengaturan</a:t>
            </a:r>
          </a:p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lantai dan skala gambar, identifikasi elemen</a:t>
            </a:r>
          </a:p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bangunan, hingga pengaturan aturan pengukuran</a:t>
            </a:r>
          </a:p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dan penyusunan laporan kuantitas.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00864e56104e8c"/>
          <a:stretch xmlns:a="http://schemas.openxmlformats.org/drawingml/2006/main"/>
        </p:blipFill>
        <p:spPr>
          <a:xfrm xmlns:a="http://schemas.openxmlformats.org/drawingml/2006/main">
            <a:off x="7518441" y="1809750"/>
            <a:ext cx="3774994" cy="2143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7021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6BEA26-CC1A-4B33-8B06-5A706D47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92DBC7-63DE-4CE1-BB78-5AA0A7A26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185BB6-48BD-44FF-A331-410350B0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TUJUAN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40CCF76-1F80-4E2C-B73E-156F290F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Tujuan pembelajaran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5648B0-AE9E-4CDE-8E06-EE2F11DE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710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Panduan praktis dari pengaturan gambar hingga penyusunan laporan kuantitas, dilengkapi contoh</a:t>
            </a:r>
          </a:p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visual yang dapat langsung diikuti.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6B3882-F555-4BAF-95BF-47309E69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2334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Siapkan proyek dengan benar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451AB9-75C3-4D96-833E-438FD15F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66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Atur lantai, gambar, satuan, dan skala sebelum pemodelan dimulai.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D483B0-6950-454A-B630-4AF5317C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2286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Modelkan elemen secara berurutan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6BE81D-F2F7-4ADE-BE5F-C6D44855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664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Identifikasi kolom, balok, pelat, bukaan, dan finishing sesuai ketergantungannya.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C27DC6-D905-449B-ABCF-6C1B07C3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2238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Validasi hasil kuantitas</a:t>
            </a:r>
          </a:p>
        </p:txBody>
      </p:sp>
    </p:spTree>
    <p:extLst>
      <p:ext uri="{BB962C8B-B14F-4D97-AF65-F5344CB8AC3E}">
        <p14:creationId xmlns:p14="http://schemas.microsoft.com/office/powerpoint/2010/main" val="3555588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3292B2-EDA1-4898-B3A7-9E5468FE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E2F6C6-31CF-4A14-B23F-D7E3D547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56E103-9DE8-4381-BDBD-D1E33509B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TUJUAN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D36D433-9E7B-441C-BA53-7CEBC16F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Tujuan pembelajaran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920B3D-CB07-4660-8D54-5D790AFD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Periksa deduction, aturan pengukuran, perhitungan, dan laporan sebelum digunakan.</a:t>
            </a:r>
          </a:p>
        </p:txBody>
      </p:sp>
    </p:spTree>
    <p:extLst>
      <p:ext uri="{BB962C8B-B14F-4D97-AF65-F5344CB8AC3E}">
        <p14:creationId xmlns:p14="http://schemas.microsoft.com/office/powerpoint/2010/main" val="13544000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5811B6-DF04-4A44-8FEA-D9C35DA6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507CB9-CB0A-439E-B713-6BA2D93F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A5ECD4-12DF-4F72-A36D-FC19B895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6327965-EFFA-4CAE-921A-B427E3C6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Mengatur Measurement Settings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0E8205-7B9E-42BD-8866-431D4F1A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Meninjau pengaturan posisi dan tinggi finishing tanpa menebak opsi ambigu.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EC2F7D-9AD2-4AD5-A23E-2768C36A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1D007E-24D0-4B4A-8468-6899DAF7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Buka Quantity &gt; Measurement Setting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EC8C92-B18D-4E07-9B05-43D7A2E1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Pilih Wall Finish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A1A509-3F8D-4B11-9CB9-1A9B0626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Tinjau finish-position settings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36B02D-5C16-41E6-BB7B-55344321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Tinjau additional-height dan opsi Yes/No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2BD49C-E13C-433F-9749-7DAC94BB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Periksa outer-finish settings</a:t>
            </a:r>
          </a:p>
        </p:txBody>
      </p:sp>
    </p:spTree>
    <p:extLst>
      <p:ext uri="{BB962C8B-B14F-4D97-AF65-F5344CB8AC3E}">
        <p14:creationId xmlns:p14="http://schemas.microsoft.com/office/powerpoint/2010/main" val="11212834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EA76EF-1FA7-4A8A-A396-ADF994F4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3F80F4-C149-4C1F-A36C-C7A23C50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E28885-A1BF-4AB4-9C5E-E7696F876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1C5A850-661A-46BE-8153-D1FC4144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Buka Quantity &gt; Measurement Setting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0e9c2af6934659"/>
          <a:stretch xmlns:a="http://schemas.openxmlformats.org/drawingml/2006/main"/>
        </p:blipFill>
        <p:spPr>
          <a:xfrm xmlns:a="http://schemas.openxmlformats.org/drawingml/2006/main">
            <a:off x="5086350" y="2414216"/>
            <a:ext cx="6419850" cy="245819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E5AFD6-B2BB-4E3C-AF25-968CC1851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pengaturan ini untuk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mengontrol cara kuantitas tertentu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dihitung.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F335A0-9965-49C2-8B41-CB5A0880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Hubungan elemen dan aturan deduction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pada model.</a:t>
            </a:r>
          </a:p>
        </p:txBody>
      </p:sp>
    </p:spTree>
    <p:extLst>
      <p:ext uri="{BB962C8B-B14F-4D97-AF65-F5344CB8AC3E}">
        <p14:creationId xmlns:p14="http://schemas.microsoft.com/office/powerpoint/2010/main" val="18663108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BBC173-C549-4272-830A-B752A814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461A25-39E8-4EDA-B260-E890CB765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245E41-D9C6-4104-8CA3-9F73D194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218E777-DA33-4EED-9480-A33127C7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Wall Finish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3ae640ada74d66"/>
          <a:stretch xmlns:a="http://schemas.openxmlformats.org/drawingml/2006/main"/>
        </p:blipFill>
        <p:spPr>
          <a:xfrm xmlns:a="http://schemas.openxmlformats.org/drawingml/2006/main">
            <a:off x="5086350" y="2414216"/>
            <a:ext cx="6419850" cy="245819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447CE4-DF98-47DC-A1DB-3AECE46A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kategori yang aktif sesuai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dengan pengaturan yang akan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diperiksa.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F22507-86DD-4761-889D-CF34BEA5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Hubungan elemen dan aturan deduction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pada model.</a:t>
            </a:r>
          </a:p>
        </p:txBody>
      </p:sp>
    </p:spTree>
    <p:extLst>
      <p:ext uri="{BB962C8B-B14F-4D97-AF65-F5344CB8AC3E}">
        <p14:creationId xmlns:p14="http://schemas.microsoft.com/office/powerpoint/2010/main" val="18982348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74DA2D-E366-4671-AC15-F353070AE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F09E73-600E-4CAB-9F08-5FA47C83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FF3C9F-A7D4-4020-B17A-F98203F1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95869A7-C74D-4A92-BDE5-B832A710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Tinjau finish-position settings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4b82d2f33f4d96"/>
          <a:stretch xmlns:a="http://schemas.openxmlformats.org/drawingml/2006/main"/>
        </p:blipFill>
        <p:spPr>
          <a:xfrm xmlns:a="http://schemas.openxmlformats.org/drawingml/2006/main">
            <a:off x="5086350" y="2171574"/>
            <a:ext cx="6419850" cy="294347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DD5E73-6074-4135-85E4-598AE4EE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label antarmuka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terlihat dan jangan menyimpulkan arti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nomor yang tidak jelas.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DFA119-7CAA-4422-8033-A3DBD305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Hasil quantity sebelum dan sesudah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deduction diterapkan.</a:t>
            </a:r>
          </a:p>
        </p:txBody>
      </p:sp>
    </p:spTree>
    <p:extLst>
      <p:ext uri="{BB962C8B-B14F-4D97-AF65-F5344CB8AC3E}">
        <p14:creationId xmlns:p14="http://schemas.microsoft.com/office/powerpoint/2010/main" val="15074881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34A852-C9BE-493C-B0B5-0B81348A6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E6BB26-FEB1-475F-8D37-22DC123C7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D52ADA-EE4E-45CB-9644-C250E716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7F8CCA7-6F62-4A00-9441-29B118824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Tinjau additional-height dan opsi Yes/No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f47cac31ed41f9"/>
          <a:stretch xmlns:a="http://schemas.openxmlformats.org/drawingml/2006/main"/>
        </p:blipFill>
        <p:spPr>
          <a:xfrm xmlns:a="http://schemas.openxmlformats.org/drawingml/2006/main">
            <a:off x="5086350" y="2171574"/>
            <a:ext cx="6419850" cy="294347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F6A5DF-E1FE-4A78-9D59-6B6B1C45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Bandingkan pilihan dengan standar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serta kebutuhan proyek sebelum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mengubahnya.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4A10D9-A114-40D5-8800-B11B11A2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Hasil quantity sebelum dan sesudah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deduction diterapkan.</a:t>
            </a:r>
          </a:p>
        </p:txBody>
      </p:sp>
    </p:spTree>
    <p:extLst>
      <p:ext uri="{BB962C8B-B14F-4D97-AF65-F5344CB8AC3E}">
        <p14:creationId xmlns:p14="http://schemas.microsoft.com/office/powerpoint/2010/main" val="873908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518C84-65EC-42FB-A1DA-E137B5FAD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C8DB55-057B-4C20-818C-9273C3AB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161F5E-52E1-4513-B8D0-B9C9E57E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B74B0A1-55E9-48DF-8762-5968284F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Periksa outer-finish settings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15a660e8ca46ce"/>
          <a:stretch xmlns:a="http://schemas.openxmlformats.org/drawingml/2006/main"/>
        </p:blipFill>
        <p:spPr>
          <a:xfrm xmlns:a="http://schemas.openxmlformats.org/drawingml/2006/main">
            <a:off x="5086350" y="2171574"/>
            <a:ext cx="6419850" cy="294347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1017AE-6F11-4CB1-B653-42B25774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pengaturan finish luar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konsisten dengan kondisi dinding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yang diukur.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E85F03-DF12-40C2-A810-2DF1FBB1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Hasil quantity sebelum dan sesudah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deduction diterapkan.</a:t>
            </a:r>
          </a:p>
        </p:txBody>
      </p:sp>
    </p:spTree>
    <p:extLst>
      <p:ext uri="{BB962C8B-B14F-4D97-AF65-F5344CB8AC3E}">
        <p14:creationId xmlns:p14="http://schemas.microsoft.com/office/powerpoint/2010/main" val="45126644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0E7D75-AA71-4CE5-BF69-5BBE2DD4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A0A4FC-A1DA-4FE1-8328-0CBD25AF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185BB5-34A2-46A3-A900-F0348E89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77E2F87-8825-4C16-A974-3763B3BF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Mengatur Measurement Settings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B0DD8D-88DF-4105-B156-70D6F07D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F87F54-91E8-4443-8461-3349B4F27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utama telah diselesaikan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68ABC9-E3D2-4627-9298-F363E50A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atau hasil telah dibandingkan dengan dokumen sumber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59BA9C-15F3-47C3-A71D-8F00066D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untuk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12153260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3F91A3-A097-454F-A441-11DAFB20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1A8DEB-C55E-4CA3-8799-64AE6910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B40163-0A9D-4C9A-AD4C-5E34A24E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F2904C2-9A39-4CCB-82E3-18F97666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Memeriksa dan Mengubah Measurement Rules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3DC62E-305D-4FD7-BC93-FD35CD24A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Menelusuri deduction dan mengubah aturan hanya sesuai standar proyek.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E8FEF9-F2DA-4071-BC86-A90DF304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0BC7DF-7E11-4FE8-8EA5-3A39D055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Pilih beam dan buka View Expression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FCDE07-8D86-4155-A816-5BB8F3B6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Buka Measurement Rules untuk beam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DCEC7A-C242-4617-9B18-B2BC1398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Filter kondisi column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407BFA-7F6B-41EA-9C10-DBC652AB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Terapkan No Effect sebagai contoh manual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D45550-D7CF-4842-B0DF-A8489F58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Hitung ulang dan bandingkan</a:t>
            </a:r>
          </a:p>
        </p:txBody>
      </p:sp>
    </p:spTree>
    <p:extLst>
      <p:ext uri="{BB962C8B-B14F-4D97-AF65-F5344CB8AC3E}">
        <p14:creationId xmlns:p14="http://schemas.microsoft.com/office/powerpoint/2010/main" val="57281406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945283-2052-49B6-BFB7-6020FC1B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90982F-8B02-4F16-B8D2-F232C689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023C8E-A2B4-4650-A87F-EC8D0FE9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51A42A3-EB39-412C-9779-2C35CDBAC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beam dan buka View Expression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ce1bf5bdac4e5c"/>
          <a:stretch xmlns:a="http://schemas.openxmlformats.org/drawingml/2006/main"/>
        </p:blipFill>
        <p:spPr>
          <a:xfrm xmlns:a="http://schemas.openxmlformats.org/drawingml/2006/main">
            <a:off x="5086350" y="1960244"/>
            <a:ext cx="6419850" cy="336613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99F2DF-97C6-422B-822B-62E2D68B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Tinjau concrete-volume expression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serta deduction yang berasal dari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column.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50743C-89CB-4137-A9D4-2D737126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Menu measurement rules dan pilihan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aturan pengukuran.</a:t>
            </a:r>
          </a:p>
        </p:txBody>
      </p:sp>
    </p:spTree>
    <p:extLst>
      <p:ext uri="{BB962C8B-B14F-4D97-AF65-F5344CB8AC3E}">
        <p14:creationId xmlns:p14="http://schemas.microsoft.com/office/powerpoint/2010/main" val="198935837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353537-4E80-46B5-A7FB-DBF356EF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629F8B-9862-40F4-9DD5-1851D777E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97272A-5E68-47C8-9D4E-ED4EAE1A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A32A446-4FA2-46F6-BF78-8B1E84EF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Buka Measurement Rules untuk beam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f83ecf73034ca2"/>
          <a:stretch xmlns:a="http://schemas.openxmlformats.org/drawingml/2006/main"/>
        </p:blipFill>
        <p:spPr>
          <a:xfrm xmlns:a="http://schemas.openxmlformats.org/drawingml/2006/main">
            <a:off x="5086350" y="2063575"/>
            <a:ext cx="6419850" cy="315947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B2EF91-D010-46C8-BCB1-49EE2B39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Pilih elemen beam dan baca deskripsi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aturan secara lengkap.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C27994-857A-436A-981A-5F25EA768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Tabel quantity dengan baris elemen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nilai pengukuran.</a:t>
            </a:r>
          </a:p>
        </p:txBody>
      </p:sp>
    </p:spTree>
    <p:extLst>
      <p:ext uri="{BB962C8B-B14F-4D97-AF65-F5344CB8AC3E}">
        <p14:creationId xmlns:p14="http://schemas.microsoft.com/office/powerpoint/2010/main" val="209222138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2DA099-F775-4D6C-BB6D-8F0677CB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4D1186-A186-42B0-8D07-D0A222F9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E83BC2-0138-453E-B74E-F59CF3AB9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8F07A40-4A16-47BE-BA97-CD581604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Filter kondisi column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eaf6c137de432e"/>
          <a:stretch xmlns:a="http://schemas.openxmlformats.org/drawingml/2006/main"/>
        </p:blipFill>
        <p:spPr>
          <a:xfrm xmlns:a="http://schemas.openxmlformats.org/drawingml/2006/main">
            <a:off x="5086350" y="2063575"/>
            <a:ext cx="6419850" cy="315947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1613CD-5FE5-4D39-B603-9E0EB3DC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Filter Relevant Element dan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pertahankan hanya kondisi column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yang sedang diperiksa.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9A86BD-EB9A-4D28-AAFC-CAD86C77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Tabel quantity dengan baris elemen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nilai pengukuran.</a:t>
            </a:r>
          </a:p>
        </p:txBody>
      </p:sp>
    </p:spTree>
    <p:extLst>
      <p:ext uri="{BB962C8B-B14F-4D97-AF65-F5344CB8AC3E}">
        <p14:creationId xmlns:p14="http://schemas.microsoft.com/office/powerpoint/2010/main" val="176062844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0E24CC-39A1-4696-A9BB-068AED0B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176300-C22A-42EF-8C07-47198132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DDAAA2-D002-4B60-A096-507C80024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631D968-3CE4-401E-B860-E22E2612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Terapkan No Effect sebagai contoh manual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009171b866485c"/>
          <a:stretch xmlns:a="http://schemas.openxmlformats.org/drawingml/2006/main"/>
        </p:blipFill>
        <p:spPr>
          <a:xfrm xmlns:a="http://schemas.openxmlformats.org/drawingml/2006/main">
            <a:off x="5086350" y="1920822"/>
            <a:ext cx="6419850" cy="344498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76B43A-18B1-4019-B6EE-C8B14EC1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Pilihan ini hanya contoh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beam-column pada manual; gunakan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aturan yang diwajibkan standar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pengukuran proyek.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BC43C2-6AA3-4688-93EF-16AEC902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Panel pemeriksaan quantity dan elemen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terkait.</a:t>
            </a:r>
          </a:p>
        </p:txBody>
      </p:sp>
    </p:spTree>
    <p:extLst>
      <p:ext uri="{BB962C8B-B14F-4D97-AF65-F5344CB8AC3E}">
        <p14:creationId xmlns:p14="http://schemas.microsoft.com/office/powerpoint/2010/main" val="75136753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4D4DE1-A665-4074-97AC-C539046D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1C1909-0ACE-4463-8416-9E244C4E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E95300-84DE-4B43-8272-2A8585BE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069DF4B-67BA-4D5A-8B09-9EFC2427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Hitung ulang dan bandingkan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3dd9d6838c4a52"/>
          <a:stretch xmlns:a="http://schemas.openxmlformats.org/drawingml/2006/main"/>
        </p:blipFill>
        <p:spPr>
          <a:xfrm xmlns:a="http://schemas.openxmlformats.org/drawingml/2006/main">
            <a:off x="5086350" y="1824113"/>
            <a:ext cx="6419850" cy="363839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5AA989-353B-4CCB-9DC6-DE5E0D1B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Periksa perubahan expression dan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deduction sebelum serta sesudah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aturan diubah.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7C1163-3BFA-48C5-A7AD-ADF1976B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 pengaturan deduction dengan opsi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perhitungan.</a:t>
            </a:r>
          </a:p>
        </p:txBody>
      </p:sp>
    </p:spTree>
    <p:extLst>
      <p:ext uri="{BB962C8B-B14F-4D97-AF65-F5344CB8AC3E}">
        <p14:creationId xmlns:p14="http://schemas.microsoft.com/office/powerpoint/2010/main" val="92455190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838824-8875-4E5F-ABFC-CFF526A1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EAE4D1-662E-499E-8686-DACB6802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DF8F80-121B-41A0-A61A-26584C88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2906679-FC8E-462A-AFB6-429FDDDE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Memeriksa dan Mengubah Measurement Rules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E4E442-6F3F-4AF7-B40E-39E815C3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5B784A-5DA7-4D10-A546-7E1986A3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utama telah diselesaikan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A12D8F-25C5-48D7-BF37-1C3998D5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atau hasil telah dibandingkan dengan dokumen sumber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271C4C-FB19-4464-9D7B-4F67E58C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untuk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77412477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55A92B-FD83-415D-8FE2-7ACA9288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CF035B-B1E5-4D9B-BCD2-20A49E11E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03FDB9-9FA2-4E7B-A307-CB462BC4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9C29546-891D-40BC-A7A4-18CAEC48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Membuat Proyek TAS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D6A447-5F7C-4E83-97D8-729D9393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Membuat proyek dengan aturan pengukuran dan elevasi tanah yang sesuai.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4FB6F0-FD47-45D2-BD06-69D726FA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EF8C6B-731F-416B-8815-8BEE7A34D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Pilih New Project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FE10D0-F532-4898-8385-759B9DFD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Masukkan judul proyek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3B53E9-B71A-459A-A905-2863495C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Pilih Measurement Rules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F5A3CB-2950-42DC-A913-56B303ED1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Masukkan Existing Ground Level</a:t>
            </a:r>
          </a:p>
        </p:txBody>
      </p:sp>
    </p:spTree>
    <p:extLst>
      <p:ext uri="{BB962C8B-B14F-4D97-AF65-F5344CB8AC3E}">
        <p14:creationId xmlns:p14="http://schemas.microsoft.com/office/powerpoint/2010/main" val="61237093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E57141-27F1-4527-A7A6-B5FE02B1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229E58-2D01-4785-BD53-90947B98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79DEE4-A78D-4112-8BB8-C86F1645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EAF70ED-E3E2-4CDF-9D96-FBE7670D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New Project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0c77296e974bfa"/>
          <a:stretch xmlns:a="http://schemas.openxmlformats.org/drawingml/2006/main"/>
        </p:blipFill>
        <p:spPr>
          <a:xfrm xmlns:a="http://schemas.openxmlformats.org/drawingml/2006/main">
            <a:off x="5229358" y="1809750"/>
            <a:ext cx="613383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CA3EA7-8E6F-47BC-B413-157146BC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Mulai proyek TAS baru dari halaman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pembuka aplikasi.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046FE9-C541-4172-A26C-60BD54ED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880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 New Project dengan callout Project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Title, Measurement Rules, dan Ground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Elevation.</a:t>
            </a:r>
          </a:p>
        </p:txBody>
      </p:sp>
    </p:spTree>
    <p:extLst>
      <p:ext uri="{BB962C8B-B14F-4D97-AF65-F5344CB8AC3E}">
        <p14:creationId xmlns:p14="http://schemas.microsoft.com/office/powerpoint/2010/main" val="159068547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F985CC-A5A1-4183-B97E-64A4580B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F0BF7B-53A7-4232-B54A-F2CDF32C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268CB8-D659-4955-A14C-ECF946DD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DB753C8-2A02-4A06-AB77-06573617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Masukkan judul proyek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cdc3ba53d14b5a"/>
          <a:stretch xmlns:a="http://schemas.openxmlformats.org/drawingml/2006/main"/>
        </p:blipFill>
        <p:spPr>
          <a:xfrm xmlns:a="http://schemas.openxmlformats.org/drawingml/2006/main">
            <a:off x="5229358" y="1809750"/>
            <a:ext cx="613383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454B64-70D8-484A-945F-54AC30EE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judul yang membantu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membedakan proyek dan revisinya.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DD0BA1-222D-4B04-9993-E09D90C2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880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 New Project dengan callout Project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Title, Measurement Rules, dan Ground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Elevation.</a:t>
            </a:r>
          </a:p>
        </p:txBody>
      </p:sp>
    </p:spTree>
    <p:extLst>
      <p:ext uri="{BB962C8B-B14F-4D97-AF65-F5344CB8AC3E}">
        <p14:creationId xmlns:p14="http://schemas.microsoft.com/office/powerpoint/2010/main" val="14305354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79E7F7-144C-42B3-A2FF-C900A548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849144-8140-4A7A-85E4-E6CFB540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B6524B-D98E-49A0-875B-78B1EF5E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4646C76-00BA-4B83-940F-CD32F3C5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Measurement Rules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3b810a6efe483b"/>
          <a:stretch xmlns:a="http://schemas.openxmlformats.org/drawingml/2006/main"/>
        </p:blipFill>
        <p:spPr>
          <a:xfrm xmlns:a="http://schemas.openxmlformats.org/drawingml/2006/main">
            <a:off x="5229358" y="1809750"/>
            <a:ext cx="613383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B17401-1EE8-4D4B-8F59-6526CD2F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aturan pengukuran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berlaku untuk proyek, bukan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pengaturan proyek lain.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751BBB-ABFF-451A-87CA-FB86BAD70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880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 New Project dengan callout Project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Title, Measurement Rules, dan Ground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Elevation.</a:t>
            </a:r>
          </a:p>
        </p:txBody>
      </p:sp>
    </p:spTree>
    <p:extLst>
      <p:ext uri="{BB962C8B-B14F-4D97-AF65-F5344CB8AC3E}">
        <p14:creationId xmlns:p14="http://schemas.microsoft.com/office/powerpoint/2010/main" val="111618512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B4CB45-6D6D-42C2-920C-0E2A0FFB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4171EC-8A8A-4278-9A04-1A2BB24A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B7290E-B3C8-4674-9C6B-CC6A6981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EF52917-0A78-4F69-9231-9E5C350C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Masukkan Existing Ground Level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f7cdcfc1e1425f"/>
          <a:stretch xmlns:a="http://schemas.openxmlformats.org/drawingml/2006/main"/>
        </p:blipFill>
        <p:spPr>
          <a:xfrm xmlns:a="http://schemas.openxmlformats.org/drawingml/2006/main">
            <a:off x="5229358" y="1809750"/>
            <a:ext cx="613383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139D17-B0AD-4822-A155-EEE0E0B5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Elevasi tanah eksisting memengaruhi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kuantitas galian, sehingga nilainya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harus mengikuti data proyek.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75158B-F87C-467D-A1E9-5285959AF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880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 New Project dengan callout Project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Title, Measurement Rules, dan Ground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Elevation.</a:t>
            </a:r>
          </a:p>
        </p:txBody>
      </p:sp>
    </p:spTree>
    <p:extLst>
      <p:ext uri="{BB962C8B-B14F-4D97-AF65-F5344CB8AC3E}">
        <p14:creationId xmlns:p14="http://schemas.microsoft.com/office/powerpoint/2010/main" val="166963080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FA64CA-A149-474D-9C38-91651EEC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FC8138-ED3F-4F50-BC70-E85F062B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607811-8235-418E-B2CA-02DF2A96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9255522-F97A-4FE1-A43E-CDDD5E0B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Membuat Proyek TAS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FBF1C8-0333-4EE5-927B-6893DC3C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2D19E4-1923-4B40-B9C5-6AADC020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utama telah diselesaikan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A1E3B4-F149-45B3-B560-8E45766F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atau hasil telah dibandingkan dengan dokumen sumber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CD1521-0E69-4B36-BD6D-6DBEEC10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untuk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96488504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BD1539-33E8-4EE1-921D-A887B011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591677-FD22-4328-BE24-F6B07E74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A14619-CAE3-41E5-B7D2-5FE79D11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15D3136-F230-4FE7-A70B-CF4A7170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Memahami Interface dan Attribute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F33852-CFFB-41CF-9816-3A21061ED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Mengenali area kerja TAS serta perbedaan Public dan Private Attribute.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3D057F-A804-4E53-A16A-19CC3293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C6E98A-9239-4C1B-85E3-C83CCA7E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Kenali Function Tab dan Ribbon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9E5DB9-1E52-4DCF-B264-B461623A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Temukan Element Navigation dan Main 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535137-7FFB-4BF4-AF19-2428DD3D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Periksa Dynamic Control Bar dan Status Bar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61EAA3-C45C-416A-820E-0BF0B793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Gunakan Public Attribute tanpa seleksi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D79B77-DDCF-4AFD-87F8-6F3448D3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Pilih entitas untuk Private Attribute</a:t>
            </a:r>
          </a:p>
        </p:txBody>
      </p:sp>
    </p:spTree>
    <p:extLst>
      <p:ext uri="{BB962C8B-B14F-4D97-AF65-F5344CB8AC3E}">
        <p14:creationId xmlns:p14="http://schemas.microsoft.com/office/powerpoint/2010/main" val="14371370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E38AC9-B873-4C45-BA76-0B170218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DE7273-D5B6-4F42-B7E1-0C2B27ED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3B5FE8-426C-4F4A-8847-1A1840F6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8C546E0-37BA-41B6-B009-2F9A9DD5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Kenali Function Tab dan Ribbon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434b9232fc4596"/>
          <a:stretch xmlns:a="http://schemas.openxmlformats.org/drawingml/2006/main"/>
        </p:blipFill>
        <p:spPr>
          <a:xfrm xmlns:a="http://schemas.openxmlformats.org/drawingml/2006/main">
            <a:off x="5114228" y="1809750"/>
            <a:ext cx="636409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C86DD1-E343-4562-9CCE-944433AC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Keduanya mengelompokkan fungsi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utama dan perintah yang tersedia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untuk tab aktif.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4DE213-D113-4634-B044-64E5CE48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880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Ruang kerja berlabel Function Tab, Ribbon,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Element Navigation, Main Operation,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Status Bar.</a:t>
            </a:r>
          </a:p>
        </p:txBody>
      </p:sp>
    </p:spTree>
    <p:extLst>
      <p:ext uri="{BB962C8B-B14F-4D97-AF65-F5344CB8AC3E}">
        <p14:creationId xmlns:p14="http://schemas.microsoft.com/office/powerpoint/2010/main" val="16236708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A03B7A-6F5A-45F8-9B35-530DC84F6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9D30FB-B258-4626-AF7B-600BA5B2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10C151-9270-4180-A4A3-22A64D85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A5C8769-101D-480C-80BA-726C3A5D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Temukan Element Navigation dan Main Operation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5f912577444d11"/>
          <a:stretch xmlns:a="http://schemas.openxmlformats.org/drawingml/2006/main"/>
        </p:blipFill>
        <p:spPr>
          <a:xfrm xmlns:a="http://schemas.openxmlformats.org/drawingml/2006/main">
            <a:off x="5114228" y="1809750"/>
            <a:ext cx="636409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E10019-AA71-474D-9BE9-D264E8D0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area ini untuk memilih tipe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 dan menjalankan operasi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pemodelan.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632329-5689-4D2D-80D2-D4ED5634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880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Ruang kerja berlabel Function Tab, Ribbon,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Element Navigation, Main Operation,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Status Bar.</a:t>
            </a:r>
          </a:p>
        </p:txBody>
      </p:sp>
    </p:spTree>
    <p:extLst>
      <p:ext uri="{BB962C8B-B14F-4D97-AF65-F5344CB8AC3E}">
        <p14:creationId xmlns:p14="http://schemas.microsoft.com/office/powerpoint/2010/main" val="2454963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B357D9-C6C0-46AD-B28D-BF12B82B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A7D44E-49B3-40CF-919E-247D45A5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34FDA8-8AD1-4DF1-B775-27BF3793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BE0012D-F0E8-4677-9AA1-E758650B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Periksa Dynamic Control Bar dan Status Bar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f755aa1db94fd1"/>
          <a:stretch xmlns:a="http://schemas.openxmlformats.org/drawingml/2006/main"/>
        </p:blipFill>
        <p:spPr>
          <a:xfrm xmlns:a="http://schemas.openxmlformats.org/drawingml/2006/main">
            <a:off x="5114228" y="1809750"/>
            <a:ext cx="636409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240CAB-8EAA-42E4-83AA-B7BBEB48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Kontrol dinamis berubah mengikuti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operasi, sedangkan status bar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menampilkan petunjuk operasi.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D7AFA4-B142-4FC8-B939-8B00EAC6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880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Ruang kerja berlabel Function Tab, Ribbon,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Element Navigation, Main Operation,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Status Bar.</a:t>
            </a:r>
          </a:p>
        </p:txBody>
      </p:sp>
    </p:spTree>
    <p:extLst>
      <p:ext uri="{BB962C8B-B14F-4D97-AF65-F5344CB8AC3E}">
        <p14:creationId xmlns:p14="http://schemas.microsoft.com/office/powerpoint/2010/main" val="4832155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63BDA2-66E4-4443-A2EB-58435A66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C14F3E-8824-4DE3-B820-B6A37FC3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9D3321-DF40-4A6D-99F6-412BCE6D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26E21A3-2E7A-4E8A-BD54-182131B5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Gunakan Public Attribute tanpa seleksi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f7a72a697f4e25"/>
          <a:stretch xmlns:a="http://schemas.openxmlformats.org/drawingml/2006/main"/>
        </p:blipFill>
        <p:spPr>
          <a:xfrm xmlns:a="http://schemas.openxmlformats.org/drawingml/2006/main">
            <a:off x="5086350" y="2006135"/>
            <a:ext cx="6419850" cy="327435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E4813B-58F7-4B72-9F2D-B3C01439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Perubahan berlaku pada entitas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dengan nama elemen yang sama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ketika tidak ada entitas dipilih.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62395B-D618-4D82-96E4-2F443D7A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Perbandingan Public Attribute dan Private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Attribute pada Attribute Editor.</a:t>
            </a:r>
          </a:p>
        </p:txBody>
      </p:sp>
    </p:spTree>
    <p:extLst>
      <p:ext uri="{BB962C8B-B14F-4D97-AF65-F5344CB8AC3E}">
        <p14:creationId xmlns:p14="http://schemas.microsoft.com/office/powerpoint/2010/main" val="205610315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87ED7C-47A7-49DD-8C1A-BECFBBCF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CFE582-C611-41FB-834E-F1AEBFEA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379882-60BF-484A-9E44-B4E806A7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3F95B0C-8D44-41D4-AA8B-02AFA9B3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entitas untuk Private Attribute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fbe42c855f4e9f"/>
          <a:stretch xmlns:a="http://schemas.openxmlformats.org/drawingml/2006/main"/>
        </p:blipFill>
        <p:spPr>
          <a:xfrm xmlns:a="http://schemas.openxmlformats.org/drawingml/2006/main">
            <a:off x="5086350" y="2006135"/>
            <a:ext cx="6419850" cy="327435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0B26C1-5DA0-4D28-911B-1D1EAA327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Private Attribute hanya mengubah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entitas yang dipilih; perubahan tidak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berlaku tanpa seleksi.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271104-7E90-4A03-87D0-6228D817B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Perbandingan Public Attribute dan Private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Attribute pada Attribute Editor.</a:t>
            </a:r>
          </a:p>
        </p:txBody>
      </p:sp>
    </p:spTree>
    <p:extLst>
      <p:ext uri="{BB962C8B-B14F-4D97-AF65-F5344CB8AC3E}">
        <p14:creationId xmlns:p14="http://schemas.microsoft.com/office/powerpoint/2010/main" val="30669538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EB0883-3C95-4AE6-BA41-71DC46B2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450E60-928B-4F4F-AD45-A58E1FFC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2B7C3B-97B2-4EC0-AA66-FA3EA250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2EEFD58-4A31-4B5D-87DA-B8E97DC4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Memahami Interface dan Attribute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B34677-121E-4851-9DBD-4B71FD78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DE8A2F-E44D-4B7D-BAD7-9A684A4F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utama telah diselesaikan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D9E328-38AA-40C2-A6E1-088DA629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atau hasil telah dibandingkan dengan dokumen sumber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1E47E9-BB60-4914-AAA9-8BE225DAB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untuk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71841026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BEF69F-47D0-416D-AA52-3DF0B21E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B251E7-A5FB-4A02-B4D2-FA2F3EBD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46776E-D917-4139-B358-32328939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BA31FE6-1255-4875-B899-4623DD90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Mengatur Floor dan Concrete Grade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43C70F-04E3-48B0-96E8-64005035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Membangun struktur lantai dan grade beton yang konsisten.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22526D-713E-4B0F-B1A2-79087294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5412EB-A1C2-427C-AAAB-46DD145F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Buka Floor Settings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551CAA-F78D-4541-9A28-386B74C4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Sisipkan lantai struktur atas dan bawah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E41180-ADB8-48E4-8738-28683BEC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Isi tinggi dan elevasi lantai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120657-08D2-4F1E-8C5C-26079FB0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Masukkan Concrete Grade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DC3F80-D28B-4EFB-A7A2-33F6A797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Gunakan Copy to Other Floor</a:t>
            </a:r>
          </a:p>
        </p:txBody>
      </p:sp>
    </p:spTree>
    <p:extLst>
      <p:ext uri="{BB962C8B-B14F-4D97-AF65-F5344CB8AC3E}">
        <p14:creationId xmlns:p14="http://schemas.microsoft.com/office/powerpoint/2010/main" val="144272595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DE0660-7E51-4431-A657-8564252B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38B7F6-A101-41BA-AEF6-3CB1D458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7BC4F8-34F7-42F5-9687-BC6BB286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1B6C42D-ED4F-4B6A-B008-35F851F3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Buka Floor Settings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213a5ec14d4b0a"/>
          <a:stretch xmlns:a="http://schemas.openxmlformats.org/drawingml/2006/main"/>
        </p:blipFill>
        <p:spPr>
          <a:xfrm xmlns:a="http://schemas.openxmlformats.org/drawingml/2006/main">
            <a:off x="5086350" y="2093538"/>
            <a:ext cx="6419850" cy="309954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6B7C8C-F562-42AE-B4D5-46502FB0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tabel lantai untuk mengatur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superstructure dan substructure.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BA54D1-8659-4E68-B6B1-AC1FCAE87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Alur Project Setting dari Floor Setting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menuju Grade Setting.</a:t>
            </a:r>
          </a:p>
        </p:txBody>
      </p:sp>
    </p:spTree>
    <p:extLst>
      <p:ext uri="{BB962C8B-B14F-4D97-AF65-F5344CB8AC3E}">
        <p14:creationId xmlns:p14="http://schemas.microsoft.com/office/powerpoint/2010/main" val="113260335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88B095-BC5B-4BBB-BBCF-135AC04B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B1B7B1-6B77-470B-8148-26D63E889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344973-1363-49F6-98D2-B2CCD248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044CBCE-6380-41A0-9A80-3AF29CB0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Sisipkan lantai struktur atas dan bawah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bdee70c83b467d"/>
          <a:stretch xmlns:a="http://schemas.openxmlformats.org/drawingml/2006/main"/>
        </p:blipFill>
        <p:spPr>
          <a:xfrm xmlns:a="http://schemas.openxmlformats.org/drawingml/2006/main">
            <a:off x="5086350" y="1820903"/>
            <a:ext cx="6419850" cy="364481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86A081-17EA-45D0-AE9A-9CDFB5F2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Mulai superstructure dari 1st Floor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dan substructure dari Foundation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Floor.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9BCC37-ECC5-4BF5-BE58-3F81E35E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Tabel Floor Settings dengan Insert Floor,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Floor Height, dan Bottom Elevation.</a:t>
            </a:r>
          </a:p>
        </p:txBody>
      </p:sp>
    </p:spTree>
    <p:extLst>
      <p:ext uri="{BB962C8B-B14F-4D97-AF65-F5344CB8AC3E}">
        <p14:creationId xmlns:p14="http://schemas.microsoft.com/office/powerpoint/2010/main" val="200233056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5C5740-39A1-40B0-9EEC-15078CDC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9E8F6C-219C-4465-9332-85E90A03F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A44BEC-C7D4-4BF3-AE70-6ECC6034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35B4F22-F143-4D6E-A7C3-0B6399AF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Isi tinggi dan elevasi lantai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ff1897897a4fca"/>
          <a:stretch xmlns:a="http://schemas.openxmlformats.org/drawingml/2006/main"/>
        </p:blipFill>
        <p:spPr>
          <a:xfrm xmlns:a="http://schemas.openxmlformats.org/drawingml/2006/main">
            <a:off x="5086350" y="1820903"/>
            <a:ext cx="6419850" cy="364481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16907A-4CE6-4D8A-833C-E75625FE4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Masukkan Floor Height untuk setiap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lantai dan Bottom Elevation hanya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untuk 1st Floor seperti pada manual.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B36183-0965-4BAE-BEBD-4E11C102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Tabel Floor Settings dengan Insert Floor,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Floor Height, dan Bottom Elevation.</a:t>
            </a:r>
          </a:p>
        </p:txBody>
      </p:sp>
    </p:spTree>
    <p:extLst>
      <p:ext uri="{BB962C8B-B14F-4D97-AF65-F5344CB8AC3E}">
        <p14:creationId xmlns:p14="http://schemas.microsoft.com/office/powerpoint/2010/main" val="190051213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0C67FF-E5D0-44F1-BCDB-649580C2A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1FCDEA-C5A0-40CE-8C30-A2235C52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221741-C78C-4574-9580-E03DFB85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C1E19E5-28D3-41D9-9BA0-E51E73E3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Masukkan Concrete Grade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6780d9576b42a3"/>
          <a:stretch xmlns:a="http://schemas.openxmlformats.org/drawingml/2006/main"/>
        </p:blipFill>
        <p:spPr>
          <a:xfrm xmlns:a="http://schemas.openxmlformats.org/drawingml/2006/main">
            <a:off x="5086350" y="1863144"/>
            <a:ext cx="6419850" cy="356033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3C732B-0253-4F75-A052-2F36D3060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Tetapkan grade beton untuk elemen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yang diperlukan berdasarkan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spesifikasi proyek.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F0AB2D-4960-448A-893A-97C13D97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Tabel Grade Settings dengan Concrete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Grade dan Copy to Other Floor.</a:t>
            </a:r>
          </a:p>
        </p:txBody>
      </p:sp>
    </p:spTree>
    <p:extLst>
      <p:ext uri="{BB962C8B-B14F-4D97-AF65-F5344CB8AC3E}">
        <p14:creationId xmlns:p14="http://schemas.microsoft.com/office/powerpoint/2010/main" val="38430083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B37DEB-366C-40C2-8252-98B478FA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839BEF-57F6-450A-B654-E0CC0DDF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64959F-D531-498C-B046-355E1357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E407EC0-3920-4BC8-B7C1-BC417022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Gunakan Copy to Other Floor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5c3199f6014b08"/>
          <a:stretch xmlns:a="http://schemas.openxmlformats.org/drawingml/2006/main"/>
        </p:blipFill>
        <p:spPr>
          <a:xfrm xmlns:a="http://schemas.openxmlformats.org/drawingml/2006/main">
            <a:off x="5086350" y="1863144"/>
            <a:ext cx="6419850" cy="356033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1D9080-80C8-4906-93F5-40FC6CCC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Salin grade hanya ketika lantai tujuan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menggunakan grade yang sama.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7E0E79-2960-4762-A554-DD109C60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Tabel Grade Settings dengan Concrete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Grade dan Copy to Other Floor.</a:t>
            </a:r>
          </a:p>
        </p:txBody>
      </p:sp>
    </p:spTree>
    <p:extLst>
      <p:ext uri="{BB962C8B-B14F-4D97-AF65-F5344CB8AC3E}">
        <p14:creationId xmlns:p14="http://schemas.microsoft.com/office/powerpoint/2010/main" val="29208164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CDF86A-8396-4960-A42C-C144DBAD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A1751B-5B69-424F-9648-4B164DA5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EA6D4B-4FFF-4476-93F8-826BA01A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F549177-081F-4803-8813-A1E60091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Mengatur Floor dan Concrete Grade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E988E6-1C73-4855-8513-B4510466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F068A6-CB74-4F10-BC5D-0B917DB9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utama telah diselesaikan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BD24C9-1E2F-458F-9C40-4DE85122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atau hasil telah dibandingkan dengan dokumen sumber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0B7BF9-B336-47DC-89A3-EB1AB430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untuk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212476670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0449B2-2041-47DC-9D03-C44A8C07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EC71A7-564C-4400-BA37-20159250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2DF47C-F02B-4491-9EC0-9F6B29CC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5A5B6C6-F9F6-4888-B565-2E302884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Mengimpor dan Memisahkan Gambar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8C5D9F-8F93-4197-B9B3-A9A848C4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Menyiapkan gambar sumber yang terpisah dan mudah dikenali.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5CEE84-1808-4528-AB20-ECD85EF9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F6DA20-FA34-4313-82D6-BC7BE60B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Tentukan alur berdasarkan format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D40A3D-A4B1-4FE0-A2D6-1B86F001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Buka Identify &gt; Add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4AFAEB-1480-4934-8DE9-95DB7835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Buka Drawing Manager dan pilih Split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C710DD-50C2-4270-9EDA-4FF68CA1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Block-select area yang diperlukan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7E6B59-091B-4241-95F5-E399372D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Beri nama gambar hasil split</a:t>
            </a:r>
          </a:p>
        </p:txBody>
      </p:sp>
    </p:spTree>
    <p:extLst>
      <p:ext uri="{BB962C8B-B14F-4D97-AF65-F5344CB8AC3E}">
        <p14:creationId xmlns:p14="http://schemas.microsoft.com/office/powerpoint/2010/main" val="601938328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808DB5-057E-44E9-85B1-CB775F3C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700ADF-BF36-4FB3-823E-C2394048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26FEB4-68D3-4A2D-9575-E39B39EE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DAB3E58-71B2-44A6-81CA-A79D85EC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Tentukan alur berdasarkan format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75ba2b96264f69"/>
          <a:stretch xmlns:a="http://schemas.openxmlformats.org/drawingml/2006/main"/>
        </p:blipFill>
        <p:spPr>
          <a:xfrm xmlns:a="http://schemas.openxmlformats.org/drawingml/2006/main">
            <a:off x="5206383" y="1809750"/>
            <a:ext cx="6179785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365C72-BE6C-477E-9FBD-F62F2FF5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DWG diimpor dan dipisahkan; vector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atau scanned PDF juga perlu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diskalakan bila diperlukan.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4BB28B-B24B-4A60-BD0B-9E08505C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Diagram alur impor, pemisahan,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penskalaan gambar DWG serta PDF.</a:t>
            </a:r>
          </a:p>
        </p:txBody>
      </p:sp>
    </p:spTree>
    <p:extLst>
      <p:ext uri="{BB962C8B-B14F-4D97-AF65-F5344CB8AC3E}">
        <p14:creationId xmlns:p14="http://schemas.microsoft.com/office/powerpoint/2010/main" val="1631058808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64C6A3-FF55-4149-8BE6-7BEA42F3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287022-4147-4D0A-ABE2-5E4FD985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FCCDB1-03B0-443F-B6F7-8CED458C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F3323B4-2D58-4841-9AC5-55B92E38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Buka Identify &gt; Add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35c820a2414071"/>
          <a:stretch xmlns:a="http://schemas.openxmlformats.org/drawingml/2006/main"/>
        </p:blipFill>
        <p:spPr>
          <a:xfrm xmlns:a="http://schemas.openxmlformats.org/drawingml/2006/main">
            <a:off x="5086350" y="2042442"/>
            <a:ext cx="6419850" cy="320174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1007D5-BAC3-47FC-895F-4A7625E6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Add untuk memilih satu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atau beberapa gambar sumber.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E5942D-D14B-41E7-B971-FDA11D5F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Drawing Manager dan dialog pemilihan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beberapa file DWG.</a:t>
            </a:r>
          </a:p>
        </p:txBody>
      </p:sp>
    </p:spTree>
    <p:extLst>
      <p:ext uri="{BB962C8B-B14F-4D97-AF65-F5344CB8AC3E}">
        <p14:creationId xmlns:p14="http://schemas.microsoft.com/office/powerpoint/2010/main" val="834426342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5D1219-220D-4376-8140-3F150FE6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C48153-6D81-4D55-BBA2-D6085BC3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C765B9-5E69-4498-8381-CAFF427B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EDF9228-2EB0-4F73-BEE0-BE84616F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Buka Drawing Manager dan pilih Split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accc7134d845ad"/>
          <a:stretch xmlns:a="http://schemas.openxmlformats.org/drawingml/2006/main"/>
        </p:blipFill>
        <p:spPr>
          <a:xfrm xmlns:a="http://schemas.openxmlformats.org/drawingml/2006/main">
            <a:off x="5086350" y="1965933"/>
            <a:ext cx="6419850" cy="335475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67F427-13BF-4E9B-900C-7A484148F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Pisahkan lembar gabungan agar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setiap rencana dapat dikelola sendiri.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6BF5E4-3A93-4079-A8D3-C1AD00B3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Split Drawing, batas seleksi kuning,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 penamaan gambar.</a:t>
            </a:r>
          </a:p>
        </p:txBody>
      </p:sp>
    </p:spTree>
    <p:extLst>
      <p:ext uri="{BB962C8B-B14F-4D97-AF65-F5344CB8AC3E}">
        <p14:creationId xmlns:p14="http://schemas.microsoft.com/office/powerpoint/2010/main" val="1884716608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60D558-F546-4EB4-9980-1B42D68A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AD5D43-43BC-4F16-AE8B-2C7006E9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D2A36D-D33C-4B09-B2F2-E638D53D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2374250-55C4-4A53-8F65-402B54700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Block-select area yang diperlukan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4afa8b553949d6"/>
          <a:stretch xmlns:a="http://schemas.openxmlformats.org/drawingml/2006/main"/>
        </p:blipFill>
        <p:spPr>
          <a:xfrm xmlns:a="http://schemas.openxmlformats.org/drawingml/2006/main">
            <a:off x="5086350" y="1965933"/>
            <a:ext cx="6419850" cy="335475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6BE450-1357-43AD-A34C-EF83BCA1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Pilih batas rencana yang lengkap lalu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konfirmasi pilihan.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98A260-CE7D-4824-8F27-932EB10F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Split Drawing, batas seleksi kuning,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 penamaan gambar.</a:t>
            </a:r>
          </a:p>
        </p:txBody>
      </p:sp>
    </p:spTree>
    <p:extLst>
      <p:ext uri="{BB962C8B-B14F-4D97-AF65-F5344CB8AC3E}">
        <p14:creationId xmlns:p14="http://schemas.microsoft.com/office/powerpoint/2010/main" val="1017321978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7DC1E1-3D05-4159-ADE5-C3F3BC43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86BE54-A458-435D-96E0-7D05C739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17EB32-EF8F-4DAE-8386-4FDFFDE8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2BEF86A-DEB7-4A10-9EDE-182F4B1A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Beri nama gambar hasil split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d0590dda854c7f"/>
          <a:stretch xmlns:a="http://schemas.openxmlformats.org/drawingml/2006/main"/>
        </p:blipFill>
        <p:spPr>
          <a:xfrm xmlns:a="http://schemas.openxmlformats.org/drawingml/2006/main">
            <a:off x="5086350" y="1965933"/>
            <a:ext cx="6419850" cy="335475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BAA5BC-40AA-4CE0-9A87-72D5010F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nama yang menjelaskan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lantai dan jenis gambar.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B733EF-250A-47AB-9737-259BFD39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Split Drawing, batas seleksi kuning,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 penamaan gambar.</a:t>
            </a:r>
          </a:p>
        </p:txBody>
      </p:sp>
    </p:spTree>
    <p:extLst>
      <p:ext uri="{BB962C8B-B14F-4D97-AF65-F5344CB8AC3E}">
        <p14:creationId xmlns:p14="http://schemas.microsoft.com/office/powerpoint/2010/main" val="1901550458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429CEA-4DEE-42D1-86B0-2D1B0E41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26C5E6-4EA3-4D4B-85A9-D1313165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174164-3978-45C9-A7CF-F37DA0C9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B8EE6C5-CB0D-486C-869B-4535AFA9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Mengimpor dan Memisahkan Gambar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E0F32A-6070-4A82-8B51-634FC20A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B15D56-7AF5-4031-9EDC-BF690D40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utama telah diselesaikan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5846F2-034F-4505-B477-77CFDA10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atau hasil telah dibandingkan dengan dokumen sumber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AC81F7-FAE0-4605-B8C1-67144040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untuk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059274469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51B346-973A-482D-B5EF-277C0F32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FED4DE-F0D7-4C4E-9477-7FA2DB76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98A8F8-460C-485F-A7D1-A6479A82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15A1C3A-4C32-4F52-9AF6-BEF1FA03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Mengatur Skala dan Posisi Gambar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6836B7-858A-421D-99D7-13304BE8A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Mengkalibrasi gambar dan menyelaraskannya dengan axis grid.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4DE88A-F53C-410C-9733-1981535F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76CDAC-CF18-4618-AD44-C3FEC3A8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Buka Identify &gt; Scale Drawing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2D29FF-64BA-4BAC-B081-4631038BC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Tentukan titik awal, akhir, dan actual length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8FBE62-9E78-4B14-B7E8-83F7387A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Verifikasi dengan dimensi lain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288B11-2836-4A3B-8BA3-E6D14B89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Buka Relocate dan pilih titik referensi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9CD201-6C65-4D6A-A939-F39E39E8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Selaraskan dengan titik axis grid</a:t>
            </a:r>
          </a:p>
        </p:txBody>
      </p:sp>
    </p:spTree>
    <p:extLst>
      <p:ext uri="{BB962C8B-B14F-4D97-AF65-F5344CB8AC3E}">
        <p14:creationId xmlns:p14="http://schemas.microsoft.com/office/powerpoint/2010/main" val="238104448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9E6CC7-5F70-42C1-9455-58C45774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703E17-6901-4943-9BD5-54D6F85F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2185C6-E9BE-456F-B53B-254E7697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0ECA925-06E7-465B-97B6-6D554B1B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Buka Identify &gt; Scale Drawing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2bac82ec31483a"/>
          <a:stretch xmlns:a="http://schemas.openxmlformats.org/drawingml/2006/main"/>
        </p:blipFill>
        <p:spPr>
          <a:xfrm xmlns:a="http://schemas.openxmlformats.org/drawingml/2006/main">
            <a:off x="5086350" y="2126447"/>
            <a:ext cx="6419850" cy="303373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1012DD-3228-4016-9E0B-24BBDA48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Pilih gambar yang akan dikalibrasi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sebelum menentukan dua titik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referensi.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F78997-FCEE-482C-9B44-C91405FA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Scale Drawing, dua titik referensi,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 Input Actual Length.</a:t>
            </a:r>
          </a:p>
        </p:txBody>
      </p:sp>
    </p:spTree>
    <p:extLst>
      <p:ext uri="{BB962C8B-B14F-4D97-AF65-F5344CB8AC3E}">
        <p14:creationId xmlns:p14="http://schemas.microsoft.com/office/powerpoint/2010/main" val="530440284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C6B091-D72A-4668-A0DB-0B216741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12B6A1-BFD7-478D-8441-62D54353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BC5D7E-6973-4F6A-A413-9D9BDC53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B3D6478-0F8A-4228-8696-A42AAF0A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Tentukan titik awal, akhir, dan actual length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c29225a8e14f5d"/>
          <a:stretch xmlns:a="http://schemas.openxmlformats.org/drawingml/2006/main"/>
        </p:blipFill>
        <p:spPr>
          <a:xfrm xmlns:a="http://schemas.openxmlformats.org/drawingml/2006/main">
            <a:off x="5086350" y="2126447"/>
            <a:ext cx="6419850" cy="303373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E60B9F-13CF-4C33-A638-F5B74136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dimensi tertulis yang dapat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dipercaya untuk memasukkan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panjang sebenarnya.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F193ED-B087-4717-B119-B938862E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Scale Drawing, dua titik referensi,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 Input Actual Length.</a:t>
            </a:r>
          </a:p>
        </p:txBody>
      </p:sp>
    </p:spTree>
    <p:extLst>
      <p:ext uri="{BB962C8B-B14F-4D97-AF65-F5344CB8AC3E}">
        <p14:creationId xmlns:p14="http://schemas.microsoft.com/office/powerpoint/2010/main" val="1557552282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802D80-3A44-4CFC-BE2D-CC4E52AF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B45055-FF23-44AA-A885-9CBDD666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2E2062-BDD5-434A-86C7-E63B0DBA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6A95A4A-1648-429E-A610-9A3842B8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Verifikasi dengan dimensi lain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66503e03b64695"/>
          <a:stretch xmlns:a="http://schemas.openxmlformats.org/drawingml/2006/main"/>
        </p:blipFill>
        <p:spPr>
          <a:xfrm xmlns:a="http://schemas.openxmlformats.org/drawingml/2006/main">
            <a:off x="5086350" y="2126447"/>
            <a:ext cx="6419850" cy="303373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4B8598-EBD2-4248-81B8-59B4D2C7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Ukur jarak yang tidak dipakai saat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kalibrasi dan pastikan hasilnya sama.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378729-7B1F-4A50-BE61-2BED44E5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Scale Drawing, dua titik referensi,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 Input Actual Length.</a:t>
            </a:r>
          </a:p>
        </p:txBody>
      </p:sp>
    </p:spTree>
    <p:extLst>
      <p:ext uri="{BB962C8B-B14F-4D97-AF65-F5344CB8AC3E}">
        <p14:creationId xmlns:p14="http://schemas.microsoft.com/office/powerpoint/2010/main" val="8321414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A8F126-E22C-4A14-9883-69394929E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5025A7-092A-441C-AD6B-3FBEAFD3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4C5F2A-D896-4037-8709-B50B310E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79634E4-70B7-4EAF-A526-BC2BBFF4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Buka Relocate dan pilih titik referensi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594235bfda4790"/>
          <a:stretch xmlns:a="http://schemas.openxmlformats.org/drawingml/2006/main"/>
        </p:blipFill>
        <p:spPr>
          <a:xfrm xmlns:a="http://schemas.openxmlformats.org/drawingml/2006/main">
            <a:off x="5086350" y="1929157"/>
            <a:ext cx="6419850" cy="342831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C962CF-4B39-46F0-9F28-A036E19F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titik yang jelas pada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gambar, misalnya perpotongan A/1.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C6E598-4702-4F37-B6A9-BB81667D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Relocate dengan titik referensi gambar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perpotongan axis grid.</a:t>
            </a:r>
          </a:p>
        </p:txBody>
      </p:sp>
    </p:spTree>
    <p:extLst>
      <p:ext uri="{BB962C8B-B14F-4D97-AF65-F5344CB8AC3E}">
        <p14:creationId xmlns:p14="http://schemas.microsoft.com/office/powerpoint/2010/main" val="1256175916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F2B19F-5D14-4F9A-ADE1-CD8F5997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65E9BF-0FDF-4C34-905A-57C6F0A2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8C9AD9-A2DB-4BAD-9261-12702905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5D52A82-D91E-423D-A623-A3C035F5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Selaraskan dengan titik axis grid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b96754289144f5"/>
          <a:stretch xmlns:a="http://schemas.openxmlformats.org/drawingml/2006/main"/>
        </p:blipFill>
        <p:spPr>
          <a:xfrm xmlns:a="http://schemas.openxmlformats.org/drawingml/2006/main">
            <a:off x="5086350" y="1929157"/>
            <a:ext cx="6419850" cy="342831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25F4C3-4183-4221-939A-4C067198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Cocokkan titik yang sama pada grid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dan gunakan intersection snap bila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pemilihan tidak akurat.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0D9790-C210-431F-98A3-3C4A0B82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Relocate dengan titik referensi gambar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perpotongan axis grid.</a:t>
            </a:r>
          </a:p>
        </p:txBody>
      </p:sp>
    </p:spTree>
    <p:extLst>
      <p:ext uri="{BB962C8B-B14F-4D97-AF65-F5344CB8AC3E}">
        <p14:creationId xmlns:p14="http://schemas.microsoft.com/office/powerpoint/2010/main" val="2008153721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65BF6D-56EB-4F2A-9AB5-8E9E9337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79F219-16E5-4066-926D-E0480F8B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189D09-836D-4BA8-83AD-D02EB7EF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A2F31B2-413D-4B02-9B2C-8D2B685B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Mengatur Skala dan Posisi Gambar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015BA5-D150-49D8-8722-70FB74D8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3E79C8-5266-4AD9-8CBA-DA5C966E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utama telah diselesaikan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3A0784-56B1-438B-BE26-7895CEB44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atau hasil telah dibandingkan dengan dokumen sumber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CF84E8-7550-414F-8A8C-6CE0CF4E5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untuk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584689349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1F54C3-5E4C-47A6-90F6-74C92358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A7D177-4349-451A-BE44-240B90FC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280CC7-2CDD-4CFC-9947-26EC14D1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AF49E8E-A804-476B-AABB-324DA978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Membuat Axis Grid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D69061-ADBB-4875-A025-CC9D19C5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Membuat axis grid secara otomatis atau manual sesuai gambar.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EA3357-D3BC-4370-921C-0CD1634B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DBD631-6EC6-487C-8BBE-2CF01F61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Pilih tipe axis grid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2DE71B-2A61-4CAC-9B21-27952BE1A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Ambil garis dengan Pick Sideline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36A605-A1B1-4DEF-9726-82E4E5D9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Ambil label dengan Pick Label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1004F0-AEA1-47E6-BC8A-D8D1EAAD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Jalankan Auto-Identify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FAD4CB-99DB-4116-8BC2-07C53C24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Buat axis orthogonal secara manual</a:t>
            </a:r>
          </a:p>
        </p:txBody>
      </p:sp>
    </p:spTree>
    <p:extLst>
      <p:ext uri="{BB962C8B-B14F-4D97-AF65-F5344CB8AC3E}">
        <p14:creationId xmlns:p14="http://schemas.microsoft.com/office/powerpoint/2010/main" val="2111984807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A832DF-B939-4ED2-8423-BB042E9A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6D2F72-95AD-42C2-87D9-0A2BA564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E1406B-63C8-4A7F-B557-064430D2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721503E-5A3D-43A9-8208-96D8238F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tipe axis grid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31448210b34419"/>
          <a:stretch xmlns:a="http://schemas.openxmlformats.org/drawingml/2006/main"/>
        </p:blipFill>
        <p:spPr>
          <a:xfrm xmlns:a="http://schemas.openxmlformats.org/drawingml/2006/main">
            <a:off x="5086350" y="2080289"/>
            <a:ext cx="6419850" cy="312604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33BD7A-4DF3-449E-8B00-08E3713A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TAS mendukung orthogonal,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diagonal, dan arc axis grid.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527689-CB0A-4CCC-8CD7-BC4EDC08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Contoh orthogonal, arc, dan diagonal axis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grid.</a:t>
            </a:r>
          </a:p>
        </p:txBody>
      </p:sp>
    </p:spTree>
    <p:extLst>
      <p:ext uri="{BB962C8B-B14F-4D97-AF65-F5344CB8AC3E}">
        <p14:creationId xmlns:p14="http://schemas.microsoft.com/office/powerpoint/2010/main" val="448157298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44583A-8FF5-4AF1-A2A2-BC17165F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23A3CF-E5A6-4973-B106-BC36B5FA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4CF5F4-3E0A-490F-96A9-EFB3B0F6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469C6D5-F02C-43D1-8819-F6BB30DE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Ambil garis dengan Pick Sideline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1f100e985f4100"/>
          <a:stretch xmlns:a="http://schemas.openxmlformats.org/drawingml/2006/main"/>
        </p:blipFill>
        <p:spPr>
          <a:xfrm xmlns:a="http://schemas.openxmlformats.org/drawingml/2006/main">
            <a:off x="5278765" y="1809750"/>
            <a:ext cx="6035019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D93EA7-23BE-4CD6-96A4-6931540F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Untuk identifikasi otomatis, pilih axis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lines berdasarkan layer atau colour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lalu konfirmasi.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A3A000-1931-47BB-8D92-69BEA28E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Sideline dengan pilihan layer atau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colour dan garis axis terpilih.</a:t>
            </a:r>
          </a:p>
        </p:txBody>
      </p:sp>
    </p:spTree>
    <p:extLst>
      <p:ext uri="{BB962C8B-B14F-4D97-AF65-F5344CB8AC3E}">
        <p14:creationId xmlns:p14="http://schemas.microsoft.com/office/powerpoint/2010/main" val="2026523454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31D47A-C63A-4F46-AEA4-953CF8EB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CEE22C-EFB6-468E-8C2F-2675A037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E7F3EF-569B-4B25-9B64-A830E33B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413B1CA-A928-4880-A056-18E10932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Ambil label dengan Pick Label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fcb98bdd314fd6"/>
          <a:stretch xmlns:a="http://schemas.openxmlformats.org/drawingml/2006/main"/>
        </p:blipFill>
        <p:spPr>
          <a:xfrm xmlns:a="http://schemas.openxmlformats.org/drawingml/2006/main">
            <a:off x="5278765" y="1809750"/>
            <a:ext cx="6035019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D8783E-ED9F-4348-8084-55AA1682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Pilih label axis berdasarkan layer atau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colour yang sesuai.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4E362F-23AA-4B87-8711-814C6D47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Label dengan pilihan layer atau colour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dan label axis terpilih.</a:t>
            </a:r>
          </a:p>
        </p:txBody>
      </p:sp>
    </p:spTree>
    <p:extLst>
      <p:ext uri="{BB962C8B-B14F-4D97-AF65-F5344CB8AC3E}">
        <p14:creationId xmlns:p14="http://schemas.microsoft.com/office/powerpoint/2010/main" val="215918557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F6C2BE-74A6-4D07-998F-C7EC201E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933A67-404F-42D7-86CA-21E9748F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2E9E1A-69F9-455D-AA68-EBC7F8FB4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945F5A1-E127-4D8B-8FB2-455BDB57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Jalankan Auto-Identify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a91be5aae34d17"/>
          <a:stretch xmlns:a="http://schemas.openxmlformats.org/drawingml/2006/main"/>
        </p:blipFill>
        <p:spPr>
          <a:xfrm xmlns:a="http://schemas.openxmlformats.org/drawingml/2006/main">
            <a:off x="5086350" y="1823252"/>
            <a:ext cx="6419850" cy="364012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BD393A-7FBB-41DA-B0CF-AE7CA11C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Periksa axis yang terbentuk terhadap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garis dan label sumber.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D531E4-87E1-4518-9941-C74349D7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Auto-Identify di atas denah axis grid.</a:t>
            </a:r>
          </a:p>
        </p:txBody>
      </p:sp>
    </p:spTree>
    <p:extLst>
      <p:ext uri="{BB962C8B-B14F-4D97-AF65-F5344CB8AC3E}">
        <p14:creationId xmlns:p14="http://schemas.microsoft.com/office/powerpoint/2010/main" val="1681418527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A27AC7-90D0-4A8B-8DE3-C774EA1F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84A557-87FE-4208-9554-AEC7D163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9718B0-BC84-4285-8DC5-1A3AC565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6FB6C56-65D1-4F61-9657-AC913A1F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Buat axis orthogonal secara manual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f1ce95f6024ba0"/>
          <a:stretch xmlns:a="http://schemas.openxmlformats.org/drawingml/2006/main"/>
        </p:blipFill>
        <p:spPr>
          <a:xfrm xmlns:a="http://schemas.openxmlformats.org/drawingml/2006/main">
            <a:off x="5102867" y="1809750"/>
            <a:ext cx="6386816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F73F84-74C3-45D7-8DCF-9C2288AA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Draw &gt; New Orthogonal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Axis Grid, masukkan numbering dan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distance, tentukan posisi, lalu pilih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CE139E-9231-4F23-ABA0-02D4D5912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New Orthogonal Axis Grid dengan field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direction, numbering, dan distance.</a:t>
            </a:r>
          </a:p>
        </p:txBody>
      </p:sp>
    </p:spTree>
    <p:extLst>
      <p:ext uri="{BB962C8B-B14F-4D97-AF65-F5344CB8AC3E}">
        <p14:creationId xmlns:p14="http://schemas.microsoft.com/office/powerpoint/2010/main" val="1627596307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10F2A9-4F6A-46F6-B16C-C0B37CD4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EB5929-5A9C-44D0-985F-82D8DD2E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D78CF2-5FCF-4AB8-AD7A-47909954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E12DCDC-91C0-407D-93E4-6C27A5CD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Membuat Axis Grid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21CBB3-9A4D-42A6-9202-8FB8333F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3DF6BE-D749-4CC3-93C1-C57AE263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utama telah diselesaikan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037CB7-138E-496F-B697-CFDFFACC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atau hasil telah dibandingkan dengan dokumen sumber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FF9B81-1F25-4CDF-B705-88BB2712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untuk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447782310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043CD9-D33D-4440-ABD6-01F857162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139F9D-1421-4C41-B4D0-1B77999E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87A7FD-54EE-45B4-BB81-2010BCC2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2C229DF-9BD1-44ED-8F4E-6EB28F67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Mengidentifikasi Pile Cap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B46B42-B8EE-4853-885D-5864987C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Menghasilkan pile cap dari garis dan label yang dapat dikenali.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1C4492-B486-4DE2-911F-985C5D64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AA23BC-A5E2-44E9-B337-C237208D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Pilih Pick Sideline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B9D320-21D4-4BCA-A84F-6824CC47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Pilih frame pile cap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D9F7A6-C21E-4468-883E-BAB0AC4D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Ambil label pile cap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8FEE0F-0C56-4141-9647-6C0FA226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Jalankan Auto-Identify dan periksa hasil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F4C5CE-D89F-474C-BBAE-4FA1D551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Tinjau kuantitas pile cap</a:t>
            </a:r>
          </a:p>
        </p:txBody>
      </p:sp>
    </p:spTree>
    <p:extLst>
      <p:ext uri="{BB962C8B-B14F-4D97-AF65-F5344CB8AC3E}">
        <p14:creationId xmlns:p14="http://schemas.microsoft.com/office/powerpoint/2010/main" val="823822560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E4EC9C-17B5-4960-802D-EB7C246B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EEDE53-7755-4393-B502-8322FA24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82296C-44FF-4B86-9ADA-022B9E8DA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74CF817-8020-440B-B450-4FBE63B1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Pick Sideline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d5881b50074e04"/>
          <a:stretch xmlns:a="http://schemas.openxmlformats.org/drawingml/2006/main"/>
        </p:blipFill>
        <p:spPr>
          <a:xfrm xmlns:a="http://schemas.openxmlformats.org/drawingml/2006/main">
            <a:off x="5086350" y="2004828"/>
            <a:ext cx="6419850" cy="327696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33AC34-474F-4EC2-8F4A-48E4E150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pemilihan berdasarkan layer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atau colour pada CAD atau vector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PDF yang memiliki data garis.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79C1F5-5E1C-4431-B91E-95264906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Sideline dan frame pile cap PC2 pada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denah.</a:t>
            </a:r>
          </a:p>
        </p:txBody>
      </p:sp>
    </p:spTree>
    <p:extLst>
      <p:ext uri="{BB962C8B-B14F-4D97-AF65-F5344CB8AC3E}">
        <p14:creationId xmlns:p14="http://schemas.microsoft.com/office/powerpoint/2010/main" val="113903680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A7D296-14B1-41AB-B340-D5CC632E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777DCB-CA3E-4B3F-9225-04FDE0A0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A0049F-0F78-41C7-AAF9-0986F1B83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E8D8683-2234-4369-B649-69CFF549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frame pile cap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19c1b07d864272"/>
          <a:stretch xmlns:a="http://schemas.openxmlformats.org/drawingml/2006/main"/>
        </p:blipFill>
        <p:spPr>
          <a:xfrm xmlns:a="http://schemas.openxmlformats.org/drawingml/2006/main">
            <a:off x="5086350" y="2004828"/>
            <a:ext cx="6419850" cy="327696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4DB5CC-71D8-482F-9823-91F32236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Ambil garis tepi pile cap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lengkap lalu konfirmasi pilihan.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70BF1A-4846-478F-9885-65809B75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Sideline dan frame pile cap PC2 pada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denah.</a:t>
            </a:r>
          </a:p>
        </p:txBody>
      </p:sp>
    </p:spTree>
    <p:extLst>
      <p:ext uri="{BB962C8B-B14F-4D97-AF65-F5344CB8AC3E}">
        <p14:creationId xmlns:p14="http://schemas.microsoft.com/office/powerpoint/2010/main" val="736220216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097BBA-9AF8-43E1-97E0-A9873845E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61A65B-C667-4879-A0D5-DFF2F44C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47A288-228D-4127-A419-71748390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5114537-2471-4017-88A1-6CB4A603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Ambil label pile cap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cccdee11234093"/>
          <a:stretch xmlns:a="http://schemas.openxmlformats.org/drawingml/2006/main"/>
        </p:blipFill>
        <p:spPr>
          <a:xfrm xmlns:a="http://schemas.openxmlformats.org/drawingml/2006/main">
            <a:off x="5086350" y="1814805"/>
            <a:ext cx="6419850" cy="365701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8C02E2-4A39-4236-8F0C-F60241D7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Pick Label untuk memilih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nama elemen yang sesuai.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911F35-680F-4531-B7F0-ACB67876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Label dan teks PC2 pada denah pile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cap.</a:t>
            </a:r>
          </a:p>
        </p:txBody>
      </p:sp>
    </p:spTree>
    <p:extLst>
      <p:ext uri="{BB962C8B-B14F-4D97-AF65-F5344CB8AC3E}">
        <p14:creationId xmlns:p14="http://schemas.microsoft.com/office/powerpoint/2010/main" val="236352582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3F85FC-CE69-464F-8BA9-9D4F473D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524672-8755-4B27-9861-63CE29CC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234CDB-DBBA-4CCF-9E6C-B74D85114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1A10AE9-07E2-4E22-B8AD-3C55488A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Jalankan Auto-Identify dan periksa hasil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4c97f2f959470c"/>
          <a:stretch xmlns:a="http://schemas.openxmlformats.org/drawingml/2006/main"/>
        </p:blipFill>
        <p:spPr>
          <a:xfrm xmlns:a="http://schemas.openxmlformats.org/drawingml/2006/main">
            <a:off x="5086350" y="2118285"/>
            <a:ext cx="6419850" cy="305005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BE65D0-B4BD-42C9-BA71-916BEDD1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Tinjau posisi serta ukuran pile cap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yang dihasilkan.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D08D61-C41C-46A1-B5E3-CCFAB981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Auto-Identify dengan outline pile cap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hasil model 3D.</a:t>
            </a:r>
          </a:p>
        </p:txBody>
      </p:sp>
    </p:spTree>
    <p:extLst>
      <p:ext uri="{BB962C8B-B14F-4D97-AF65-F5344CB8AC3E}">
        <p14:creationId xmlns:p14="http://schemas.microsoft.com/office/powerpoint/2010/main" val="49990734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D2CE99-D917-4D4A-BB2B-39D7BFEC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DE2C3A-3C22-4B63-9B7E-AE89D030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8001B2-A386-4D66-8ED2-616EF80C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6E1950D-C272-433F-A708-FA28EC81C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Tinjau kuantitas pile cap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b00003edd64104"/>
          <a:stretch xmlns:a="http://schemas.openxmlformats.org/drawingml/2006/main"/>
        </p:blipFill>
        <p:spPr>
          <a:xfrm xmlns:a="http://schemas.openxmlformats.org/drawingml/2006/main">
            <a:off x="5086350" y="2421185"/>
            <a:ext cx="6419850" cy="244425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506FAB-1BBB-48B2-9164-27568172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Periksa Volume untuk beton dan Area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of Formwork untuk bekisting.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1E3D85-4608-4C3A-9F66-8222D7A84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Tabel pile cap dengan Volume dan Area of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Formwork.</a:t>
            </a:r>
          </a:p>
        </p:txBody>
      </p:sp>
    </p:spTree>
    <p:extLst>
      <p:ext uri="{BB962C8B-B14F-4D97-AF65-F5344CB8AC3E}">
        <p14:creationId xmlns:p14="http://schemas.microsoft.com/office/powerpoint/2010/main" val="331552830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3FF41C-40D1-40C6-A4C9-2112D5704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F962FC-0884-475E-8DDE-C792D3C2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88A9F9-53E8-48D1-93E2-FA83FC63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93DCA6D-63CD-4AD8-A77D-DB291048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Mengidentifikasi Pile Cap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650AEE-A97E-45FC-AC04-460A7E0E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CEF7B4-3E1E-4B41-AD28-97563F73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utama telah diselesaikan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8D3957-2BBF-47BC-B686-F4A1E38B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atau hasil telah dibandingkan dengan dokumen sumber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4090D0-3BDD-46A9-9F24-FA997F57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untuk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701603185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7D5C79-C6AD-49C7-AD71-332E86EA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57A5C0-03BC-4CB7-A27F-13208AA5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677E4-C5C5-48BD-AA44-45CDC8FCE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68D050D-DA7B-4E94-B75A-5D96BD05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Mengidentifikasi Kolom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E88F67-3AB6-4430-9905-FE5B1BA0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Menghasilkan kolom dan memeriksa model tiga dimensinya.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0F7C9-9AE9-4C07-9F6B-C518BF44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D95999-53A1-49E2-A731-BE30E78D6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Kenali tipe kolom yang relevan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1FE405-7E57-466C-8F0B-8BFC9ABC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Pilih outline dengan Pick Sideline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E2D1CD-C2A6-4FB2-8B9F-92523B2B7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Pilih nama dengan Pick Label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9C3BC2-7A64-44DD-869D-88D7F6B2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Jalankan Auto-Identify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359663-321B-431C-A332-A510F95D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Periksa kolom dalam 3D</a:t>
            </a:r>
          </a:p>
        </p:txBody>
      </p:sp>
    </p:spTree>
    <p:extLst>
      <p:ext uri="{BB962C8B-B14F-4D97-AF65-F5344CB8AC3E}">
        <p14:creationId xmlns:p14="http://schemas.microsoft.com/office/powerpoint/2010/main" val="823131925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4DEE63-3427-44EF-8B79-C380CE20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CB2C71-43E1-418D-AAAE-0AE4FB94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45D179-0AF6-4321-8E52-55980485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A953E6E-7C3B-4F87-8B6A-77C2726F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Kenali tipe kolom yang relevan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12a09f1ea54021"/>
          <a:stretch xmlns:a="http://schemas.openxmlformats.org/drawingml/2006/main"/>
        </p:blipFill>
        <p:spPr>
          <a:xfrm xmlns:a="http://schemas.openxmlformats.org/drawingml/2006/main">
            <a:off x="5086350" y="2096342"/>
            <a:ext cx="6419850" cy="309394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D45C44-4F8E-49D6-AED3-0C664A11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Contoh manual mencakup round,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slanted, composite, dan steel column.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B81E38-84C6-40C9-9C0D-D9589B7B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Contoh composite, round, steel,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slanted column.</a:t>
            </a:r>
          </a:p>
        </p:txBody>
      </p:sp>
    </p:spTree>
    <p:extLst>
      <p:ext uri="{BB962C8B-B14F-4D97-AF65-F5344CB8AC3E}">
        <p14:creationId xmlns:p14="http://schemas.microsoft.com/office/powerpoint/2010/main" val="430437890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2D3F8C-DA86-42E2-8625-002D3EBF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E55D73-7A87-4E9D-8132-80AB2A79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12A860-6DC4-41D3-BE50-FA618903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02C816B-F302-44DD-84CC-DB4D7402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outline dengan Pick Sideline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55c818886b4496"/>
          <a:stretch xmlns:a="http://schemas.openxmlformats.org/drawingml/2006/main"/>
        </p:blipFill>
        <p:spPr>
          <a:xfrm xmlns:a="http://schemas.openxmlformats.org/drawingml/2006/main">
            <a:off x="5086350" y="2020535"/>
            <a:ext cx="6419850" cy="324555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66B402-6479-4747-ADCF-63514E13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layer atau colour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hanya memuat garis pembentuk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kolom.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E34116-4848-4190-8785-CE039719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Sideline dan outline kolom K2 pada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denah.</a:t>
            </a:r>
          </a:p>
        </p:txBody>
      </p:sp>
    </p:spTree>
    <p:extLst>
      <p:ext uri="{BB962C8B-B14F-4D97-AF65-F5344CB8AC3E}">
        <p14:creationId xmlns:p14="http://schemas.microsoft.com/office/powerpoint/2010/main" val="276041073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E83527-4A2E-4EF4-A3C6-B79D0929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A20C0C-E50F-4F38-9838-FF5C4F51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08E621-4A1D-496F-8637-ACE39947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7C519A3-284C-4714-8B61-CAE09014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nama dengan Pick Label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34d21b94ec4daa"/>
          <a:stretch xmlns:a="http://schemas.openxmlformats.org/drawingml/2006/main"/>
        </p:blipFill>
        <p:spPr>
          <a:xfrm xmlns:a="http://schemas.openxmlformats.org/drawingml/2006/main">
            <a:off x="5086350" y="2012900"/>
            <a:ext cx="6419850" cy="326082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CEE17C-027E-4596-AD02-9B4FAF30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Ambil label kolom yang berpasangan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dengan outline terpilih.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19624B-967F-42B8-914C-BD6190D9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Label dan teks K2 pada denah kolom.</a:t>
            </a:r>
          </a:p>
        </p:txBody>
      </p:sp>
    </p:spTree>
    <p:extLst>
      <p:ext uri="{BB962C8B-B14F-4D97-AF65-F5344CB8AC3E}">
        <p14:creationId xmlns:p14="http://schemas.microsoft.com/office/powerpoint/2010/main" val="1545245098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F64402-2BEC-4DE5-BA37-BE41CBAA0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251534-8038-463B-9AFC-1A030559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E8823B-55E6-4438-8806-8BAB45F7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AD7D419-42F7-451C-A9E7-CCCE8B2C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Jalankan Auto-Identify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e24bd4084046ea"/>
          <a:stretch xmlns:a="http://schemas.openxmlformats.org/drawingml/2006/main"/>
        </p:blipFill>
        <p:spPr>
          <a:xfrm xmlns:a="http://schemas.openxmlformats.org/drawingml/2006/main">
            <a:off x="5086350" y="2064263"/>
            <a:ext cx="6419850" cy="31581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DB0D6F-CDBE-46BF-B589-5B67165A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Hasilkan elemen setelah garis dan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label selesai dipilih.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55A8BD-49F2-41AC-B611-A214D0A8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Auto-Identify dengan outline dan hasil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kolom 3D berwarna ungu.</a:t>
            </a:r>
          </a:p>
        </p:txBody>
      </p:sp>
    </p:spTree>
    <p:extLst>
      <p:ext uri="{BB962C8B-B14F-4D97-AF65-F5344CB8AC3E}">
        <p14:creationId xmlns:p14="http://schemas.microsoft.com/office/powerpoint/2010/main" val="1692231760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B62022-DF8F-4955-BF81-F65F6003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9280E9-C41F-4CD9-89E5-FD3CFB9B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890803-E399-4A17-A11A-CAAF561F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0DB4D4D-A2F5-4B2A-80BA-1D2B270A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Periksa kolom dalam 3D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ac63c61cc54589"/>
          <a:stretch xmlns:a="http://schemas.openxmlformats.org/drawingml/2006/main"/>
        </p:blipFill>
        <p:spPr>
          <a:xfrm xmlns:a="http://schemas.openxmlformats.org/drawingml/2006/main">
            <a:off x="5086350" y="2064263"/>
            <a:ext cx="6419850" cy="31581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708951-7D59-4459-AB5C-68343B69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Tinjau posisi, ukuran, dan lantai pada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yang dihasilkan.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0C1B34-FA8D-4D08-ACCC-EABF0810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Auto-Identify dengan outline dan hasil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kolom 3D berwarna ungu.</a:t>
            </a:r>
          </a:p>
        </p:txBody>
      </p:sp>
    </p:spTree>
    <p:extLst>
      <p:ext uri="{BB962C8B-B14F-4D97-AF65-F5344CB8AC3E}">
        <p14:creationId xmlns:p14="http://schemas.microsoft.com/office/powerpoint/2010/main" val="885216279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0D5842-5EB6-463E-AAE1-19C46221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246F99-A776-4221-93F3-6EDEA2CF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1F64CA-74EF-4188-BDC4-F202F850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F6C8975-A849-42C7-9A65-71F8D4F0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Mengidentifikasi Kolom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C9AFC8-0429-42F2-96BE-B6F7817D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022521-D17F-40B1-A7C3-305E0A79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utama telah diselesaikan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C8218A-7765-4ED6-AC47-2A3BF578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atau hasil telah dibandingkan dengan dokumen sumber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B8C7DA-C2F7-40C5-9241-1F55366C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untuk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193660205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10B690-0F96-4FC5-91EA-3C0DA1C4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12513C-32D3-409B-8D8B-D6B0D3880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68AC19-E077-43CA-A525-898185167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F05CF89-1D1B-4426-8BC4-D21D59F7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Mengidentifikasi dan Memeriksa Balok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B299F5-C87F-462E-B5D0-79B93D2D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Menghasilkan balok, memperbaiki kesalahan, dan memeriksa kuantitasnya.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463E1E-F8EB-42E9-AEE1-1E60893B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C8D4E8-C159-47F5-B421-C7C3BCFF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Pilih beam lines dengan Pick Sideline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45E4F3-E3F4-4E70-9CD3-CCB85BFE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Pilih label dengan Pick Label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915E69-5D6C-4F16-AD03-9D7ABEEF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Jalankan Auto-Identify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A95078-52E9-4B44-B75A-F7FEEBCB0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Lakukan Identification Check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F59163-1D42-47A5-8DED-F9D92D2F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Tinjau kuantitas balok</a:t>
            </a:r>
          </a:p>
        </p:txBody>
      </p:sp>
    </p:spTree>
    <p:extLst>
      <p:ext uri="{BB962C8B-B14F-4D97-AF65-F5344CB8AC3E}">
        <p14:creationId xmlns:p14="http://schemas.microsoft.com/office/powerpoint/2010/main" val="153494773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B6640E-77EB-4897-934F-15FF5D19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B75168-6C95-4412-8874-509DC428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17EDB4-6273-44AB-AFB1-B87F64E4C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A57DE2A-0095-4C6E-9158-276E4BB3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beam lines dengan Pick Sideline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8bdfc699744334"/>
          <a:stretch xmlns:a="http://schemas.openxmlformats.org/drawingml/2006/main"/>
        </p:blipFill>
        <p:spPr>
          <a:xfrm xmlns:a="http://schemas.openxmlformats.org/drawingml/2006/main">
            <a:off x="5086350" y="2060016"/>
            <a:ext cx="6419850" cy="316659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8C88F5-4252-421A-A77B-EFA0F5EA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layer atau colour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sesuai untuk mengambil garis tepi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balok.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B4BAFC-7B8D-4A00-B550-99552EE1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Sideline dan garis batas balok pada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denah.</a:t>
            </a:r>
          </a:p>
        </p:txBody>
      </p:sp>
    </p:spTree>
    <p:extLst>
      <p:ext uri="{BB962C8B-B14F-4D97-AF65-F5344CB8AC3E}">
        <p14:creationId xmlns:p14="http://schemas.microsoft.com/office/powerpoint/2010/main" val="1149149972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2A9618-09A8-4065-923E-EBBA988F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B5DF8A-6106-4AED-BB24-C2678D47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AD06F8-BAE9-4B30-B75F-FAC9E2E0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17F246C-6D27-45B0-871F-146DD483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label dengan Pick Label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fda2a7e9664b06"/>
          <a:stretch xmlns:a="http://schemas.openxmlformats.org/drawingml/2006/main"/>
        </p:blipFill>
        <p:spPr>
          <a:xfrm xmlns:a="http://schemas.openxmlformats.org/drawingml/2006/main">
            <a:off x="5086350" y="1987879"/>
            <a:ext cx="6419850" cy="331086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754512-BD5A-423B-A83F-776B8F07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Ambil nama balok yang berkaitan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dengan garis terpilih.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29714A-5EF0-4689-86C8-27A1C63E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Label, label 1B2 300x700,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Auto-Identify.</a:t>
            </a:r>
          </a:p>
        </p:txBody>
      </p:sp>
    </p:spTree>
    <p:extLst>
      <p:ext uri="{BB962C8B-B14F-4D97-AF65-F5344CB8AC3E}">
        <p14:creationId xmlns:p14="http://schemas.microsoft.com/office/powerpoint/2010/main" val="578153438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1B5E20-DC9C-4537-8C87-E2D7BE657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ABF2B5-8BB8-47DF-8E34-9C764FC0D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C048AA-CC15-438D-8D9B-934CBABB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3709764-26D4-40C2-993B-9B22C604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Jalankan Auto-Identify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228db324f64c1b"/>
          <a:stretch xmlns:a="http://schemas.openxmlformats.org/drawingml/2006/main"/>
        </p:blipFill>
        <p:spPr>
          <a:xfrm xmlns:a="http://schemas.openxmlformats.org/drawingml/2006/main">
            <a:off x="5086350" y="1987879"/>
            <a:ext cx="6419850" cy="331086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CD9F54-D8C2-4CDB-9BDF-0D5404A4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Hasilkan model balok setelah data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garis dan label lengkap.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D61F1D-B665-46AC-83F0-3A8F2F50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Label, label 1B2 300x700,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Auto-Identify.</a:t>
            </a:r>
          </a:p>
        </p:txBody>
      </p:sp>
    </p:spTree>
    <p:extLst>
      <p:ext uri="{BB962C8B-B14F-4D97-AF65-F5344CB8AC3E}">
        <p14:creationId xmlns:p14="http://schemas.microsoft.com/office/powerpoint/2010/main" val="306475957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387C97-62F1-40CE-AA4E-C17DC99F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ED21D7-6A60-4E71-B88C-3BD08806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C0A725-09C1-4BDB-9163-28647EFA8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60ACB9A-A180-4934-87AA-D88FBCCD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Lakukan Identification Check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1315326cc644fa"/>
          <a:stretch xmlns:a="http://schemas.openxmlformats.org/drawingml/2006/main"/>
        </p:blipFill>
        <p:spPr>
          <a:xfrm xmlns:a="http://schemas.openxmlformats.org/drawingml/2006/main">
            <a:off x="5086350" y="2108916"/>
            <a:ext cx="6419850" cy="306879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EC4825-06FE-48B1-8B78-F8D6D0459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Periksa, ubah elemen yang salah, lalu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konfirmasi pembaruan model 3D.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D39587-124A-450A-B935-A1EB92AD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Identification Check, daftar error, Attribute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Editor, dan model balok 3D.</a:t>
            </a:r>
          </a:p>
        </p:txBody>
      </p:sp>
    </p:spTree>
    <p:extLst>
      <p:ext uri="{BB962C8B-B14F-4D97-AF65-F5344CB8AC3E}">
        <p14:creationId xmlns:p14="http://schemas.microsoft.com/office/powerpoint/2010/main" val="28330141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D4AEC8-9033-45A5-A1D6-70FC42CB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63EFDC-5AAC-466F-97E7-C9C7B2AD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B6D69C-EBF7-47CF-9326-B98CB6B7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EE676DC-5B45-4BB7-A311-056CE51E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Tinjau kuantitas balok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19692c56324e08"/>
          <a:stretch xmlns:a="http://schemas.openxmlformats.org/drawingml/2006/main"/>
        </p:blipFill>
        <p:spPr>
          <a:xfrm xmlns:a="http://schemas.openxmlformats.org/drawingml/2006/main">
            <a:off x="5086350" y="2418649"/>
            <a:ext cx="6419850" cy="24493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1179C6-E585-4B9C-B28E-839BF427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Periksa Volume beton dan Area of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Formwork.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DCB7BF-6628-4045-A3A8-ABBFDCD3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Tabel balok dengan Volume dan Area of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Formwork.</a:t>
            </a:r>
          </a:p>
        </p:txBody>
      </p:sp>
    </p:spTree>
    <p:extLst>
      <p:ext uri="{BB962C8B-B14F-4D97-AF65-F5344CB8AC3E}">
        <p14:creationId xmlns:p14="http://schemas.microsoft.com/office/powerpoint/2010/main" val="1645828835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72561E-7140-4282-8292-65C7FE44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5DA85C-9039-445D-9CB4-FE264552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BE4A71-413D-4713-BF3F-DE2CB242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73137A3-4003-435B-B93C-7A0192C8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Mengidentifikasi dan Memeriksa Balok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3F4463-41B4-4A24-94E9-C52D394A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7BF33C-C6F1-4CB1-94C2-A248F311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utama telah diselesaikan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749422-28AB-47FE-AC0F-40411E07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atau hasil telah dibandingkan dengan dokumen sumber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FEA063-1BF2-4AF0-B7EB-F3AF9932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untuk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349412590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754BD3-5AC5-4788-8B92-9675C01E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978FEB-F81C-4076-A6EF-B8CCFD4A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82D5B7-22A7-4669-941A-8D80B4449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9455845-CA6F-4F68-AB3D-D5A6E406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Mengidentifikasi Pelat dan Slab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48C7ED-DA4C-435D-889D-9D1EC642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Menghasilkan pelat dan opening dengan ketebalan serta batas yang benar.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380B3E-D528-4A41-8541-26EA9518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9C9CD5-0004-4690-9F75-6D9A92FF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Kenali tipe pelat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499464-CE92-4FE2-982F-60983D6A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Ambil label pelat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DAEBA5-9F5D-43A4-8DC9-87F5302C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Pilih Slab Opening 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CBB47C-422C-4D7D-BE3E-5835570A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Jalankan Identify Slab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214711-3ADB-4A0F-B7B6-25A8378E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Periksa hasil dan kuantitas</a:t>
            </a:r>
          </a:p>
        </p:txBody>
      </p:sp>
    </p:spTree>
    <p:extLst>
      <p:ext uri="{BB962C8B-B14F-4D97-AF65-F5344CB8AC3E}">
        <p14:creationId xmlns:p14="http://schemas.microsoft.com/office/powerpoint/2010/main" val="349635268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5A2C8C-5F24-496A-9654-CE6CC883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F1DD97-0A3F-4723-B256-EC39C077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7F93A7-10CE-43AC-A980-7E9FFB55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3CC5BA5-A1DD-4DE0-802F-71A4B219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Kenali tipe pelat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61297e63b9485c"/>
          <a:stretch xmlns:a="http://schemas.openxmlformats.org/drawingml/2006/main"/>
        </p:blipFill>
        <p:spPr>
          <a:xfrm xmlns:a="http://schemas.openxmlformats.org/drawingml/2006/main">
            <a:off x="5086350" y="2083803"/>
            <a:ext cx="6419850" cy="311901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6ACDE0-732D-4D4A-97B0-70684F89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Contoh manual mencakup in-situ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slab, bondek slab, dan spiral ramp.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836AEE-60A4-48AA-8688-185515FD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Contoh in-situ slab, spiral ramp,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bondek slab.</a:t>
            </a:r>
          </a:p>
        </p:txBody>
      </p:sp>
    </p:spTree>
    <p:extLst>
      <p:ext uri="{BB962C8B-B14F-4D97-AF65-F5344CB8AC3E}">
        <p14:creationId xmlns:p14="http://schemas.microsoft.com/office/powerpoint/2010/main" val="1994487276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5B4942-CDE0-4439-AABF-15B08782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6E7640-AA72-4D84-A9A8-86CF1A86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B24D35-2A6A-403F-BA88-EE1A2CD3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431CE34-F190-4BE5-B66C-2235A083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Ambil label pelat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d1330dd9504998"/>
          <a:stretch xmlns:a="http://schemas.openxmlformats.org/drawingml/2006/main"/>
        </p:blipFill>
        <p:spPr>
          <a:xfrm xmlns:a="http://schemas.openxmlformats.org/drawingml/2006/main">
            <a:off x="5086350" y="2044241"/>
            <a:ext cx="6419850" cy="319814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DC0E01-01E2-4C0E-80D7-D081AACE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Pick Label berdasarkan layer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atau colour.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44312B-C678-41BB-B891-B9B42700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Label dan label pelat S1 pada denah.</a:t>
            </a:r>
          </a:p>
        </p:txBody>
      </p:sp>
    </p:spTree>
    <p:extLst>
      <p:ext uri="{BB962C8B-B14F-4D97-AF65-F5344CB8AC3E}">
        <p14:creationId xmlns:p14="http://schemas.microsoft.com/office/powerpoint/2010/main" val="1923340064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67904E-C4ED-4E1C-875A-780CF59A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035F9C-8828-4ECA-B4E5-31AEBE32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CFBD27-7F58-4D5F-82FF-B5539268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D6EF4D0-3EC8-4683-B0E4-3F3B1E47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Slab Opening Line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6644ca753d4e7a"/>
          <a:stretch xmlns:a="http://schemas.openxmlformats.org/drawingml/2006/main"/>
        </p:blipFill>
        <p:spPr>
          <a:xfrm xmlns:a="http://schemas.openxmlformats.org/drawingml/2006/main">
            <a:off x="5086350" y="2081281"/>
            <a:ext cx="6419850" cy="312406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7EC824-C492-4A04-A8B4-573DDE96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Ambil boundary opening berdasarkan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layer atau colour lalu konfirmasi.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AA7688-BE0E-43CB-8223-3C85FDDC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Slab Opening Line dan batas opening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pada denah.</a:t>
            </a:r>
          </a:p>
        </p:txBody>
      </p:sp>
    </p:spTree>
    <p:extLst>
      <p:ext uri="{BB962C8B-B14F-4D97-AF65-F5344CB8AC3E}">
        <p14:creationId xmlns:p14="http://schemas.microsoft.com/office/powerpoint/2010/main" val="1254939804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5902D9-8959-487C-A343-7C2BEC3A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4B789E-1D1A-4784-907A-11DEBD76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0D1516-D7D8-4CF4-84F9-E39F9F9C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0B38D23-12FF-4205-9ED8-A26228D1E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Jalankan Identify Slab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014cc4f9044834"/>
          <a:stretch xmlns:a="http://schemas.openxmlformats.org/drawingml/2006/main"/>
        </p:blipFill>
        <p:spPr>
          <a:xfrm xmlns:a="http://schemas.openxmlformats.org/drawingml/2006/main">
            <a:off x="5086350" y="2070806"/>
            <a:ext cx="6419850" cy="31450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5A01B8-CC88-4CE5-9545-277499F5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Tinjau Slab Identification Option serta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koreksi thickness bila diperlukan.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C9B402-9ACD-475A-9ADC-78609A7F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Identify Slab, identification options,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thickness table, dan model 3D.</a:t>
            </a:r>
          </a:p>
        </p:txBody>
      </p:sp>
    </p:spTree>
    <p:extLst>
      <p:ext uri="{BB962C8B-B14F-4D97-AF65-F5344CB8AC3E}">
        <p14:creationId xmlns:p14="http://schemas.microsoft.com/office/powerpoint/2010/main" val="771688234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C99C6D-5065-4159-9DCA-55874C389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6AAD14-218F-4B76-A9E8-545E2D24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6B082A-B57A-4CD1-9095-685826EC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865E5BF-C60B-4FFF-8F5A-50876F86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Periksa hasil dan kuantitas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6c1e9540de4cea"/>
          <a:stretch xmlns:a="http://schemas.openxmlformats.org/drawingml/2006/main"/>
        </p:blipFill>
        <p:spPr>
          <a:xfrm xmlns:a="http://schemas.openxmlformats.org/drawingml/2006/main">
            <a:off x="5086350" y="2098674"/>
            <a:ext cx="6419850" cy="308927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F49871-48AA-4AB2-B7E2-1057478A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Tinjau Volume, Area of Formwork,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dan panjang side formwork pada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edge atau break.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0839DD-AED9-452E-89AA-C7E19758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Tabel pelat dengan Volume, soffit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formwork, serta edge dan break lengths.</a:t>
            </a:r>
          </a:p>
        </p:txBody>
      </p:sp>
    </p:spTree>
    <p:extLst>
      <p:ext uri="{BB962C8B-B14F-4D97-AF65-F5344CB8AC3E}">
        <p14:creationId xmlns:p14="http://schemas.microsoft.com/office/powerpoint/2010/main" val="2117004593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E089AA-239F-485E-9282-E66B09044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DD340A-F1AD-449F-92D7-8FCE5D2F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894F07-248A-48F9-8DA6-DCF74509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6946B28-E3CF-4B23-866E-5265EDCF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Mengidentifikasi Pelat dan Slab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7CD81A-A322-4E50-AAAB-64521C0D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E8F4C3-D05D-481E-AB8A-82BC8F43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utama telah diselesaikan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5C0BF2-A874-4CEB-BEE2-2CE0EAA8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atau hasil telah dibandingkan dengan dokumen sumber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F328AA-1798-405A-AB3C-9ED9E3C2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untuk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805103215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72FDD2-1E7F-4AFD-9B05-BCE716E8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425EBD-C57B-460C-A355-9710FB99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01EB4F-158D-445D-B450-7DB506A7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57F4340-E429-4E92-9D6D-BDBA6174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Mengidentifikasi Dinding Struktur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62BD8C-74D2-489F-9AFD-FE9E32083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Menghasilkan concrete wall dan meninjau kuantitas strukturnya.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7D7431-699F-4966-AA9A-1F10EC8F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93D583-D871-4997-81D7-3189BC87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Pilih Pick Concrete Wall Sideline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BC3330-6B44-418B-8807-5CE553F9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Pilih garis dinding struktur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9C413C-32CB-4423-9D7E-AB9A08102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Pilih nama dengan Pick Label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9EA06F-DEBD-4A6F-9963-DA1AB810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Jalankan Auto Identify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A2D115-DA59-401D-8900-D806202B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Tinjau kuantitas dinding struktur</a:t>
            </a:r>
          </a:p>
        </p:txBody>
      </p:sp>
    </p:spTree>
    <p:extLst>
      <p:ext uri="{BB962C8B-B14F-4D97-AF65-F5344CB8AC3E}">
        <p14:creationId xmlns:p14="http://schemas.microsoft.com/office/powerpoint/2010/main" val="200103484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15D734-3676-409F-A425-337894DD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DE0253-C837-4DC9-A124-13E2CCB4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4FA59D-3274-4131-9976-18E26D0F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86CF3EB-DDE4-470B-9DC0-0C97B88C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Pick Concrete Wall Sideline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72bd93fc754e5a"/>
          <a:stretch xmlns:a="http://schemas.openxmlformats.org/drawingml/2006/main"/>
        </p:blipFill>
        <p:spPr>
          <a:xfrm xmlns:a="http://schemas.openxmlformats.org/drawingml/2006/main">
            <a:off x="5234713" y="1809750"/>
            <a:ext cx="612312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2986E2-35AE-4203-91D4-4BAAA117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layer atau colour pada CAD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atau vector PDF yang memiliki data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garis.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F548A2-081A-4BFA-BB6E-7FEAE19F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Concrete Wall Sideline dan garis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dinding struktur terpilih.</a:t>
            </a:r>
          </a:p>
        </p:txBody>
      </p:sp>
    </p:spTree>
    <p:extLst>
      <p:ext uri="{BB962C8B-B14F-4D97-AF65-F5344CB8AC3E}">
        <p14:creationId xmlns:p14="http://schemas.microsoft.com/office/powerpoint/2010/main" val="1605186174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BF7FD1-877F-41B3-A27D-AD65A09D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B9475C-AA5E-4155-AB34-7A1D3270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0DF872-4EDB-4042-894E-B7AE825E6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87F9933-5D85-4865-A5FD-F63C915D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garis dinding struktur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163b2feff142c8"/>
          <a:stretch xmlns:a="http://schemas.openxmlformats.org/drawingml/2006/main"/>
        </p:blipFill>
        <p:spPr>
          <a:xfrm xmlns:a="http://schemas.openxmlformats.org/drawingml/2006/main">
            <a:off x="5234713" y="1809750"/>
            <a:ext cx="612312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83B321-FC14-436B-97DC-E6D047E6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Ambil garis concrete wall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lengkap lalu konfirmasi.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07DE65-2F53-43A3-B697-8A030574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Concrete Wall Sideline dan garis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dinding struktur terpilih.</a:t>
            </a:r>
          </a:p>
        </p:txBody>
      </p:sp>
    </p:spTree>
    <p:extLst>
      <p:ext uri="{BB962C8B-B14F-4D97-AF65-F5344CB8AC3E}">
        <p14:creationId xmlns:p14="http://schemas.microsoft.com/office/powerpoint/2010/main" val="177017021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E2B6A0-A422-49CA-9AC0-44AB42C0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CAB662-E8A2-4A85-B87E-04181E29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7CDC9C-F1BC-4234-9F2A-2F90E701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A2E6EA2-6C3C-4530-A316-6F418208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nama dengan Pick Label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aa9f58ad964ebc"/>
          <a:stretch xmlns:a="http://schemas.openxmlformats.org/drawingml/2006/main"/>
        </p:blipFill>
        <p:spPr>
          <a:xfrm xmlns:a="http://schemas.openxmlformats.org/drawingml/2006/main">
            <a:off x="5105990" y="1809750"/>
            <a:ext cx="6380570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3E873C-629D-4143-97B8-149A56AD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Hubungkan label concrete wall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dengan garis terpilih.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F28AEC-AE5D-4DCE-986F-FD5A92A4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Wall Label dan teks RC WALL 1.</a:t>
            </a:r>
          </a:p>
        </p:txBody>
      </p:sp>
    </p:spTree>
    <p:extLst>
      <p:ext uri="{BB962C8B-B14F-4D97-AF65-F5344CB8AC3E}">
        <p14:creationId xmlns:p14="http://schemas.microsoft.com/office/powerpoint/2010/main" val="106341542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D42801-3415-432B-9585-C5F57C78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B1A2DE-E437-496F-B2FC-26B8E497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B6F1F6-F4EE-4525-BD6C-546634BB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61693B0-EE80-4E08-B11D-F7F79A998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Jalankan Auto Identify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58786782564119"/>
          <a:stretch xmlns:a="http://schemas.openxmlformats.org/drawingml/2006/main"/>
        </p:blipFill>
        <p:spPr>
          <a:xfrm xmlns:a="http://schemas.openxmlformats.org/drawingml/2006/main">
            <a:off x="5086350" y="1976233"/>
            <a:ext cx="6419850" cy="333415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AB5D85-E384-4920-ACEB-7C7CB86A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Konfirmasi kotak informasi dan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periksa dinding yang dihasilkan.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211090-73A4-49B0-8552-67487FA4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Auto-Identify, dialog konfirmasi, dan hasil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dinding 3D.</a:t>
            </a:r>
          </a:p>
        </p:txBody>
      </p:sp>
    </p:spTree>
    <p:extLst>
      <p:ext uri="{BB962C8B-B14F-4D97-AF65-F5344CB8AC3E}">
        <p14:creationId xmlns:p14="http://schemas.microsoft.com/office/powerpoint/2010/main" val="97593618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DB4F83-B00F-4435-B077-04C09644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38B636-B24D-4E4D-8F96-292A3D27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E186B5-B9A6-4071-9E34-36CCB613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28326AE-7055-4E02-9BD7-33134EB4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Tinjau kuantitas dinding struktur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b3bfb9dfed4533"/>
          <a:stretch xmlns:a="http://schemas.openxmlformats.org/drawingml/2006/main"/>
        </p:blipFill>
        <p:spPr>
          <a:xfrm xmlns:a="http://schemas.openxmlformats.org/drawingml/2006/main">
            <a:off x="5086350" y="2275770"/>
            <a:ext cx="6419850" cy="273508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0B17A0-0172-435A-AF30-751A232F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Periksa Volume, Area of Formwork,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serta panjang bekisting pada edge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atau opening break bila relevan.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122A35-4A63-4F58-BB94-5C185293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Tabel dinding struktur dengan concrete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dan formwork results.</a:t>
            </a:r>
          </a:p>
        </p:txBody>
      </p:sp>
    </p:spTree>
    <p:extLst>
      <p:ext uri="{BB962C8B-B14F-4D97-AF65-F5344CB8AC3E}">
        <p14:creationId xmlns:p14="http://schemas.microsoft.com/office/powerpoint/2010/main" val="694715221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BC88CE-E066-4C20-A553-F7DA3E7C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D4FE61-B87A-4413-AA5F-DF07035C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472171-37F8-4972-BB32-7B0C9AAC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5B10614-CCF6-4AE4-84C9-BFADE1CF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Mengidentifikasi Dinding Struktur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3D8DF7-A78D-4697-BDFC-ABFF1194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196E5E-CE27-4060-9641-4C19094D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utama telah diselesaikan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4FE996-B04B-4071-8A9F-689E4C67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atau hasil telah dibandingkan dengan dokumen sumber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7C1061-6F7C-4C9D-88A7-D60534284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untuk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469695598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82B7EE-60B4-4A13-99B9-BAA699B3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03DE9F-EB9F-46EC-8A2A-4FDE7ADC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ABF2BF-DC28-42AA-B2E1-84F362BAC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0AF80B1-9CEA-470C-A4DF-16980593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Mengidentifikasi Dinding Arsitektur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FD6794-9AC3-4D54-8489-B29EDD77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Menghasilkan masonry wall dan meninjau luasnya.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B881AF-A1C2-471D-A18B-AA0CAA28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C86B42-0B84-4250-8357-B07B6263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Bedakan dinding arsitektur dan struktur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4DAD6B-0DCD-4E2D-B8B4-48EAC9FA5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Pilih masonry wall sideline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D880C8-1C93-43C5-95FD-1A04C050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Ambil opening dan label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803BA7-33AD-4D27-868C-79B40CE1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Jalankan Auto Identify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F26CE8-25FD-42AB-9FF1-F314CD6B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Tinjau luas dinding</a:t>
            </a:r>
          </a:p>
        </p:txBody>
      </p:sp>
    </p:spTree>
    <p:extLst>
      <p:ext uri="{BB962C8B-B14F-4D97-AF65-F5344CB8AC3E}">
        <p14:creationId xmlns:p14="http://schemas.microsoft.com/office/powerpoint/2010/main" val="848890623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ABAE7F-7131-4D2C-86DD-46BE2391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7E3614-6954-429F-9EC7-3C84E108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C5F25A-9EB4-455F-B74D-96196AD0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22B3731-18AC-431F-BDF2-41D036C4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Bedakan dinding arsitektur dan struktur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7e1504aea94756"/>
          <a:stretch xmlns:a="http://schemas.openxmlformats.org/drawingml/2006/main"/>
        </p:blipFill>
        <p:spPr>
          <a:xfrm xmlns:a="http://schemas.openxmlformats.org/drawingml/2006/main">
            <a:off x="5086350" y="2135034"/>
            <a:ext cx="6419850" cy="301655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D9B7E2-619F-4CAF-B38F-C0CEC0E4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Dinding masonry dilaporkan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berdasarkan area, bukan volume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beton.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3F08AF-1865-4747-866A-C4DD3CAE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Contoh brick wall, lightweight panel, block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wall, dan glass wall.</a:t>
            </a:r>
          </a:p>
        </p:txBody>
      </p:sp>
    </p:spTree>
    <p:extLst>
      <p:ext uri="{BB962C8B-B14F-4D97-AF65-F5344CB8AC3E}">
        <p14:creationId xmlns:p14="http://schemas.microsoft.com/office/powerpoint/2010/main" val="1306155976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E6F160-946E-44DF-9F0B-7BAAF2E3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A630B9-DBA7-437D-B00C-2A11A5A0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87CDFB-CF18-4069-AE93-37FF2767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53E98A7-55A8-4DCE-A14A-9054BBCC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masonry wall sideline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2debbd3de944d3"/>
          <a:stretch xmlns:a="http://schemas.openxmlformats.org/drawingml/2006/main"/>
        </p:blipFill>
        <p:spPr>
          <a:xfrm xmlns:a="http://schemas.openxmlformats.org/drawingml/2006/main">
            <a:off x="5086350" y="2111451"/>
            <a:ext cx="6419850" cy="306372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659118-73CD-487E-869A-6E483B6E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perintah sideline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sesuai dan pilih garis berdasarkan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layer atau colour.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720843-6BDC-44CA-BC54-82C9CD7D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Denah masonry wall dengan garis dinding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yang diberi sorotan.</a:t>
            </a:r>
          </a:p>
        </p:txBody>
      </p:sp>
    </p:spTree>
    <p:extLst>
      <p:ext uri="{BB962C8B-B14F-4D97-AF65-F5344CB8AC3E}">
        <p14:creationId xmlns:p14="http://schemas.microsoft.com/office/powerpoint/2010/main" val="1032425349"/>
      </p:ext>
    </p:extLst>
  </p:cSld>
</p:sld>
</file>

<file path=ppt/slides/slide10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D24282-21FC-4B98-9CB0-F7DBEC8D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468CFF-9319-4DB5-8119-47747A63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B97A7C-81C3-4DD5-A2D3-E27FCBEA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5B7F896-836E-46E9-9C10-70996CA5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Ambil opening dan label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db5c86eb794e3d"/>
          <a:stretch xmlns:a="http://schemas.openxmlformats.org/drawingml/2006/main"/>
        </p:blipFill>
        <p:spPr>
          <a:xfrm xmlns:a="http://schemas.openxmlformats.org/drawingml/2006/main">
            <a:off x="5086350" y="2124186"/>
            <a:ext cx="6419850" cy="303825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60377E-E40C-4EF1-9D74-CA16DB89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Pick Door/Window Sideline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bila diperlukan, lalu pilih nama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dinding dengan Pick Label.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2E09FE-CF22-42AA-BFD6-D5F9C46F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Kontrol identifikasi opening dan masonry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wall pada denah.</a:t>
            </a:r>
          </a:p>
        </p:txBody>
      </p:sp>
    </p:spTree>
    <p:extLst>
      <p:ext uri="{BB962C8B-B14F-4D97-AF65-F5344CB8AC3E}">
        <p14:creationId xmlns:p14="http://schemas.microsoft.com/office/powerpoint/2010/main" val="19783650"/>
      </p:ext>
    </p:extLst>
  </p:cSld>
</p:sld>
</file>

<file path=ppt/slides/slide10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57E9FF-C2C9-40A1-9BC1-F8BBD685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2BE762-0E51-49DC-9EF1-27028AEC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4BE452-E8F1-45DA-9E5B-8F214420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8E2B238-04F2-4AA8-83DA-348485C4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Jalankan Auto Identify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8fbeaac2c74632"/>
          <a:stretch xmlns:a="http://schemas.openxmlformats.org/drawingml/2006/main"/>
        </p:blipFill>
        <p:spPr>
          <a:xfrm xmlns:a="http://schemas.openxmlformats.org/drawingml/2006/main">
            <a:off x="5086350" y="2013734"/>
            <a:ext cx="6419850" cy="325915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3A7452-18AD-42B8-9CCF-0ED666F22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Konfirmasi identifikasi lalu periksa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dinding yang dihasilkan.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BBE6DF-B6B5-40B4-8C52-04299A35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Attribute Editor dinding dan hasil model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yang teridentifikasi.</a:t>
            </a:r>
          </a:p>
        </p:txBody>
      </p:sp>
    </p:spTree>
    <p:extLst>
      <p:ext uri="{BB962C8B-B14F-4D97-AF65-F5344CB8AC3E}">
        <p14:creationId xmlns:p14="http://schemas.microsoft.com/office/powerpoint/2010/main" val="1139534846"/>
      </p:ext>
    </p:extLst>
  </p:cSld>
</p:sld>
</file>

<file path=ppt/slides/slide10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EACC0A-DE72-4280-8787-3EB55FA6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BB26E0-FFF3-4AC9-B2DE-933C0E85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B49F5F-21A9-424A-BEE0-B2073DA7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CE4B1AB-D98B-4D5E-A86A-514EFE3A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Tinjau luas dinding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2c4123c6314ce0"/>
          <a:stretch xmlns:a="http://schemas.openxmlformats.org/drawingml/2006/main"/>
        </p:blipFill>
        <p:spPr>
          <a:xfrm xmlns:a="http://schemas.openxmlformats.org/drawingml/2006/main">
            <a:off x="5086350" y="2313758"/>
            <a:ext cx="6419850" cy="265910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8E698E-230D-4285-B127-4B00FA33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hasil Area untuk kuantitas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architectural wall.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3FEB3B-202C-4174-A5C2-9BC80FB1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Tabel dinding arsitektur dengan nilai Area.</a:t>
            </a:r>
          </a:p>
        </p:txBody>
      </p:sp>
    </p:spTree>
    <p:extLst>
      <p:ext uri="{BB962C8B-B14F-4D97-AF65-F5344CB8AC3E}">
        <p14:creationId xmlns:p14="http://schemas.microsoft.com/office/powerpoint/2010/main" val="419718583"/>
      </p:ext>
    </p:extLst>
  </p:cSld>
</p:sld>
</file>

<file path=ppt/slides/slide10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AD30B9-2CE5-4212-834E-DAB29896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75C170-67E8-41BB-9156-589A4AD9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75EFBC-418F-406A-9C0D-5EEB3D9D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A9DAF9C-569A-4466-96FD-68876634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Mengidentifikasi Dinding Arsitektur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30C549-7D45-42FA-99BE-AAD12DD3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727652-9CA4-4ADD-BB87-0F835B7D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utama telah diselesaikan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E99961-C65C-4785-84E4-DD18C802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atau hasil telah dibandingkan dengan dokumen sumber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ECD41A-9535-49C7-A9CD-05991DD5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untuk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91296959"/>
      </p:ext>
    </p:extLst>
  </p:cSld>
</p:sld>
</file>

<file path=ppt/slides/slide10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3448A9-F623-4E9A-9E3A-786EB4C5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E948B8-259B-46CC-9C8C-B4A2292E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A8D559-9FA4-4C3E-9C5A-95AA77ED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DB1992E-42B6-46A9-B2EE-CDF3A3DE7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Mengidentifikasi Pintu dan Jendela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A793AC-654A-4BE5-8E24-28D0634E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Membuat tipe opening dari schedule dan menempatkannya pada model.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BE4D0B-ADFC-4322-BBEB-31209531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7AFEE1-03B5-412E-83D1-2FF430B3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Buka Identify Door and Windows Schedule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B4E718-30D0-45A6-9D71-2B92D8ACD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Petakan kolom schedule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9BAA21-076C-4761-B2EE-DFE36226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Hasilkan tipe opening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615199-815A-4921-87D2-FD268F82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Pilih label dan jalankan Auto Identify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EEBCBA-34C4-44C6-8E96-3E385037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Periksa hasil dan kuantitas</a:t>
            </a:r>
          </a:p>
        </p:txBody>
      </p:sp>
    </p:spTree>
    <p:extLst>
      <p:ext uri="{BB962C8B-B14F-4D97-AF65-F5344CB8AC3E}">
        <p14:creationId xmlns:p14="http://schemas.microsoft.com/office/powerpoint/2010/main" val="179385901"/>
      </p:ext>
    </p:extLst>
  </p:cSld>
</p:sld>
</file>

<file path=ppt/slides/slide10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62D500-A054-445A-886E-AD312DC3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94D146-65AF-4626-9423-87F429F6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26232E-CAA6-48EB-A377-B3BFFAEB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0CD0A5A-1374-42EC-A8FD-5C357FFE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Buka Identify Door and Windows Schedule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7dec311eb9410e"/>
          <a:stretch xmlns:a="http://schemas.openxmlformats.org/drawingml/2006/main"/>
        </p:blipFill>
        <p:spPr>
          <a:xfrm xmlns:a="http://schemas.openxmlformats.org/drawingml/2006/main">
            <a:off x="5086350" y="1868982"/>
            <a:ext cx="6419850" cy="354866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C06DD9-C29E-4316-AA09-C963A6B35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Block-select seluruh CAD schedule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yang diperlukan lalu konfirmasi.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612198-9442-4565-8ABB-B4E319F9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Schedule pintu dan jendela dengan area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tabel terpilih.</a:t>
            </a:r>
          </a:p>
        </p:txBody>
      </p:sp>
    </p:spTree>
    <p:extLst>
      <p:ext uri="{BB962C8B-B14F-4D97-AF65-F5344CB8AC3E}">
        <p14:creationId xmlns:p14="http://schemas.microsoft.com/office/powerpoint/2010/main" val="416178477"/>
      </p:ext>
    </p:extLst>
  </p:cSld>
</p:sld>
</file>

<file path=ppt/slides/slide10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BC6AD8-2E9B-43D3-AE9F-761C9BF2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705D78-4D35-44A2-B521-7FA05AE5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841254-472B-4AE7-AC9E-E9A82A95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498AFA1-9ABB-4BA9-BE31-6711CA06C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Petakan kolom schedule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1eb165c1d3437d"/>
          <a:stretch xmlns:a="http://schemas.openxmlformats.org/drawingml/2006/main"/>
        </p:blipFill>
        <p:spPr>
          <a:xfrm xmlns:a="http://schemas.openxmlformats.org/drawingml/2006/main">
            <a:off x="5086350" y="1956283"/>
            <a:ext cx="6419850" cy="337405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B77947-94FB-4359-A1D2-7DBF7342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Cocokkan setiap kolom tabel dengan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field yang tepat sebelum memilih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Identify.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2ACC1D-8634-4672-80BA-0D596390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 pemetaan kolom schedule pintu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dan jendela.</a:t>
            </a:r>
          </a:p>
        </p:txBody>
      </p:sp>
    </p:spTree>
    <p:extLst>
      <p:ext uri="{BB962C8B-B14F-4D97-AF65-F5344CB8AC3E}">
        <p14:creationId xmlns:p14="http://schemas.microsoft.com/office/powerpoint/2010/main" val="2095813084"/>
      </p:ext>
    </p:extLst>
  </p:cSld>
</p:sld>
</file>

<file path=ppt/slides/slide10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465136-C3B8-49EA-96B1-BB291FE1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09E76A-919F-4360-8103-5FA2F5C6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E70319-91AF-4454-962F-E85B88D2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03DA2A1-A308-4CD2-AEE0-07434A1E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Hasilkan tipe opening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dbb0a0691f468f"/>
          <a:stretch xmlns:a="http://schemas.openxmlformats.org/drawingml/2006/main"/>
        </p:blipFill>
        <p:spPr>
          <a:xfrm xmlns:a="http://schemas.openxmlformats.org/drawingml/2006/main">
            <a:off x="5086350" y="1956283"/>
            <a:ext cx="6419850" cy="337405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1C3E4A-5170-40D9-979E-B311A14C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tipe pintu dan jendela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muncul pada element list.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D17051-2357-4CF6-8C00-F22CA75F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 pemetaan kolom schedule pintu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dan jendela.</a:t>
            </a:r>
          </a:p>
        </p:txBody>
      </p:sp>
    </p:spTree>
    <p:extLst>
      <p:ext uri="{BB962C8B-B14F-4D97-AF65-F5344CB8AC3E}">
        <p14:creationId xmlns:p14="http://schemas.microsoft.com/office/powerpoint/2010/main" val="130729159"/>
      </p:ext>
    </p:extLst>
  </p:cSld>
</p:sld>
</file>

<file path=ppt/slides/slide10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867989-57A8-44CE-873D-C1BF496A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4103B3-5692-457B-A43B-DD110401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49C6ED-B849-44F4-B92E-6E0AC78A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35DC189-2281-41EE-B149-044EF8AF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label dan jalankan Auto Identify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e2519cd0a1488a"/>
          <a:stretch xmlns:a="http://schemas.openxmlformats.org/drawingml/2006/main"/>
        </p:blipFill>
        <p:spPr>
          <a:xfrm xmlns:a="http://schemas.openxmlformats.org/drawingml/2006/main">
            <a:off x="5086350" y="2077536"/>
            <a:ext cx="6419850" cy="313155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D4943B-0844-4054-846B-85047439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Pick Door/Window Label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berdasarkan layer atau colour lalu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hasilkan opening.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41C220-2EC5-496E-A94E-FC7374818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Element List dengan tipe opening hasil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identifikasi.</a:t>
            </a:r>
          </a:p>
        </p:txBody>
      </p:sp>
    </p:spTree>
    <p:extLst>
      <p:ext uri="{BB962C8B-B14F-4D97-AF65-F5344CB8AC3E}">
        <p14:creationId xmlns:p14="http://schemas.microsoft.com/office/powerpoint/2010/main" val="1805654816"/>
      </p:ext>
    </p:extLst>
  </p:cSld>
</p:sld>
</file>

<file path=ppt/slides/slide11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8AC9F1-F81A-4363-8CE3-B670D016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C02B4B-AF55-4651-9A59-CBC6DBEB3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8203ED-3217-4FCD-BC8E-F204DC84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B22B662-9D4E-4D3E-8192-17EE39A9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Periksa hasil dan kuantitas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078b0ad6754be7"/>
          <a:stretch xmlns:a="http://schemas.openxmlformats.org/drawingml/2006/main"/>
        </p:blipFill>
        <p:spPr>
          <a:xfrm xmlns:a="http://schemas.openxmlformats.org/drawingml/2006/main">
            <a:off x="5086350" y="2431778"/>
            <a:ext cx="6419850" cy="242306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A4384C-8C72-418C-99D5-F8B7E5C2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Tinjau Area of Opening serta panjang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edge yang didokumentasikan.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8CFC61-0881-47CD-B233-29DD33ED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Denah opening dengan label terpilih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hasil Auto Identify.</a:t>
            </a:r>
          </a:p>
        </p:txBody>
      </p:sp>
    </p:spTree>
    <p:extLst>
      <p:ext uri="{BB962C8B-B14F-4D97-AF65-F5344CB8AC3E}">
        <p14:creationId xmlns:p14="http://schemas.microsoft.com/office/powerpoint/2010/main" val="1528458606"/>
      </p:ext>
    </p:extLst>
  </p:cSld>
</p:sld>
</file>

<file path=ppt/slides/slide11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C79858-1AA6-4582-BD85-04EFB922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338F28-24B9-43D3-9671-5749C8E0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930220-E132-4A22-B2DA-EEAEBAAA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B589B1C-75AE-4AAA-AA46-0BF46E45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Mengidentifikasi Pintu dan Jendela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DD25AE-D84C-4ABB-8471-D734DDA2D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3F4DEB-04E3-4C52-8D56-2AC926BD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utama telah diselesaikan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8537CA-4383-4BFC-9FC1-7ABCCDCD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atau hasil telah dibandingkan dengan dokumen sumber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7DBDB1-A2B6-403A-989E-E91EB2BC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untuk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620768159"/>
      </p:ext>
    </p:extLst>
  </p:cSld>
</p:sld>
</file>

<file path=ppt/slides/slide11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C06663-42DA-41E9-9BA9-48B1377B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9AD8EE-FF1B-4333-81BE-F657D095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064F50-677E-462F-91B2-C900FC3B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5BD4484-42EC-492B-8271-DB416966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Menerapkan dan Memperbarui Finishing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DDD357-547E-4F34-8C94-7D4C3A09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Mengimpor finish schedule, menerapkan finishing, dan memperbarui hasilnya.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0F4074-F4CF-481F-B8D3-E16C9298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E37441-AA84-4CC1-90CF-793A22CC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Impor Finish Schedule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ABCDCC-B041-4305-884B-2290558B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Tetapkan material texture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33E3A0-692B-42A3-9E3B-77127D85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Terapkan finish dengan Point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3C1C7F-D237-481F-B587-015A09F7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Gunakan Regenerate Finish Entity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460504-9B3C-45DF-8614-4A7D88C3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Periksa model dan kuantitas finishing</a:t>
            </a:r>
          </a:p>
        </p:txBody>
      </p:sp>
    </p:spTree>
    <p:extLst>
      <p:ext uri="{BB962C8B-B14F-4D97-AF65-F5344CB8AC3E}">
        <p14:creationId xmlns:p14="http://schemas.microsoft.com/office/powerpoint/2010/main" val="866033935"/>
      </p:ext>
    </p:extLst>
  </p:cSld>
</p:sld>
</file>

<file path=ppt/slides/slide11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8AFFB6-BB3B-41D9-B580-F409FA28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D77EB1-D0D9-4E67-A06F-81C31717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1BA4F8-CC3E-4956-B8F7-644AC13C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FF1DCA5-93C0-41D6-B4E7-D6B45814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Impor Finish Schedule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a0556e82cd4997"/>
          <a:stretch xmlns:a="http://schemas.openxmlformats.org/drawingml/2006/main"/>
        </p:blipFill>
        <p:spPr>
          <a:xfrm xmlns:a="http://schemas.openxmlformats.org/drawingml/2006/main">
            <a:off x="5086350" y="2010606"/>
            <a:ext cx="6419850" cy="326541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A4763E-8B84-464B-A2D1-BA8C57F9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Buka Draw &gt; Finish Schedule, pilih file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Excel, petakan kolom, lalu pilih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Identify.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4D86AD-097B-45B0-B844-372A273D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Excel Finish Schedule dan tabel pemetaan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atribut finish.</a:t>
            </a:r>
          </a:p>
        </p:txBody>
      </p:sp>
    </p:spTree>
    <p:extLst>
      <p:ext uri="{BB962C8B-B14F-4D97-AF65-F5344CB8AC3E}">
        <p14:creationId xmlns:p14="http://schemas.microsoft.com/office/powerpoint/2010/main" val="1485379862"/>
      </p:ext>
    </p:extLst>
  </p:cSld>
</p:sld>
</file>

<file path=ppt/slides/slide11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799523-CC1B-402A-8AF0-C30E6741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29C3C9-3D90-405D-B573-2A44F769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05D9D4-F4F0-4678-899E-13AFCE0E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2B178C3-3E31-455D-BC50-AF2B9EE4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Tetapkan material texture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b8645ee4534727"/>
          <a:stretch xmlns:a="http://schemas.openxmlformats.org/drawingml/2006/main"/>
        </p:blipFill>
        <p:spPr>
          <a:xfrm xmlns:a="http://schemas.openxmlformats.org/drawingml/2006/main">
            <a:off x="5331833" y="1809750"/>
            <a:ext cx="5928885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9E11A0-3C65-4119-87FA-171C32BD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Pilih floor atau wall finishes dan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hubungkan texture yang diperlukan.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D664C3-55B6-4AA7-A397-26D3775D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Attribute Editor finish dengan pilihan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material texture.</a:t>
            </a:r>
          </a:p>
        </p:txBody>
      </p:sp>
    </p:spTree>
    <p:extLst>
      <p:ext uri="{BB962C8B-B14F-4D97-AF65-F5344CB8AC3E}">
        <p14:creationId xmlns:p14="http://schemas.microsoft.com/office/powerpoint/2010/main" val="2028283942"/>
      </p:ext>
    </p:extLst>
  </p:cSld>
</p:sld>
</file>

<file path=ppt/slides/slide11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E1E8DE-CCA9-4CBD-ABD7-0DFFBD4C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9CA38D-192C-4E8A-8472-39E5F2720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F1AE8E-EF1D-4D6E-B600-EA634F49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DE00E3E-C5B7-4930-A63D-A0789204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Terapkan finish dengan Point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44f5164b9f4795"/>
          <a:stretch xmlns:a="http://schemas.openxmlformats.org/drawingml/2006/main"/>
        </p:blipFill>
        <p:spPr>
          <a:xfrm xmlns:a="http://schemas.openxmlformats.org/drawingml/2006/main">
            <a:off x="5086350" y="2108338"/>
            <a:ext cx="6419850" cy="306994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4C71BB-E3F7-4710-9A21-4FC208A6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Pilih room pada architecture plan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agar material diterapkan pada model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3E0ED2-60A1-4D0C-A068-D462A0CE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Denah ruang untuk penerapan finish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menggunakan Point.</a:t>
            </a:r>
          </a:p>
        </p:txBody>
      </p:sp>
    </p:spTree>
    <p:extLst>
      <p:ext uri="{BB962C8B-B14F-4D97-AF65-F5344CB8AC3E}">
        <p14:creationId xmlns:p14="http://schemas.microsoft.com/office/powerpoint/2010/main" val="2130510780"/>
      </p:ext>
    </p:extLst>
  </p:cSld>
</p:sld>
</file>

<file path=ppt/slides/slide11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5E1A90-04EA-4FC6-BA49-3AFD95A42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21F6B3-FF12-4FD0-9847-C8DD6E7E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F0F469-2E6C-453A-98BA-EF04B031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0DAF274-0295-4935-A2C7-E4A52D56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Gunakan Regenerate Finish Entity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96480861c344c5"/>
          <a:stretch xmlns:a="http://schemas.openxmlformats.org/drawingml/2006/main"/>
        </p:blipFill>
        <p:spPr>
          <a:xfrm xmlns:a="http://schemas.openxmlformats.org/drawingml/2006/main">
            <a:off x="5550547" y="1809750"/>
            <a:ext cx="5491455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C53EA1-F9C4-4836-9373-C9CE9990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Perbarui finish entity setelah finishing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pada room berubah.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ED43CF-9F5D-4BFD-B800-36B89291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3D dengan material finish pada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lantai dan dinding.</a:t>
            </a:r>
          </a:p>
        </p:txBody>
      </p:sp>
    </p:spTree>
    <p:extLst>
      <p:ext uri="{BB962C8B-B14F-4D97-AF65-F5344CB8AC3E}">
        <p14:creationId xmlns:p14="http://schemas.microsoft.com/office/powerpoint/2010/main" val="1486155196"/>
      </p:ext>
    </p:extLst>
  </p:cSld>
</p:sld>
</file>

<file path=ppt/slides/slide11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3AA9F9-8862-493A-BB66-36C61753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B775D4-A6F8-447C-8BBB-2363B071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8F6210-651F-412E-AF13-89C20AB2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691477D-5440-4569-B47C-FF60A8914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Periksa model dan kuantitas finishing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0456fecb8b4071"/>
          <a:stretch xmlns:a="http://schemas.openxmlformats.org/drawingml/2006/main"/>
        </p:blipFill>
        <p:spPr>
          <a:xfrm xmlns:a="http://schemas.openxmlformats.org/drawingml/2006/main">
            <a:off x="5086350" y="2144802"/>
            <a:ext cx="6419850" cy="299702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5E35B6-C51B-41BD-8442-BCDAF6D2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Tinjau pengaruh column, exposed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beam, room boundary, dan opening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pada hasil.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AFBEFD-3D7C-4D70-A69C-F2225728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Regenerate Finish dan area model yang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diperbarui.</a:t>
            </a:r>
          </a:p>
        </p:txBody>
      </p:sp>
    </p:spTree>
    <p:extLst>
      <p:ext uri="{BB962C8B-B14F-4D97-AF65-F5344CB8AC3E}">
        <p14:creationId xmlns:p14="http://schemas.microsoft.com/office/powerpoint/2010/main" val="2013540283"/>
      </p:ext>
    </p:extLst>
  </p:cSld>
</p:sld>
</file>

<file path=ppt/slides/slide11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7D2433-C275-464D-827F-C0BA487B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0D4CE0-F088-4A16-8234-80D7B608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416CB1-80BB-4A7C-9E4E-25CE5B10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CC0A676-5CD3-4295-BF4D-7474506B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Menerapkan dan Memperbarui Finishing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FC96B5-DF2F-4A20-BE22-A0C534CBB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611B86-A41F-4ED5-9AC0-CB8AFCB7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utama telah diselesaikan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A52F17-3E13-4EBE-94FB-4CFC0F6E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atau hasil telah dibandingkan dengan dokumen sumber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984F36-17B6-4401-A5E8-FDB591E1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untuk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357821408"/>
      </p:ext>
    </p:extLst>
  </p:cSld>
</p:sld>
</file>

<file path=ppt/slides/slide12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80080B-65EA-405D-BE2C-851D4836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54D03-D289-4465-917A-0F063573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602CD4-E788-4D36-B472-F3A44A1B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2312931-37DC-42BA-BA82-74A3880D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Menghitung dan Memeriksa Kuantitas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D46DA3-BC3D-404A-9CD3-419BB54F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Menghitung cakupan yang tepat dan memvalidasi deduction secara visual.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AA1CE7-96FB-480E-A860-3C59B3CC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03EEF7-55E9-4B23-A0A6-CD055E14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Pilih Calculate atau Calculate Selected Entity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2564A0-BE2F-40F2-BBC1-4C3EF650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Tentukan lantai atau elemen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A74D74-62B6-4D60-9F64-FE80072F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Jalankan perhitungan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8EB49B-06E5-45D4-B0D3-E0C49AA0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Buka View Expression pada elemen 3D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992534-23D2-45BD-8869-F680F000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Periksa dengan 3D Deduction</a:t>
            </a:r>
          </a:p>
        </p:txBody>
      </p:sp>
    </p:spTree>
    <p:extLst>
      <p:ext uri="{BB962C8B-B14F-4D97-AF65-F5344CB8AC3E}">
        <p14:creationId xmlns:p14="http://schemas.microsoft.com/office/powerpoint/2010/main" val="251269139"/>
      </p:ext>
    </p:extLst>
  </p:cSld>
</p:sld>
</file>

<file path=ppt/slides/slide12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3892A0-AB21-4345-BECE-CA1A4222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FCE079-CECC-4FD3-BAE8-AFA6E14C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40A619-407E-4B2F-A511-7B8AB83B2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36DECAB-62F1-41EE-8BFD-4DD4788A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Calculate atau Calculate Selected Entity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d82dacdc594b3f"/>
          <a:stretch xmlns:a="http://schemas.openxmlformats.org/drawingml/2006/main"/>
        </p:blipFill>
        <p:spPr>
          <a:xfrm xmlns:a="http://schemas.openxmlformats.org/drawingml/2006/main">
            <a:off x="5086350" y="2104179"/>
            <a:ext cx="6419850" cy="307826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F1C39E-07AB-457D-B258-17CEC3AA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Calculate untuk cakupan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lantai atau opsi selected entity untuk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pemeriksaan terfokus.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B036A6-5192-4605-9B4F-922E9B2F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Check dan daftar pemeriksaan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elemen.</a:t>
            </a:r>
          </a:p>
        </p:txBody>
      </p:sp>
    </p:spTree>
    <p:extLst>
      <p:ext uri="{BB962C8B-B14F-4D97-AF65-F5344CB8AC3E}">
        <p14:creationId xmlns:p14="http://schemas.microsoft.com/office/powerpoint/2010/main" val="2084814921"/>
      </p:ext>
    </p:extLst>
  </p:cSld>
</p:sld>
</file>

<file path=ppt/slides/slide12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182147-E4BE-46DE-8B61-1CBE714B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31BC51-1DE7-48A6-86AE-67E25CD2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A7DEAA-D726-405E-8F5E-764E3505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A031CCA-AD73-4A0F-B781-696804A3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Tentukan lantai atau elemen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85800671b64bb9"/>
          <a:stretch xmlns:a="http://schemas.openxmlformats.org/drawingml/2006/main"/>
        </p:blipFill>
        <p:spPr>
          <a:xfrm xmlns:a="http://schemas.openxmlformats.org/drawingml/2006/main">
            <a:off x="5086350" y="2104179"/>
            <a:ext cx="6419850" cy="307826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0B882D-BB3E-44C8-BC7C-A8DC557D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cakupan mencakup semua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perubahan yang perlu diperbarui.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A2A5E0-6110-49B1-B8B9-7983A00F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Check dan daftar pemeriksaan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elemen.</a:t>
            </a:r>
          </a:p>
        </p:txBody>
      </p:sp>
    </p:spTree>
    <p:extLst>
      <p:ext uri="{BB962C8B-B14F-4D97-AF65-F5344CB8AC3E}">
        <p14:creationId xmlns:p14="http://schemas.microsoft.com/office/powerpoint/2010/main" val="2010631433"/>
      </p:ext>
    </p:extLst>
  </p:cSld>
</p:sld>
</file>

<file path=ppt/slides/slide12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92769A-B5BF-4693-B6E2-09B4E1A0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ACE5B9-A786-42E1-AA5A-A815EE5B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1ED4C8-C2BE-4055-BC9C-D6FA0DE7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2061C7E-6D4F-49F3-992A-DB2D3E1C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Jalankan perhitungan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78a50a50a04873"/>
          <a:stretch xmlns:a="http://schemas.openxmlformats.org/drawingml/2006/main"/>
        </p:blipFill>
        <p:spPr>
          <a:xfrm xmlns:a="http://schemas.openxmlformats.org/drawingml/2006/main">
            <a:off x="5086350" y="2104179"/>
            <a:ext cx="6419850" cy="307826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7E851C-7BD4-4481-8549-A169CE88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Tunggu hasil selesai diperbarui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sebelum memulai verifikasi.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DE6680-29D1-41C5-A17C-560015EF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Check dan daftar pemeriksaan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elemen.</a:t>
            </a:r>
          </a:p>
        </p:txBody>
      </p:sp>
    </p:spTree>
    <p:extLst>
      <p:ext uri="{BB962C8B-B14F-4D97-AF65-F5344CB8AC3E}">
        <p14:creationId xmlns:p14="http://schemas.microsoft.com/office/powerpoint/2010/main" val="2146504423"/>
      </p:ext>
    </p:extLst>
  </p:cSld>
</p:sld>
</file>

<file path=ppt/slides/slide12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658CD8-CC11-4776-B593-F11ED79C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291841-0D23-43E7-9890-46AE5959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C0C283-CEB9-4CE5-9E27-92E0C27F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3CF2867-81C8-4148-868F-4EBCA3D2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Buka View Expression pada elemen 3D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f55d99c63b48ed"/>
          <a:stretch xmlns:a="http://schemas.openxmlformats.org/drawingml/2006/main"/>
        </p:blipFill>
        <p:spPr>
          <a:xfrm xmlns:a="http://schemas.openxmlformats.org/drawingml/2006/main">
            <a:off x="5086350" y="2104179"/>
            <a:ext cx="6419850" cy="307826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364EB9-EE01-454F-A285-FAD21B50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Pilih model yang relevan dan tinjau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expression terbaru.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936F80-52E2-4F77-BE21-4B966975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Check dan daftar pemeriksaan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elemen.</a:t>
            </a:r>
          </a:p>
        </p:txBody>
      </p:sp>
    </p:spTree>
    <p:extLst>
      <p:ext uri="{BB962C8B-B14F-4D97-AF65-F5344CB8AC3E}">
        <p14:creationId xmlns:p14="http://schemas.microsoft.com/office/powerpoint/2010/main" val="1999560701"/>
      </p:ext>
    </p:extLst>
  </p:cSld>
</p:sld>
</file>

<file path=ppt/slides/slide12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9305E4-E37B-41D2-B34C-B68B868C3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4CE911-1A06-40E3-93E2-4CDD4698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8DA095-888E-45FE-A6B4-EC68AACC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DE6D63F-1CDE-437B-BA54-A882166F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Periksa dengan 3D Deduction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10c5efb1b5412f"/>
          <a:stretch xmlns:a="http://schemas.openxmlformats.org/drawingml/2006/main"/>
        </p:blipFill>
        <p:spPr>
          <a:xfrm xmlns:a="http://schemas.openxmlformats.org/drawingml/2006/main">
            <a:off x="5086350" y="2104179"/>
            <a:ext cx="6419850" cy="307826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AAEC44-A836-49F9-BBCA-E847B1FA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deduction fisik sesuai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dengan expression dan measurement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rule.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629487-44D6-4254-A67E-CEC473DED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Check dan daftar pemeriksaan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elemen.</a:t>
            </a:r>
          </a:p>
        </p:txBody>
      </p:sp>
    </p:spTree>
    <p:extLst>
      <p:ext uri="{BB962C8B-B14F-4D97-AF65-F5344CB8AC3E}">
        <p14:creationId xmlns:p14="http://schemas.microsoft.com/office/powerpoint/2010/main" val="1839696330"/>
      </p:ext>
    </p:extLst>
  </p:cSld>
</p:sld>
</file>

<file path=ppt/slides/slide12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E6F9AD-4DF6-4423-9EAD-2FEAFFC8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00B144-C429-4CDE-BC4D-223A9C02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2E5142-01D7-48BC-9A33-ED4AF3E7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BEAFDB1-7646-4209-AD59-3CA78096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Menghitung dan Memeriksa Kuantitas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60D8AB-AA00-4672-8611-5A4A9CBD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7AF85D-A4D8-4C04-AF5C-008A8596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utama telah diselesaikan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C2BB24-DD74-4CD6-8A28-97F0EF5C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atau hasil telah dibandingkan dengan dokumen sumber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FE8B92-1966-4102-8DEC-7D2CC59B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untuk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40956709"/>
      </p:ext>
    </p:extLst>
  </p:cSld>
</p:sld>
</file>

<file path=ppt/slides/slide12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A06389-9AAF-446D-ACDB-7EB2A952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2FE441-1395-4762-95C0-3225964D9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8B92F5-9BBC-49D8-BDDD-B8403838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7075CBD-44EF-461D-9AD5-30662789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Meninjau dan Mengatur Laporan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F6A62E-64AD-49D2-BB3D-5F29EBC6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Meninjau kuantitas dan menyusun hierarki laporan yang dapat diverifikasi.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9334D4-1B9E-4B77-A76F-B85169FE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4F3D2B-D033-40E6-9997-58FDF218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Buka View Quantity by Category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2BB4AB-34B1-4F96-B7FD-0D3A2FED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Buka Set Classification and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218E63-C1F3-41E5-9965-500E824B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Pilih atribut yang diperlukan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A0D09F-9FBA-413F-93C0-33051B2C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Atur hierarki atribut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CC37BE-648B-4441-B0C2-E73AA23C5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Regenerate dan verifikasi laporan</a:t>
            </a:r>
          </a:p>
        </p:txBody>
      </p:sp>
    </p:spTree>
    <p:extLst>
      <p:ext uri="{BB962C8B-B14F-4D97-AF65-F5344CB8AC3E}">
        <p14:creationId xmlns:p14="http://schemas.microsoft.com/office/powerpoint/2010/main" val="1628890376"/>
      </p:ext>
    </p:extLst>
  </p:cSld>
</p:sld>
</file>

<file path=ppt/slides/slide12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7C7339-4BCF-4802-B9C2-969A5B37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B95115-2E63-4DD6-9541-EA8D9679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746D06-198A-44FA-84D2-516DD416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2E26D52-A91C-4D30-8C10-F63FBD1B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Buka View Quantity by Category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2dc1f9eb814e73"/>
          <a:stretch xmlns:a="http://schemas.openxmlformats.org/drawingml/2006/main"/>
        </p:blipFill>
        <p:spPr>
          <a:xfrm xmlns:a="http://schemas.openxmlformats.org/drawingml/2006/main">
            <a:off x="5086350" y="2019507"/>
            <a:ext cx="6419850" cy="32476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B72219-EC90-4CFA-8B11-85406CF1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Tinjau category, quantity, dan unit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pada hasil yang telah dihitung.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39FFAD-C7A6-4748-BA77-71E43BA8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Daftar temuan model dengan elemen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bermasalah yang disorot.</a:t>
            </a:r>
          </a:p>
        </p:txBody>
      </p:sp>
    </p:spTree>
    <p:extLst>
      <p:ext uri="{BB962C8B-B14F-4D97-AF65-F5344CB8AC3E}">
        <p14:creationId xmlns:p14="http://schemas.microsoft.com/office/powerpoint/2010/main" val="1551196009"/>
      </p:ext>
    </p:extLst>
  </p:cSld>
</p:sld>
</file>

<file path=ppt/slides/slide12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82A121-9F6C-4AEF-8A2A-1DA780C1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117A61-1A1A-47B2-8CB5-6E28583C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5DD0B1-2061-4041-8FEA-B5BF9058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3FF8401-ACAB-436A-AF25-69CF42D5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Buka Set Classification and Quantity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429a40f1544e08"/>
          <a:stretch xmlns:a="http://schemas.openxmlformats.org/drawingml/2006/main"/>
        </p:blipFill>
        <p:spPr>
          <a:xfrm xmlns:a="http://schemas.openxmlformats.org/drawingml/2006/main">
            <a:off x="5086350" y="2019507"/>
            <a:ext cx="6419850" cy="32476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1A819F-2B7E-4B38-8362-BDEE6270A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pengaturan ini untuk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menentukan atribut dan struktur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laporan TAS.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3DFA0B-A268-4DAE-A7CD-A345D9CFE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Daftar temuan model dengan elemen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bermasalah yang disorot.</a:t>
            </a:r>
          </a:p>
        </p:txBody>
      </p:sp>
    </p:spTree>
    <p:extLst>
      <p:ext uri="{BB962C8B-B14F-4D97-AF65-F5344CB8AC3E}">
        <p14:creationId xmlns:p14="http://schemas.microsoft.com/office/powerpoint/2010/main" val="1965911695"/>
      </p:ext>
    </p:extLst>
  </p:cSld>
</p:sld>
</file>

<file path=ppt/slides/slide13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E8A59E-F999-49F0-878C-068F75AD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59D5DF-17D8-46EA-A243-C1F6C199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8957FB-DA08-41E4-9448-7157F0A4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95E6ABF-7C60-4998-A4CB-55DE988C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atribut yang diperlukan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e5cb6d9aaa4092"/>
          <a:stretch xmlns:a="http://schemas.openxmlformats.org/drawingml/2006/main"/>
        </p:blipFill>
        <p:spPr>
          <a:xfrm xmlns:a="http://schemas.openxmlformats.org/drawingml/2006/main">
            <a:off x="5086350" y="2019507"/>
            <a:ext cx="6419850" cy="32476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44D76E-C2BA-4410-8049-01D80B7C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Sertakan hanya field yang dibutuhkan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oleh penerima laporan.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A3B031-C02F-434C-A308-DE75527E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Daftar temuan model dengan elemen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bermasalah yang disorot.</a:t>
            </a:r>
          </a:p>
        </p:txBody>
      </p:sp>
    </p:spTree>
    <p:extLst>
      <p:ext uri="{BB962C8B-B14F-4D97-AF65-F5344CB8AC3E}">
        <p14:creationId xmlns:p14="http://schemas.microsoft.com/office/powerpoint/2010/main" val="1166543577"/>
      </p:ext>
    </p:extLst>
  </p:cSld>
</p:sld>
</file>

<file path=ppt/slides/slide13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159B4F-2089-4BDB-AC46-CD2240BC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6456B9-B70C-41DF-90E8-84A58975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46D238-9E73-4480-8E99-236546C2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0796B0B-7587-4A43-8FB8-04D9D89A7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Atur hierarki atribut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934c5db92b4b69"/>
          <a:stretch xmlns:a="http://schemas.openxmlformats.org/drawingml/2006/main"/>
        </p:blipFill>
        <p:spPr>
          <a:xfrm xmlns:a="http://schemas.openxmlformats.org/drawingml/2006/main">
            <a:off x="5086350" y="2019507"/>
            <a:ext cx="6419850" cy="32476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902FB2-B00E-4995-88B6-194E107C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Pindahkan atribut ke atas atau bawah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untuk mengendalikan urutan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pengelompokan.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55DCE8-40F2-4B7C-8DE6-41FB6C51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Daftar temuan model dengan elemen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bermasalah yang disorot.</a:t>
            </a:r>
          </a:p>
        </p:txBody>
      </p:sp>
    </p:spTree>
    <p:extLst>
      <p:ext uri="{BB962C8B-B14F-4D97-AF65-F5344CB8AC3E}">
        <p14:creationId xmlns:p14="http://schemas.microsoft.com/office/powerpoint/2010/main" val="666556973"/>
      </p:ext>
    </p:extLst>
  </p:cSld>
</p:sld>
</file>

<file path=ppt/slides/slide13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8E95CF-C253-40C9-BD4B-F9E81CF20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20A00E-FFF5-4DD5-971F-647216C9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FEBF7B-323D-4959-B8C2-76DCCFB4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A6ABFD8-019D-4F3F-88A0-6D1D3465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Regenerate dan verifikasi laporan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2fba1fa25a42b1"/>
          <a:stretch xmlns:a="http://schemas.openxmlformats.org/drawingml/2006/main"/>
        </p:blipFill>
        <p:spPr>
          <a:xfrm xmlns:a="http://schemas.openxmlformats.org/drawingml/2006/main">
            <a:off x="5086350" y="2085049"/>
            <a:ext cx="6419850" cy="31165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FE2F67-D15D-435B-BC99-09E07D43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Periksa total, unit, dan category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structure sebelum laporan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diterbitkan.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D45EE5-B5C5-4DEA-B1EA-66126244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3D dan hasil akhir pemeriksaan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quantity.</a:t>
            </a:r>
          </a:p>
        </p:txBody>
      </p:sp>
    </p:spTree>
    <p:extLst>
      <p:ext uri="{BB962C8B-B14F-4D97-AF65-F5344CB8AC3E}">
        <p14:creationId xmlns:p14="http://schemas.microsoft.com/office/powerpoint/2010/main" val="136538836"/>
      </p:ext>
    </p:extLst>
  </p:cSld>
</p:sld>
</file>

<file path=ppt/slides/slide13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7230A5-8BF5-41CB-A800-240ADB07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C59D47-DA7A-4574-92ED-22D30EC2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3E88D7-B6D6-4248-9DE9-4EBD6822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A65C910-3C6D-40EC-899D-C930CD0B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Meninjau dan Mengatur Laporan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2BF406-8692-4DDD-B75F-80547542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0B4D79-9487-45E7-98E0-64FF05C3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utama telah diselesaikan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A3293D-1F23-43CB-86BB-34E81362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atau hasil telah dibandingkan dengan dokumen sumber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C3B2AA-5552-46E1-A82B-097BF604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untuk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95373640"/>
      </p:ext>
    </p:extLst>
  </p:cSld>
</p:sld>
</file>

<file path=ppt/slides/slide21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A1443A-650C-4451-AD92-61C23312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2A8432-A428-48AE-A90D-80AC88DD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A81542-2DAB-403F-BA58-CCCA83EB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TUTORIAL TEKNIS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AFEB745-665E-4EAA-9119-0A54CF9B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Tutorial Teknis Cubicost TRB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988C5F-A8C2-4687-AF5B-0326FC3C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905500" cy="1027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Pelajari alur kerja pembesian mulai dari persiapan</a:t>
            </a:r>
          </a:p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proyek dan pengaturan tulangan hingga perhitungan</a:t>
            </a:r>
          </a:p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serta laporan kuantitas.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a46f12d6364c33"/>
          <a:stretch xmlns:a="http://schemas.openxmlformats.org/drawingml/2006/main"/>
        </p:blipFill>
        <p:spPr>
          <a:xfrm xmlns:a="http://schemas.openxmlformats.org/drawingml/2006/main">
            <a:off x="7518441" y="1809750"/>
            <a:ext cx="3774994" cy="2143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86039"/>
      </p:ext>
    </p:extLst>
  </p:cSld>
</p:sld>
</file>

<file path=ppt/slides/slide21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4E5123-DE99-493C-A8E0-DCBDF312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10B37C-CE28-4526-94D1-451AD1BC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A86CF1-7313-4356-B8FE-58ED9D01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TUJUAN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69A6505-A066-4285-B5D5-2EC9D8AE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Tujuan pembelajaran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3A6D6C-F533-49ED-ACE5-01BB93FA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710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Pelajari alur kerja pembesian mulai dari persiapan proyek dan pengaturan tulangan hingga</a:t>
            </a:r>
          </a:p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perhitungan serta laporan kuantitas.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6957AD-655B-4229-A2BD-09134293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2334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Siapkan alur kerja TRB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A109AA-969C-4B0D-A552-E5209B7F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66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Transfer model TAS dan siapkan gambar kerja TRB.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7C344A-FE3F-47A1-82CE-5AC3EBFE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2286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Modelkan tulangan struktur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641D11-CCAF-4659-AC8D-60E468C2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664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Modelkan reinforcement pile cap, kolom, balok, pelat, dan dinding.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94B4E1-1FDE-492D-82C6-373FC890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2238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Validasi hasil pembesian</a:t>
            </a:r>
          </a:p>
        </p:txBody>
      </p:sp>
    </p:spTree>
    <p:extLst>
      <p:ext uri="{BB962C8B-B14F-4D97-AF65-F5344CB8AC3E}">
        <p14:creationId xmlns:p14="http://schemas.microsoft.com/office/powerpoint/2010/main" val="2038977616"/>
      </p:ext>
    </p:extLst>
  </p:cSld>
</p:sld>
</file>

<file path=ppt/slides/slide21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A18207-059E-45AA-9C86-F6CCCE0A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F6AEC1-0B10-4C78-B0F9-EABDECA2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54AE5B-8F17-418C-A1E6-E0404D3B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TUJUAN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7C472F5-77D3-4733-9CC2-177CF3DBF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Tujuan pembelajaran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126346-202D-414D-800D-9F86A00A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Verifikasi rebar, tinjau kuantitas, dan buat laporan.</a:t>
            </a:r>
          </a:p>
        </p:txBody>
      </p:sp>
    </p:spTree>
    <p:extLst>
      <p:ext uri="{BB962C8B-B14F-4D97-AF65-F5344CB8AC3E}">
        <p14:creationId xmlns:p14="http://schemas.microsoft.com/office/powerpoint/2010/main" val="850335654"/>
      </p:ext>
    </p:extLst>
  </p:cSld>
</p:sld>
</file>

<file path=ppt/slides/slide22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14585F-24DD-43C3-A99D-88342696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0F5340-E708-451C-BEB4-FB746CC1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55C13A-1BF9-401F-853E-31D22E05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D7BC58A-FFA2-4AB8-AA22-B205D187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Memahami dan Mengekspor Model TAS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1ED6FF-0544-4E30-828B-41B1CFDB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Membuat file transfer TAS yang sesuai dengan cakupan model yang akan dikerjakan di TRB.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9B8141-8399-4454-8DFD-645A1930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101916-E1A5-4BCA-B61F-0DBCA0084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Tentukan cakupan transfer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FCF301-924F-484A-A405-3D100FC4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Pilih Export Model by Floor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44B85E-2C51-4B86-8187-AC3311CF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Gunakan Export Model by Entity bila diperlukan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48BD3D-EEE5-40C3-B5CE-E2014C02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Simpan file model</a:t>
            </a:r>
          </a:p>
        </p:txBody>
      </p:sp>
    </p:spTree>
    <p:extLst>
      <p:ext uri="{BB962C8B-B14F-4D97-AF65-F5344CB8AC3E}">
        <p14:creationId xmlns:p14="http://schemas.microsoft.com/office/powerpoint/2010/main" val="126702914"/>
      </p:ext>
    </p:extLst>
  </p:cSld>
</p:sld>
</file>

<file path=ppt/slides/slide22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1474CA-844B-48EB-8F2C-3410CF6A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09999E-8B09-4892-9AB5-A8C48BA6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D71741-E938-4BAA-9273-44C709975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DCF8E39-DF2B-4E1D-BAE0-76898371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Tentukan cakupan transfer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e138a6fced4c97"/>
          <a:stretch xmlns:a="http://schemas.openxmlformats.org/drawingml/2006/main"/>
        </p:blipFill>
        <p:spPr>
          <a:xfrm xmlns:a="http://schemas.openxmlformats.org/drawingml/2006/main">
            <a:off x="5581722" y="1809750"/>
            <a:ext cx="5429107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6E15AD-69DB-4F42-B355-9C3769C8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alur TAS-ke-TRB setelah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sumber diperiksa dan tentukan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apakah seluruh lantai atau hanya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 tertentu yang perlu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diperbarui.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A6B37C-43CA-4AA2-A8C6-823F27D2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Menu ekspor model TAS untuk transfer ke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TRB.</a:t>
            </a:r>
          </a:p>
        </p:txBody>
      </p:sp>
    </p:spTree>
    <p:extLst>
      <p:ext uri="{BB962C8B-B14F-4D97-AF65-F5344CB8AC3E}">
        <p14:creationId xmlns:p14="http://schemas.microsoft.com/office/powerpoint/2010/main" val="70424367"/>
      </p:ext>
    </p:extLst>
  </p:cSld>
</p:sld>
</file>

<file path=ppt/slides/slide22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FB7959-152F-4095-B02F-6214EB6F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770741-0EEC-4037-9CAC-E640507A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FCAABD-FA3C-4E99-BCF9-1FB3E288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F5DEAAB-2403-4298-921E-6FD5A0E8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Export Model by Floor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f94dd7510a4024"/>
          <a:stretch xmlns:a="http://schemas.openxmlformats.org/drawingml/2006/main"/>
        </p:blipFill>
        <p:spPr>
          <a:xfrm xmlns:a="http://schemas.openxmlformats.org/drawingml/2006/main">
            <a:off x="5086350" y="2062002"/>
            <a:ext cx="6419850" cy="316262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60B327-C530-4873-ABDC-3A1E29AD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ekspor per lantai ketika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seluruh elemen pada lantai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dipilih perlu dipindahkan ke proyek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TRB.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87E274-4A23-45E5-9D59-49C08441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 Export Model dengan pilihan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 dan lantai.</a:t>
            </a:r>
          </a:p>
        </p:txBody>
      </p:sp>
    </p:spTree>
    <p:extLst>
      <p:ext uri="{BB962C8B-B14F-4D97-AF65-F5344CB8AC3E}">
        <p14:creationId xmlns:p14="http://schemas.microsoft.com/office/powerpoint/2010/main" val="1543997374"/>
      </p:ext>
    </p:extLst>
  </p:cSld>
</p:sld>
</file>

<file path=ppt/slides/slide22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45D1C0-EB05-4872-8BF2-FAF9C59E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53B722-D4FC-4490-BEE1-096A2BE4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0B06E0-71D8-4A3F-8EF9-B01E706A6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D2D21BE-7653-423D-A6C4-BE096D69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Gunakan Export Model by Entity bila diperlukan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51d44494e64769"/>
          <a:stretch xmlns:a="http://schemas.openxmlformats.org/drawingml/2006/main"/>
        </p:blipFill>
        <p:spPr>
          <a:xfrm xmlns:a="http://schemas.openxmlformats.org/drawingml/2006/main">
            <a:off x="5086350" y="2062002"/>
            <a:ext cx="6419850" cy="316262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C92E79-C65B-4C8F-9B46-1A2ECF30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Ekspor berdasarkan elemen cocok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untuk pembaruan parsial agar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cakupan transfer tetap terbatas.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0E71AC-0D3D-4D05-8E63-396989D3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 Export Model dengan pilihan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 dan lantai.</a:t>
            </a:r>
          </a:p>
        </p:txBody>
      </p:sp>
    </p:spTree>
    <p:extLst>
      <p:ext uri="{BB962C8B-B14F-4D97-AF65-F5344CB8AC3E}">
        <p14:creationId xmlns:p14="http://schemas.microsoft.com/office/powerpoint/2010/main" val="1397980438"/>
      </p:ext>
    </p:extLst>
  </p:cSld>
</p:sld>
</file>

<file path=ppt/slides/slide22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5FECFB-4278-4A2E-B410-EA9060440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38A0F5-F9E0-4EED-B137-7D9B00F8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2C26D8-7EDB-4DC7-A9C2-528F63C0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B3488BB-961D-4475-AE6E-A4813ABA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Simpan file model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4a0feb17e04ead"/>
          <a:stretch xmlns:a="http://schemas.openxmlformats.org/drawingml/2006/main"/>
        </p:blipFill>
        <p:spPr>
          <a:xfrm xmlns:a="http://schemas.openxmlformats.org/drawingml/2006/main">
            <a:off x="5086350" y="2065259"/>
            <a:ext cx="6419850" cy="315610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BDA6EB-6F48-4AC9-963A-BCEDA09D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nama file dan lokasi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menunjukkan proyek, cakupan, dan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revisi agar file dapat dikenali saat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diimpor.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E298C3-D5D1-498F-AA06-54513744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Status ekspor dan file model yang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dihasilkan.</a:t>
            </a:r>
          </a:p>
        </p:txBody>
      </p:sp>
    </p:spTree>
    <p:extLst>
      <p:ext uri="{BB962C8B-B14F-4D97-AF65-F5344CB8AC3E}">
        <p14:creationId xmlns:p14="http://schemas.microsoft.com/office/powerpoint/2010/main" val="1955074806"/>
      </p:ext>
    </p:extLst>
  </p:cSld>
</p:sld>
</file>

<file path=ppt/slides/slide22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D28DA3-1C8B-4CF8-AC59-17238176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72E5E5-2AA8-4B13-A461-E2AE3A7AF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A8CA57-5B26-4C63-BAF5-3E31E0EE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18D1F4B-EAC1-47E4-BCDC-286E7156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Memahami dan Mengekspor Model TAS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EAEF46-6BB1-44C3-AAFE-201B1226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2A45C6-4FD8-4039-AD6E-728FE929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telah dicocokkan dengan dokumen sumber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3ACF0F-661D-49F9-BEEB-B3AE5A22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dan cakupan elemen telah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651212-C3BE-492B-9F01-4C0AE428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digunakan pada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43266910"/>
      </p:ext>
    </p:extLst>
  </p:cSld>
</p:sld>
</file>

<file path=ppt/slides/slide22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98B3AD-D64D-4792-8E3E-7EA9AEF3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9B997E-B3E4-4AB2-93CF-8036FAD4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B3A857-E13E-4C92-B049-C36C0452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5050BC5-A383-4038-BFD2-F70145A2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Mengimpor Model TAS ke TRB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F4F6E3-4168-4405-A9BC-F17AE7BD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Memasukkan file transfer TAS ke proyek TRB tujuan yang benar.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00F505-DC1E-40C0-8072-AC41B93E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5B88EA-FF2A-466B-8B88-67389433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Buka proyek TRB tujuan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EBDC7D-1FB6-4BBA-9315-1B8F22BD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Buka BIM MODEL &gt; Import 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7D235B-43CE-4BA1-824A-27EE78B9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Pilih file hasil ekspor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00F48A-08C5-4E18-832A-0B033847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Konfirmasi impor</a:t>
            </a:r>
          </a:p>
        </p:txBody>
      </p:sp>
    </p:spTree>
    <p:extLst>
      <p:ext uri="{BB962C8B-B14F-4D97-AF65-F5344CB8AC3E}">
        <p14:creationId xmlns:p14="http://schemas.microsoft.com/office/powerpoint/2010/main" val="2142443270"/>
      </p:ext>
    </p:extLst>
  </p:cSld>
</p:sld>
</file>

<file path=ppt/slides/slide22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022EAB-6D96-44D4-9A53-71B67B5A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E5A2BB-C432-4AC1-AE35-A18C6956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B4D5A1-70CA-41FE-ADA1-6F53703C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B7AA455-F494-4D98-9F47-6BD29C95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Buka proyek TRB tujuan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68a85f09ba4128"/>
          <a:stretch xmlns:a="http://schemas.openxmlformats.org/drawingml/2006/main"/>
        </p:blipFill>
        <p:spPr>
          <a:xfrm xmlns:a="http://schemas.openxmlformats.org/drawingml/2006/main">
            <a:off x="5086350" y="2066673"/>
            <a:ext cx="6419850" cy="315327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7B03E7-33E4-4B99-83AC-3C8F0D57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Buat proyek baru atau buka proyek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yang benar sebelum memasukkan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data dari TAS.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6A2BB2-4452-45EC-9746-0E28C878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Import Model dan dialog pemilihan file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TRB.</a:t>
            </a:r>
          </a:p>
        </p:txBody>
      </p:sp>
    </p:spTree>
    <p:extLst>
      <p:ext uri="{BB962C8B-B14F-4D97-AF65-F5344CB8AC3E}">
        <p14:creationId xmlns:p14="http://schemas.microsoft.com/office/powerpoint/2010/main" val="1293282163"/>
      </p:ext>
    </p:extLst>
  </p:cSld>
</p:sld>
</file>

<file path=ppt/slides/slide22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A0F929-C4EB-411A-9283-162C75B4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A324BC-D30D-47C1-9F17-D951210D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BA4C58-7677-41E6-8440-EF3B79B6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EE980EF-D59D-4BBE-8A86-BBF9AA095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Buka BIM MODEL &gt; Import Model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4b78d9c91f4264"/>
          <a:stretch xmlns:a="http://schemas.openxmlformats.org/drawingml/2006/main"/>
        </p:blipFill>
        <p:spPr>
          <a:xfrm xmlns:a="http://schemas.openxmlformats.org/drawingml/2006/main">
            <a:off x="5086350" y="2066673"/>
            <a:ext cx="6419850" cy="315327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3C305A-CB01-46AA-865A-26B7B48F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perintah Import Model dari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area BIM MODEL untuk memulai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transfer.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8F9DC1-7F6A-4D9E-A69A-B5489897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Import Model dan dialog pemilihan file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TRB.</a:t>
            </a:r>
          </a:p>
        </p:txBody>
      </p:sp>
    </p:spTree>
    <p:extLst>
      <p:ext uri="{BB962C8B-B14F-4D97-AF65-F5344CB8AC3E}">
        <p14:creationId xmlns:p14="http://schemas.microsoft.com/office/powerpoint/2010/main" val="2083588252"/>
      </p:ext>
    </p:extLst>
  </p:cSld>
</p:sld>
</file>

<file path=ppt/slides/slide22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812064-2D98-4E3D-84FF-FD5C5DBC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E40FB0-CE30-4B52-9366-9A04F0EB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13ACE8-EB8E-404F-9755-25F94332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D406EE0-5A9A-41A3-B3C2-EA80C142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file hasil ekspor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d0eb6ef46c43e9"/>
          <a:stretch xmlns:a="http://schemas.openxmlformats.org/drawingml/2006/main"/>
        </p:blipFill>
        <p:spPr>
          <a:xfrm xmlns:a="http://schemas.openxmlformats.org/drawingml/2006/main">
            <a:off x="5086350" y="2066673"/>
            <a:ext cx="6419850" cy="315327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201AEB-6254-4663-93AE-7EE8F7B6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file yang sebelumnya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disimpan dari TAS dan periksa nama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serta revisinya.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DA2B76-174B-4CC4-B4A5-F1901C2A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Import Model dan dialog pemilihan file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TRB.</a:t>
            </a:r>
          </a:p>
        </p:txBody>
      </p:sp>
    </p:spTree>
    <p:extLst>
      <p:ext uri="{BB962C8B-B14F-4D97-AF65-F5344CB8AC3E}">
        <p14:creationId xmlns:p14="http://schemas.microsoft.com/office/powerpoint/2010/main" val="174161270"/>
      </p:ext>
    </p:extLst>
  </p:cSld>
</p:sld>
</file>

<file path=ppt/slides/slide23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8ACAD2-DAF4-49BF-B99D-55F56A2F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5A27CB-84FA-436B-AE5D-581A55B7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894421-1759-483A-935E-0D801AC2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B73633A-023B-4141-BBD6-132349A0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Konfirmasi impor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c5af616d904d23"/>
          <a:stretch xmlns:a="http://schemas.openxmlformats.org/drawingml/2006/main"/>
        </p:blipFill>
        <p:spPr>
          <a:xfrm xmlns:a="http://schemas.openxmlformats.org/drawingml/2006/main">
            <a:off x="5086350" y="2066673"/>
            <a:ext cx="6419850" cy="315327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A810AE-0B47-489A-858E-2F8D09C99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Lanjutkan setelah proyek tujuan dan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file sumber dipastikan sesuai.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EA4F54-3995-4FF1-AFD4-E2BEBC12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Import Model dan dialog pemilihan file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TRB.</a:t>
            </a:r>
          </a:p>
        </p:txBody>
      </p:sp>
    </p:spTree>
    <p:extLst>
      <p:ext uri="{BB962C8B-B14F-4D97-AF65-F5344CB8AC3E}">
        <p14:creationId xmlns:p14="http://schemas.microsoft.com/office/powerpoint/2010/main" val="1017100949"/>
      </p:ext>
    </p:extLst>
  </p:cSld>
</p:sld>
</file>

<file path=ppt/slides/slide23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6AE18C-F33F-4542-8925-D8CDF7EB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E03469-728D-4054-BF7A-38A02E1E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7E6CDB-30FD-4B3B-916A-F08009CD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642EAC8-335F-4523-B737-429B2A74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Mengimpor Model TAS ke TRB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9F249A-E8A0-4116-AD3D-9EEA1110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E6F6DA-CBAC-40BB-91D3-9CE38C39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telah dicocokkan dengan dokumen sumber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EF6799-472D-4446-971E-B5DFB0E2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dan cakupan elemen telah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A4A6D9-3F8A-4313-883E-349EA34C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digunakan pada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514178384"/>
      </p:ext>
    </p:extLst>
  </p:cSld>
</p:sld>
</file>

<file path=ppt/slides/slide23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237064-A666-4452-8A29-F0B9907D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68F7B3-1730-4C8D-B875-6E444AF5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A0849F-BF3E-4BA1-B22C-FFE9D452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7B7AE5B-D2B9-4307-BC9B-6852F83A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Menyesuaikan Pengaturan Impor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A4F494-5DFD-443D-BC72-C5DF0418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Menyelaraskan zona, lantai, dan elemen sebelum model TAS dibuat di TRB.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16BA4A-3152-4712-BE0E-E79A8E9C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9F1FEA-271E-40DA-8FF3-EDE48BC7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Periksa penanganan zone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557D6C-4374-456F-93F1-88B790D6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Tentukan sumber tinggi lantai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BEC35F-2B5B-4F24-8966-62A5FC83D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Pilih lantai dan elemen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AFF478-EF39-4DBA-AFB4-7F8011D3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Lanjutkan dengan Next Step</a:t>
            </a:r>
          </a:p>
        </p:txBody>
      </p:sp>
    </p:spTree>
    <p:extLst>
      <p:ext uri="{BB962C8B-B14F-4D97-AF65-F5344CB8AC3E}">
        <p14:creationId xmlns:p14="http://schemas.microsoft.com/office/powerpoint/2010/main" val="572932863"/>
      </p:ext>
    </p:extLst>
  </p:cSld>
</p:sld>
</file>

<file path=ppt/slides/slide23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FF7421-3A5E-4BA8-B600-A33D40F1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5A73EF-E9EB-403B-81D9-5AD83776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E3D4A7-1435-4902-B588-82882EB3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2817CDB-6FA1-4958-98D6-1FD0C433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Periksa penanganan zone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f000e0418d4cbb"/>
          <a:stretch xmlns:a="http://schemas.openxmlformats.org/drawingml/2006/main"/>
        </p:blipFill>
        <p:spPr>
          <a:xfrm xmlns:a="http://schemas.openxmlformats.org/drawingml/2006/main">
            <a:off x="5086350" y="1904091"/>
            <a:ext cx="6419850" cy="347844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B2F677-F99C-4473-8FCB-71249923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Tinjau bagaimana zone dari model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sumber akan diperlakukan pada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proyek TRB tujuan.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91E172-963E-4689-8A9D-D1C22B50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 import dengan daftar floor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mapping model.</a:t>
            </a:r>
          </a:p>
        </p:txBody>
      </p:sp>
    </p:spTree>
    <p:extLst>
      <p:ext uri="{BB962C8B-B14F-4D97-AF65-F5344CB8AC3E}">
        <p14:creationId xmlns:p14="http://schemas.microsoft.com/office/powerpoint/2010/main" val="816388631"/>
      </p:ext>
    </p:extLst>
  </p:cSld>
</p:sld>
</file>

<file path=ppt/slides/slide23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8FA168-74B6-48D2-A0FF-21C3A580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49A266-9EF1-462F-9ACE-C6774270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500CDA-5210-4503-8927-D014FC42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78E2AAC-8F60-4840-BB52-5F7C2E63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Tentukan sumber tinggi lantai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f1af24b7044845"/>
          <a:stretch xmlns:a="http://schemas.openxmlformats.org/drawingml/2006/main"/>
        </p:blipFill>
        <p:spPr>
          <a:xfrm xmlns:a="http://schemas.openxmlformats.org/drawingml/2006/main">
            <a:off x="5086350" y="1904091"/>
            <a:ext cx="6419850" cy="347844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19F8B9-5719-4238-9A1E-31B2F279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Aktifkan Use floor height in TAS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project hanya ketika tinggi lantai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sumber memang harus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dipertahankan.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6E8961-E5D8-4F8B-AA55-3425C999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 import dengan daftar floor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mapping model.</a:t>
            </a:r>
          </a:p>
        </p:txBody>
      </p:sp>
    </p:spTree>
    <p:extLst>
      <p:ext uri="{BB962C8B-B14F-4D97-AF65-F5344CB8AC3E}">
        <p14:creationId xmlns:p14="http://schemas.microsoft.com/office/powerpoint/2010/main" val="135481397"/>
      </p:ext>
    </p:extLst>
  </p:cSld>
</p:sld>
</file>

<file path=ppt/slides/slide23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37A59D-F3EC-46B7-8CC8-E08F25EE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06A5CD-B89C-45E2-B751-AFD6A863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0F7DF9-18F0-4A5D-B9E1-73BCB715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0BFE27F-3918-4EA2-B165-BCEF56A7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lantai dan elemen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9a3c1416ba40ee"/>
          <a:stretch xmlns:a="http://schemas.openxmlformats.org/drawingml/2006/main"/>
        </p:blipFill>
        <p:spPr>
          <a:xfrm xmlns:a="http://schemas.openxmlformats.org/drawingml/2006/main">
            <a:off x="5086350" y="1999803"/>
            <a:ext cx="6419850" cy="328701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373FC4-6C9F-4A91-B4C1-BE0E32AD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Batasi pilihan pada lantai serta tipe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 yang termasuk dalam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cakupan transfer.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DEAE0F-E2D4-489C-A0D7-7271060D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Ringkasan pengaturan import sebelum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dimuat.</a:t>
            </a:r>
          </a:p>
        </p:txBody>
      </p:sp>
    </p:spTree>
    <p:extLst>
      <p:ext uri="{BB962C8B-B14F-4D97-AF65-F5344CB8AC3E}">
        <p14:creationId xmlns:p14="http://schemas.microsoft.com/office/powerpoint/2010/main" val="2024913279"/>
      </p:ext>
    </p:extLst>
  </p:cSld>
</p:sld>
</file>

<file path=ppt/slides/slide23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35B4FA-5CE9-45FF-93AD-816261A19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02A3B7-76FB-4DD9-BF33-FA0BEDBB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761518-CE3E-40AF-A3C6-CE01CE2F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710194B-2EC2-4E04-B89C-087DC741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Lanjutkan dengan Next Step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f04026932044ec"/>
          <a:stretch xmlns:a="http://schemas.openxmlformats.org/drawingml/2006/main"/>
        </p:blipFill>
        <p:spPr>
          <a:xfrm xmlns:a="http://schemas.openxmlformats.org/drawingml/2006/main">
            <a:off x="5086350" y="1999803"/>
            <a:ext cx="6419850" cy="328701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CAE401-EA23-48D0-8BB5-47E85C73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Periksa kembali pemetaan sebelum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berpindah ke tahap konfirmasi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berikutnya.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7BA6BE-70C5-44E3-809D-E97BF971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Ringkasan pengaturan import sebelum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dimuat.</a:t>
            </a:r>
          </a:p>
        </p:txBody>
      </p:sp>
    </p:spTree>
    <p:extLst>
      <p:ext uri="{BB962C8B-B14F-4D97-AF65-F5344CB8AC3E}">
        <p14:creationId xmlns:p14="http://schemas.microsoft.com/office/powerpoint/2010/main" val="322891719"/>
      </p:ext>
    </p:extLst>
  </p:cSld>
</p:sld>
</file>

<file path=ppt/slides/slide23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4375EF-30DA-4131-9790-EBE847E4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9A160E-34A0-4AD8-B8AE-09986C9C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BDCF75-9F42-44D8-B60F-D42DD532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248ADB8-A2AD-440B-A7A4-5CB962EA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Menyesuaikan Pengaturan Impor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DE0C4E-C60D-4CD1-BFD7-FD67EA81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0550C1-1E67-4A4D-89B6-18633A7B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telah dicocokkan dengan dokumen sumber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B01273-8B1E-447F-991B-DEE6C393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dan cakupan elemen telah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BBFFB3-C6AF-469A-A2BE-5ECD3800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digunakan pada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946613927"/>
      </p:ext>
    </p:extLst>
  </p:cSld>
</p:sld>
</file>

<file path=ppt/slides/slide23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385774-29AD-42D9-A150-ED6DAF13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6C323B-BF98-4F4E-90EE-0284CF30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6DE306-970D-47E3-A454-0399979B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893E4ED-A1F1-4E8E-BF70-60B652499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Memeriksa Model dan Menyiapkan Gambar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C3DBAF-38B9-4815-BE88-C48AF9BE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Memastikan model terlihat dengan benar dan gambar kerja siap digunakan untuk identifikasi.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FEA316-283A-4C29-A967-BEF108ED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BF1D60-F6D7-4343-9169-A90AE35E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Atur tampilan elemen dengan F12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114150-E00A-453E-846D-A4AB2BB9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Periksa model yang ditransfer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F4AFE1-224E-4A42-B1A9-3448B597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Tambahkan building plan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E1F27B-35E1-4B35-8B83-C6D48665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Pisahkan dan pindahkan gambar</a:t>
            </a:r>
          </a:p>
        </p:txBody>
      </p:sp>
    </p:spTree>
    <p:extLst>
      <p:ext uri="{BB962C8B-B14F-4D97-AF65-F5344CB8AC3E}">
        <p14:creationId xmlns:p14="http://schemas.microsoft.com/office/powerpoint/2010/main" val="1551535085"/>
      </p:ext>
    </p:extLst>
  </p:cSld>
</p:sld>
</file>

<file path=ppt/slides/slide23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1629ED-39B6-4CF4-B605-B0C44B382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F049DB-1DFD-4282-A3CF-C4558346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B3672D-80D8-4B6C-B365-F4B65D0D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610A065-AF74-4B13-B0FB-B8179375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Atur tampilan elemen dengan F12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0b016d4c8a4994"/>
          <a:stretch xmlns:a="http://schemas.openxmlformats.org/drawingml/2006/main"/>
        </p:blipFill>
        <p:spPr>
          <a:xfrm xmlns:a="http://schemas.openxmlformats.org/drawingml/2006/main">
            <a:off x="5086350" y="1914095"/>
            <a:ext cx="6419850" cy="345843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DD00BB-67BA-45F9-9CB1-66E958A7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kontrol tampilan untuk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menampilkan hanya elemen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diperlukan saat pemeriksaan.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CC9BDD-5DD8-492E-B81E-A36FB98C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bangunan dan Element Entity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Display Settings.</a:t>
            </a:r>
          </a:p>
        </p:txBody>
      </p:sp>
    </p:spTree>
    <p:extLst>
      <p:ext uri="{BB962C8B-B14F-4D97-AF65-F5344CB8AC3E}">
        <p14:creationId xmlns:p14="http://schemas.microsoft.com/office/powerpoint/2010/main" val="1297326417"/>
      </p:ext>
    </p:extLst>
  </p:cSld>
</p:sld>
</file>

<file path=ppt/slides/slide24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7C594E-543E-4BCF-9FD4-668D1AEA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EDB6E5-F14A-4D0B-BE26-9E8EAB7E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DA1DD2-232B-4124-9D63-D47675BA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DCD2856-047E-42AD-9D61-1F168D7E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Periksa model yang ditransfer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251d0d787f41da"/>
          <a:stretch xmlns:a="http://schemas.openxmlformats.org/drawingml/2006/main"/>
        </p:blipFill>
        <p:spPr>
          <a:xfrm xmlns:a="http://schemas.openxmlformats.org/drawingml/2006/main">
            <a:off x="5086350" y="1914095"/>
            <a:ext cx="6419850" cy="345843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9A5E42-C14B-4D27-A859-BCDFC37A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Tampilkan elemen yang dibutuhkan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dan pastikan lantai serta geometri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utamanya sesuai.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B80C95-F54F-43A4-8C91-A9C7CC138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bangunan dan Element Entity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Display Settings.</a:t>
            </a:r>
          </a:p>
        </p:txBody>
      </p:sp>
    </p:spTree>
    <p:extLst>
      <p:ext uri="{BB962C8B-B14F-4D97-AF65-F5344CB8AC3E}">
        <p14:creationId xmlns:p14="http://schemas.microsoft.com/office/powerpoint/2010/main" val="1830932983"/>
      </p:ext>
    </p:extLst>
  </p:cSld>
</p:sld>
</file>

<file path=ppt/slides/slide24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4D9017-5040-40F6-BE16-FA313D4A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BF7A69-5687-4EF5-9117-8793BB73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8CD4B5-D0BB-4D36-A203-30C17299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89517B0-D088-4FED-8500-3FFA44E0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Tambahkan building plan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1f4c91b01c4056"/>
          <a:stretch xmlns:a="http://schemas.openxmlformats.org/drawingml/2006/main"/>
        </p:blipFill>
        <p:spPr>
          <a:xfrm xmlns:a="http://schemas.openxmlformats.org/drawingml/2006/main">
            <a:off x="5086350" y="2368022"/>
            <a:ext cx="6419850" cy="255058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408751-0169-46CD-8351-8113ECB9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Buka rencana bangunan lalu gunakan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IDENTIFY &gt; Add Drawing untuk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memasukkan gambar referensi.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B61EF8-CBD0-4879-95D3-B325CF80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Drawing Manager dengan gambar struktur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 area kerja.</a:t>
            </a:r>
          </a:p>
        </p:txBody>
      </p:sp>
    </p:spTree>
    <p:extLst>
      <p:ext uri="{BB962C8B-B14F-4D97-AF65-F5344CB8AC3E}">
        <p14:creationId xmlns:p14="http://schemas.microsoft.com/office/powerpoint/2010/main" val="97918283"/>
      </p:ext>
    </p:extLst>
  </p:cSld>
</p:sld>
</file>

<file path=ppt/slides/slide24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E31991-A8AB-483E-8E04-1357DB269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DD2EF9-06BB-4AF5-9F9D-064DF8281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62DBC4-B7B0-41CC-9860-7DC1FAA4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72E4F2F-0925-4781-BE13-015D327E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Pisahkan dan pindahkan gambar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e36f7989594018"/>
          <a:stretch xmlns:a="http://schemas.openxmlformats.org/drawingml/2006/main"/>
        </p:blipFill>
        <p:spPr>
          <a:xfrm xmlns:a="http://schemas.openxmlformats.org/drawingml/2006/main">
            <a:off x="5086350" y="2368022"/>
            <a:ext cx="6419850" cy="255058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3484CE-4E34-4799-92D2-9060ED20E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Atur bagian gambar pada lokasi lantai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yang tepat sebelum pemodelan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tulangan dimulai.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E9E347-324B-43CE-9911-E896817B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Drawing Manager dengan gambar struktur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 area kerja.</a:t>
            </a:r>
          </a:p>
        </p:txBody>
      </p:sp>
    </p:spTree>
    <p:extLst>
      <p:ext uri="{BB962C8B-B14F-4D97-AF65-F5344CB8AC3E}">
        <p14:creationId xmlns:p14="http://schemas.microsoft.com/office/powerpoint/2010/main" val="1659250451"/>
      </p:ext>
    </p:extLst>
  </p:cSld>
</p:sld>
</file>

<file path=ppt/slides/slide24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A5CC93-391D-4F4F-B12B-F517711F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6F0370-F378-4213-AB07-B88FAA8F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401F9E-2F5F-4F02-9AB0-56424711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1F4EE45-769F-4F02-AFA4-13E9E175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Memeriksa Model dan Menyiapkan Gambar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460CAD-59B7-41F1-BD53-92000DC2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E52416-2C8C-4F8F-AD98-263C8996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telah dicocokkan dengan dokumen sumber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CC1E1B-D870-4BDB-8680-34CE1997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dan cakupan elemen telah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6C83BA-3D9A-46CE-9EFB-35C74974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digunakan pada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208763094"/>
      </p:ext>
    </p:extLst>
  </p:cSld>
</p:sld>
</file>

<file path=ppt/slides/slide24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FA72E4-E1E3-4894-823A-2849AB95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B15D8A-A06D-49A0-913D-8D531647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684D27-2EAB-4658-B4E7-0001EC41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3D4EB21-C6BD-4C2B-8C59-692F5F1F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Mendefinisikan Tulangan Pile Cap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8016A0-B0D7-4076-BA24-71DEC73A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Menetapkan data tulangan pile cap pada elemen yang sesuai.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337F81-8490-41AF-8A9F-12EC2AD0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8598B6-8FAD-4352-9F27-30B0D845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Pilih pile cap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C042EB-545F-4D91-9691-F6218652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Buka pengaturan tulangan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CDBB26-94BA-49F6-87FE-A15E8C45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Masukkan data tulangan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BB3F24-8ABD-4214-AD0B-2E9D37D2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Tinjau hasilnya</a:t>
            </a:r>
          </a:p>
        </p:txBody>
      </p:sp>
    </p:spTree>
    <p:extLst>
      <p:ext uri="{BB962C8B-B14F-4D97-AF65-F5344CB8AC3E}">
        <p14:creationId xmlns:p14="http://schemas.microsoft.com/office/powerpoint/2010/main" val="170739223"/>
      </p:ext>
    </p:extLst>
  </p:cSld>
</p:sld>
</file>

<file path=ppt/slides/slide24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479F2D-A801-46FB-AD92-9113F916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4C81E4-A814-40EC-A07E-F38C09848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261806-1FF3-4A43-AF39-38A894D1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5F41104-DDBA-47FA-AB47-A7BFD786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pile cap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c8ccc41d304e3a"/>
          <a:stretch xmlns:a="http://schemas.openxmlformats.org/drawingml/2006/main"/>
        </p:blipFill>
        <p:spPr>
          <a:xfrm xmlns:a="http://schemas.openxmlformats.org/drawingml/2006/main">
            <a:off x="5086350" y="2095791"/>
            <a:ext cx="6419850" cy="309504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56B40D-690B-4E89-AFBC-7850BEC8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elemen dan lantai yang aktif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sesuai dengan detail tulangan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akan diterapkan.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5609DC-0683-4963-AF21-3E479908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Attribute Editor pile cap dan reinforcement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mode.</a:t>
            </a:r>
          </a:p>
        </p:txBody>
      </p:sp>
    </p:spTree>
    <p:extLst>
      <p:ext uri="{BB962C8B-B14F-4D97-AF65-F5344CB8AC3E}">
        <p14:creationId xmlns:p14="http://schemas.microsoft.com/office/powerpoint/2010/main" val="86077701"/>
      </p:ext>
    </p:extLst>
  </p:cSld>
</p:sld>
</file>

<file path=ppt/slides/slide24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66F1A2-9A6C-4B3A-AEBF-A7180342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B52106-58D7-44B1-B94C-770214C8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26FAFE-7853-4090-BE63-3B4CE45F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21FBB74-16ED-4FF4-B343-35D905C1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Buka pengaturan tulangan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dfcea4cbed4b39"/>
          <a:stretch xmlns:a="http://schemas.openxmlformats.org/drawingml/2006/main"/>
        </p:blipFill>
        <p:spPr>
          <a:xfrm xmlns:a="http://schemas.openxmlformats.org/drawingml/2006/main">
            <a:off x="5086350" y="2178380"/>
            <a:ext cx="6419850" cy="292986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F2A5A2-592E-4CC1-9F9F-81338C76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Masuk ke pengaturan reinforcement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pile cap dan gunakan data dari detail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struktur yang telah disetujui.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8F86A2-630D-4578-AF75-DF57A765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Attribute Editor pile cap dan diagram Slab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Style Reinforcement.</a:t>
            </a:r>
          </a:p>
        </p:txBody>
      </p:sp>
    </p:spTree>
    <p:extLst>
      <p:ext uri="{BB962C8B-B14F-4D97-AF65-F5344CB8AC3E}">
        <p14:creationId xmlns:p14="http://schemas.microsoft.com/office/powerpoint/2010/main" val="361935157"/>
      </p:ext>
    </p:extLst>
  </p:cSld>
</p:sld>
</file>

<file path=ppt/slides/slide24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1EDEB2-FC49-4FB0-AFB7-439396152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8E9C4F-C1FB-47AA-9B20-E5BB67F9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8DF3B2-C3D0-4C08-8BFA-8D2AE3FB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1FCF682-3CB2-4E2A-A759-AF5DF81B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Masukkan data tulangan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4cb0abe0104a08"/>
          <a:stretch xmlns:a="http://schemas.openxmlformats.org/drawingml/2006/main"/>
        </p:blipFill>
        <p:spPr>
          <a:xfrm xmlns:a="http://schemas.openxmlformats.org/drawingml/2006/main">
            <a:off x="5086350" y="2178380"/>
            <a:ext cx="6419850" cy="292986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629C83-CC9A-478B-8313-717C676D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Isi parameter yang ditunjukkan pada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detail tanpa mengasumsikan nilai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yang tidak tersedia.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A9FD52-1A0D-4445-8A0D-E7DE02F4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Attribute Editor pile cap dan diagram Slab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Style Reinforcement.</a:t>
            </a:r>
          </a:p>
        </p:txBody>
      </p:sp>
    </p:spTree>
    <p:extLst>
      <p:ext uri="{BB962C8B-B14F-4D97-AF65-F5344CB8AC3E}">
        <p14:creationId xmlns:p14="http://schemas.microsoft.com/office/powerpoint/2010/main" val="1899617218"/>
      </p:ext>
    </p:extLst>
  </p:cSld>
</p:sld>
</file>

<file path=ppt/slides/slide24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2C9125-4A4E-4E05-8E67-A15807F3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89FA65-DF2F-472A-9DFC-B4D3A7F8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1D964C-2A76-44D4-9D34-236C9214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9F64798-D15F-4836-8B38-1AE8ABCD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Tinjau hasilnya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71d44b39514fee"/>
          <a:stretch xmlns:a="http://schemas.openxmlformats.org/drawingml/2006/main"/>
        </p:blipFill>
        <p:spPr>
          <a:xfrm xmlns:a="http://schemas.openxmlformats.org/drawingml/2006/main">
            <a:off x="5086350" y="2178380"/>
            <a:ext cx="6419850" cy="292986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EAE236-B1F5-4325-BFCA-56ED89EF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Periksa kembali susunan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terbentuk terhadap gambar sumber.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5A4144-54A1-405B-BD98-828DBD5B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Attribute Editor pile cap dan diagram Slab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Style Reinforcement.</a:t>
            </a:r>
          </a:p>
        </p:txBody>
      </p:sp>
    </p:spTree>
    <p:extLst>
      <p:ext uri="{BB962C8B-B14F-4D97-AF65-F5344CB8AC3E}">
        <p14:creationId xmlns:p14="http://schemas.microsoft.com/office/powerpoint/2010/main" val="2040577593"/>
      </p:ext>
    </p:extLst>
  </p:cSld>
</p:sld>
</file>

<file path=ppt/slides/slide25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B43C01-46E1-4201-82CF-01509BD1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88ACB0-E497-4202-8916-5E6426F0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B1DDFB-8776-44AC-B9AC-0C1A08CB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9621505-9C6C-401B-958E-F911FE95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Mendefinisikan Tulangan Pile Cap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A098B0-3DAF-4995-B845-450464BD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B34572-8C2F-4CFD-A0B6-B79702EB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telah dicocokkan dengan dokumen sumber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A556D2-E747-4B1D-AF9A-B0FDA4394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dan cakupan elemen telah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ADCE76-AE52-4AFE-9463-01077B99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digunakan pada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350691247"/>
      </p:ext>
    </p:extLst>
  </p:cSld>
</p:sld>
</file>

<file path=ppt/slides/slide25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BA972A-6DE8-42C9-BA9D-E0950997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9AB7C3-566A-4F44-909B-2A2B4772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874F01-5617-4F7E-A88A-FBA2FA2A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0744B71-C7B9-46A7-A36D-F5C1A80B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Memeriksa Data dan Membuat Pile Cap Tidak</a:t>
            </a:r>
          </a:p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Beraturan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84B379-BDF1-4D82-90A7-3AF13BC0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14575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Memvalidasi data pile cap dan menangani bentuk tidak beraturan sesuai geometri sumber.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C7A1E9-3E97-4143-9A84-ED283BB8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0167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2F271B-7659-4CBA-8332-9C022A5DF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4527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Jalankan pemeriksaan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328773-1BCD-42A4-B4B2-01936E59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119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Tinjau temuan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AB3136-EE51-4E5A-9275-913E5A9A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45711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Buat batas tidak beraturan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5C2BD8-7D4A-4797-876D-27345851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1303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Periksa bentuk dan data tulangan</a:t>
            </a:r>
          </a:p>
        </p:txBody>
      </p:sp>
    </p:spTree>
    <p:extLst>
      <p:ext uri="{BB962C8B-B14F-4D97-AF65-F5344CB8AC3E}">
        <p14:creationId xmlns:p14="http://schemas.microsoft.com/office/powerpoint/2010/main" val="781103887"/>
      </p:ext>
    </p:extLst>
  </p:cSld>
</p:sld>
</file>

<file path=ppt/slides/slide25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D2DD87-A81A-43FB-A9AC-B197148A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5A73F2-218A-46CE-9E32-8517F0F6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99E905-2143-487B-8F1A-413716C5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E918F8B-2657-4046-B62D-FC26A162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Jalankan pemeriksaan data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3f52d49d56496a"/>
          <a:stretch xmlns:a="http://schemas.openxmlformats.org/drawingml/2006/main"/>
        </p:blipFill>
        <p:spPr>
          <a:xfrm xmlns:a="http://schemas.openxmlformats.org/drawingml/2006/main">
            <a:off x="5145594" y="1809750"/>
            <a:ext cx="6301362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52D488-6F8E-4030-89C4-E08838E3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pemeriksaan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didokumentasikan untuk menemukan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data yang belum lengkap atau tidak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konsisten.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165E81-8C0D-4A54-8761-C661731B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Data pile cap dan tampilan reinforcement.</a:t>
            </a:r>
          </a:p>
        </p:txBody>
      </p:sp>
    </p:spTree>
    <p:extLst>
      <p:ext uri="{BB962C8B-B14F-4D97-AF65-F5344CB8AC3E}">
        <p14:creationId xmlns:p14="http://schemas.microsoft.com/office/powerpoint/2010/main" val="1975289622"/>
      </p:ext>
    </p:extLst>
  </p:cSld>
</p:sld>
</file>

<file path=ppt/slides/slide25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4897C0-2696-4498-8AF8-D433C17B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7D7B1F-11CA-48F5-B645-75185A96C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36AA09-BCC9-4AB9-944A-AF527922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0686EDE-B906-44AE-BCDA-C3945765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Tinjau temuan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bd19b8f6844779"/>
          <a:stretch xmlns:a="http://schemas.openxmlformats.org/drawingml/2006/main"/>
        </p:blipFill>
        <p:spPr>
          <a:xfrm xmlns:a="http://schemas.openxmlformats.org/drawingml/2006/main">
            <a:off x="5145594" y="1809750"/>
            <a:ext cx="6301362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9695F3-D582-4458-B15C-3BE4E6F2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Hubungkan setiap temuan dengan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 dan detail struktur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relevan sebelum memperbaikinya.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623DA3-48F1-4613-B8B5-1C6B7EB1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Data pile cap dan tampilan reinforcement.</a:t>
            </a:r>
          </a:p>
        </p:txBody>
      </p:sp>
    </p:spTree>
    <p:extLst>
      <p:ext uri="{BB962C8B-B14F-4D97-AF65-F5344CB8AC3E}">
        <p14:creationId xmlns:p14="http://schemas.microsoft.com/office/powerpoint/2010/main" val="1038130381"/>
      </p:ext>
    </p:extLst>
  </p:cSld>
</p:sld>
</file>

<file path=ppt/slides/slide25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F582CA-A68F-46DE-82B7-38BD2B43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5EB067-B1ED-4426-8E5C-BE449A24B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C3B2C9-7A70-4719-A5F4-9EC18F119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3A35CA8-29B0-4EB7-8CC7-E6614B1E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Buat batas tidak beraturan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a7b1048c30496c"/>
          <a:stretch xmlns:a="http://schemas.openxmlformats.org/drawingml/2006/main"/>
        </p:blipFill>
        <p:spPr>
          <a:xfrm xmlns:a="http://schemas.openxmlformats.org/drawingml/2006/main">
            <a:off x="5086350" y="2121778"/>
            <a:ext cx="6419850" cy="304306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241099-F37D-4E36-86FA-3D7824656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Ikuti geometri pile cap pada gambar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ketika bentuk standar tidak mewakili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kondisi model.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36F882-0445-4B87-9C8F-BA46F4DBB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Hasil pemeriksaan pile cap pada model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dan tabel.</a:t>
            </a:r>
          </a:p>
        </p:txBody>
      </p:sp>
    </p:spTree>
    <p:extLst>
      <p:ext uri="{BB962C8B-B14F-4D97-AF65-F5344CB8AC3E}">
        <p14:creationId xmlns:p14="http://schemas.microsoft.com/office/powerpoint/2010/main" val="1996821885"/>
      </p:ext>
    </p:extLst>
  </p:cSld>
</p:sld>
</file>

<file path=ppt/slides/slide25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5B8F86-E11A-4082-BF2E-E864ECA7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8D297E-5C88-4C53-B8FB-A527A74B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9F2755-063C-4D90-8C27-A68626EB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BE99F9E-ADB1-43FE-B856-FFDC65B5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Periksa bentuk dan data tulangan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da17fa43494f67"/>
          <a:stretch xmlns:a="http://schemas.openxmlformats.org/drawingml/2006/main"/>
        </p:blipFill>
        <p:spPr>
          <a:xfrm xmlns:a="http://schemas.openxmlformats.org/drawingml/2006/main">
            <a:off x="5086350" y="2121778"/>
            <a:ext cx="6419850" cy="304306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7E3636-7954-4C41-8CE8-C2D2DD6D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batas elemen dan data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 merujuk pada detail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yang sama.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157C9F-FFF8-494E-AA48-00E8D01F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Hasil pemeriksaan pile cap pada model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dan tabel.</a:t>
            </a:r>
          </a:p>
        </p:txBody>
      </p:sp>
    </p:spTree>
    <p:extLst>
      <p:ext uri="{BB962C8B-B14F-4D97-AF65-F5344CB8AC3E}">
        <p14:creationId xmlns:p14="http://schemas.microsoft.com/office/powerpoint/2010/main" val="427095718"/>
      </p:ext>
    </p:extLst>
  </p:cSld>
</p:sld>
</file>

<file path=ppt/slides/slide25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4080BC-5F0B-4378-922F-45FE0507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B5AE46-087A-4701-89D9-3A68F305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51D29F-9BF4-420F-A056-2A300BC9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F2F546E-88EF-4C82-8099-FC996E77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Memeriksa Data dan Membuat Pile Cap Tidak</a:t>
            </a:r>
          </a:p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Beraturan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C6B64B-DA9E-413E-9AB9-2056041A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14575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86933F-C442-4048-A70E-8E8F91B7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0167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telah dicocokkan dengan dokumen sumber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35746E-2F85-4F89-8582-89123686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5759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dan cakupan elemen telah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9B16EF-667E-4CEC-9B42-043B6F23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1351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digunakan pada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820263171"/>
      </p:ext>
    </p:extLst>
  </p:cSld>
</p:sld>
</file>

<file path=ppt/slides/slide25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A101E3-6A79-4CDA-B574-AF27EB71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554B40-CA9C-4D75-96C9-DFA26DE2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12F0CB-E68B-47CC-933D-BB23BFEA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134507C-3CF8-4EA6-A7B5-E73FC4ED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Mendefinisikan Tulangan Kolom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0F8237-FF4A-4162-9BCA-E82B8BF2B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Menerapkan data tulangan kolom dan memeriksa hasilnya pada elemen yang benar.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EE1CED-9E2C-49E3-8EB1-18FB589E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A6B37B-B27A-4D8D-8CCE-88616C87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Pilih kolom yang sesuai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84CF1B-2300-433E-AE20-683E6824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Buka definisi reinforcement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810934-6ABF-4F69-B657-FC96EB4C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Masukkan tulangan utama dan sengkang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D5203F-5563-46B3-AD87-BDEF7DE00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Periksa susunan kolom</a:t>
            </a:r>
          </a:p>
        </p:txBody>
      </p:sp>
    </p:spTree>
    <p:extLst>
      <p:ext uri="{BB962C8B-B14F-4D97-AF65-F5344CB8AC3E}">
        <p14:creationId xmlns:p14="http://schemas.microsoft.com/office/powerpoint/2010/main" val="793603508"/>
      </p:ext>
    </p:extLst>
  </p:cSld>
</p:sld>
</file>

<file path=ppt/slides/slide25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A2192C-6DD6-440F-AB1A-B6D0ACC6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FF3B69-EC25-461B-8232-0E3C7ADD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ADD66F-CEC6-4467-AFDF-3DDD555E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3B00144-B748-4774-9B96-4839116B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kolom yang sesuai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f9881cd8144e27"/>
          <a:stretch xmlns:a="http://schemas.openxmlformats.org/drawingml/2006/main"/>
        </p:blipFill>
        <p:spPr>
          <a:xfrm xmlns:a="http://schemas.openxmlformats.org/drawingml/2006/main">
            <a:off x="5086350" y="1971899"/>
            <a:ext cx="6419850" cy="33428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0A20A3-749B-4DC8-8D97-DEBB1BC5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Cocokkan tipe dan lantai kolom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dengan detail atau schedule sumber.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82CACC-9461-43A1-9AB6-7E5F4906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Attribute Editor kolom dengan All Main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Bars, Links, dan Legs.</a:t>
            </a:r>
          </a:p>
        </p:txBody>
      </p:sp>
    </p:spTree>
    <p:extLst>
      <p:ext uri="{BB962C8B-B14F-4D97-AF65-F5344CB8AC3E}">
        <p14:creationId xmlns:p14="http://schemas.microsoft.com/office/powerpoint/2010/main" val="1895079782"/>
      </p:ext>
    </p:extLst>
  </p:cSld>
</p:sld>
</file>

<file path=ppt/slides/slide25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8C335F-F885-472F-ABA7-A2CF0563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7268F0-6CB5-42FD-A684-4EF14708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07F625-B88D-440D-B073-EDF8873F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C154381-4BEB-44A7-96BA-7C410937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Buka definisi reinforcement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96918b0d9d4f1f"/>
          <a:stretch xmlns:a="http://schemas.openxmlformats.org/drawingml/2006/main"/>
        </p:blipFill>
        <p:spPr>
          <a:xfrm xmlns:a="http://schemas.openxmlformats.org/drawingml/2006/main">
            <a:off x="5086350" y="2032724"/>
            <a:ext cx="6419850" cy="322117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F2D642-165C-4CA2-B72B-A7837FC8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area data tulangan kolom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yang ditunjukkan manual.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B1E9E2-A840-4A42-BC42-9C6C4D0E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Rebar Input Helper untuk main bars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links.</a:t>
            </a:r>
          </a:p>
        </p:txBody>
      </p:sp>
    </p:spTree>
    <p:extLst>
      <p:ext uri="{BB962C8B-B14F-4D97-AF65-F5344CB8AC3E}">
        <p14:creationId xmlns:p14="http://schemas.microsoft.com/office/powerpoint/2010/main" val="1007687878"/>
      </p:ext>
    </p:extLst>
  </p:cSld>
</p:sld>
</file>

<file path=ppt/slides/slide26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454E84-9064-4809-83CA-23B1FE45E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6E9A82-880A-424F-913B-B269583E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9E8257-A38B-4EB1-BB95-84586203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E03F7DE-1812-43F3-8AF4-5F54D81B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Masukkan tulangan utama dan sengkang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ff570007a74923"/>
          <a:stretch xmlns:a="http://schemas.openxmlformats.org/drawingml/2006/main"/>
        </p:blipFill>
        <p:spPr>
          <a:xfrm xmlns:a="http://schemas.openxmlformats.org/drawingml/2006/main">
            <a:off x="5086350" y="1992211"/>
            <a:ext cx="6419850" cy="330220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920109-C85F-4A55-887F-765FFF4C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Salin parameter dari dokumen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struktur dan pertahankan satuan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proyek.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5BFB01-46FD-4207-BB03-CFEDDF59D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Editor penampang dengan Corner Bar,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Side Bar, dan Draw Link.</a:t>
            </a:r>
          </a:p>
        </p:txBody>
      </p:sp>
    </p:spTree>
    <p:extLst>
      <p:ext uri="{BB962C8B-B14F-4D97-AF65-F5344CB8AC3E}">
        <p14:creationId xmlns:p14="http://schemas.microsoft.com/office/powerpoint/2010/main" val="1471684662"/>
      </p:ext>
    </p:extLst>
  </p:cSld>
</p:sld>
</file>

<file path=ppt/slides/slide26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FAA0A2-65E4-4FDF-984D-1928FD863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7204CA-7596-4957-98F3-DF2EAD41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81CE22-5A4B-446C-B7E9-0F918A4A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82BFAA0-6640-45BB-9AD0-452430E7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Periksa susunan kolom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967c9310564b88"/>
          <a:stretch xmlns:a="http://schemas.openxmlformats.org/drawingml/2006/main"/>
        </p:blipFill>
        <p:spPr>
          <a:xfrm xmlns:a="http://schemas.openxmlformats.org/drawingml/2006/main">
            <a:off x="5086350" y="1992211"/>
            <a:ext cx="6419850" cy="330220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6C2B78-93AF-41AB-A6B8-200040F3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Tinjau jumlah, posisi, dan rentang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tulangan terhadap detail sumber.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807A5A-1B79-4A78-B420-51F8F034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Editor penampang dengan Corner Bar,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Side Bar, dan Draw Link.</a:t>
            </a:r>
          </a:p>
        </p:txBody>
      </p:sp>
    </p:spTree>
    <p:extLst>
      <p:ext uri="{BB962C8B-B14F-4D97-AF65-F5344CB8AC3E}">
        <p14:creationId xmlns:p14="http://schemas.microsoft.com/office/powerpoint/2010/main" val="1868038409"/>
      </p:ext>
    </p:extLst>
  </p:cSld>
</p:sld>
</file>

<file path=ppt/slides/slide26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6E8F95-9D1A-4C98-8893-C2ADFD81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AA29AB-D484-4B27-9D2E-9711FBB3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F83FC5-0A1B-4DDB-B37A-A0714B94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D637BA0-84DD-43F2-B347-D994760AA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Mendefinisikan Tulangan Kolom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9B8033-6088-44AC-89CB-81A1BD3C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567E0E-B259-4217-9DA1-BA53D608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telah dicocokkan dengan dokumen sumber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6CA3CC-91B6-4515-9580-6D691E9D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dan cakupan elemen telah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7DC786-AEE3-4226-B51D-EDFD2249A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digunakan pada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2036868482"/>
      </p:ext>
    </p:extLst>
  </p:cSld>
</p:sld>
</file>

<file path=ppt/slides/slide26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C46639-C221-43AE-8778-7756C600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8DC82C-C1CC-4B8E-904E-CEAD9679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6C0681-1C70-4160-BA06-E5940513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D17269C-E55C-4595-BD7B-EDF1C3B6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Mengimpor dan Menyinkronkan Column Schedule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759DAA-F4C6-4BE7-8D23-E1F256EB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Menggunakan column schedule untuk menyelaraskan data tulangan kolom.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001735-8ECC-4EE3-8844-0234A34B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A51B1B-1A6B-4F44-BC60-C29A63647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Siapkan column schedule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5CB4B1-EAAA-44C4-B15B-EDDD1B52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Impor schedule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0DCAE4-7239-4636-95E8-F87F1ACF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Petakan informasi kolom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FA13FC-F9FE-4874-A946-9EEF053C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Sinkronkan ke 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57E9E5-C168-4DA1-B13D-E4ECBB8D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Periksa hasil sinkronisasi</a:t>
            </a:r>
          </a:p>
        </p:txBody>
      </p:sp>
    </p:spTree>
    <p:extLst>
      <p:ext uri="{BB962C8B-B14F-4D97-AF65-F5344CB8AC3E}">
        <p14:creationId xmlns:p14="http://schemas.microsoft.com/office/powerpoint/2010/main" val="1758649596"/>
      </p:ext>
    </p:extLst>
  </p:cSld>
</p:sld>
</file>

<file path=ppt/slides/slide26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25D00F-CCDE-4FC5-A1A0-0DA97AC6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BBFCF6-096F-4208-A9AF-9E09D5C4B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803909-09F7-4916-B694-8678C243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0C14067-FCB0-479D-9EF3-9AF5F43D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Siapkan column schedule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402fa34eb94d3a"/>
          <a:stretch xmlns:a="http://schemas.openxmlformats.org/drawingml/2006/main"/>
        </p:blipFill>
        <p:spPr>
          <a:xfrm xmlns:a="http://schemas.openxmlformats.org/drawingml/2006/main">
            <a:off x="5086350" y="2151688"/>
            <a:ext cx="6419850" cy="298324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3A7297-DB45-4030-A693-0136EE65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tabel sumber terbaca dan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hanya memuat area schedule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relevan.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7721C9-E686-4999-AE44-B6FD0384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Pilihan Identify Column Schedule dari Excel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atau CAD/PDF.</a:t>
            </a:r>
          </a:p>
        </p:txBody>
      </p:sp>
    </p:spTree>
    <p:extLst>
      <p:ext uri="{BB962C8B-B14F-4D97-AF65-F5344CB8AC3E}">
        <p14:creationId xmlns:p14="http://schemas.microsoft.com/office/powerpoint/2010/main" val="1658925029"/>
      </p:ext>
    </p:extLst>
  </p:cSld>
</p:sld>
</file>

<file path=ppt/slides/slide26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901A05-B9FC-4438-B1D4-B0653A62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CFACBA-F6E9-40E4-8DFF-5B5945BE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EC7B02-75DB-4B22-ADDB-6DBC5EA0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5C0D8EB-400D-438A-8E98-552674E3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Impor schedule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e109a3b6844b97"/>
          <a:stretch xmlns:a="http://schemas.openxmlformats.org/drawingml/2006/main"/>
        </p:blipFill>
        <p:spPr>
          <a:xfrm xmlns:a="http://schemas.openxmlformats.org/drawingml/2006/main">
            <a:off x="5086350" y="2096013"/>
            <a:ext cx="6419850" cy="309459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79EA48-EDD2-4800-842E-9420B307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Pilih column schedule yang benar dan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pertahankan hubungan dengan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gambar sumber.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84ED70-E482-4E37-AC14-3865E5F6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Excel schedule, mapping heading,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Delete Row.</a:t>
            </a:r>
          </a:p>
        </p:txBody>
      </p:sp>
    </p:spTree>
    <p:extLst>
      <p:ext uri="{BB962C8B-B14F-4D97-AF65-F5344CB8AC3E}">
        <p14:creationId xmlns:p14="http://schemas.microsoft.com/office/powerpoint/2010/main" val="675846212"/>
      </p:ext>
    </p:extLst>
  </p:cSld>
</p:sld>
</file>

<file path=ppt/slides/slide26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C9796A-6342-4E24-B8EB-292D46E6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D7FDB0-23E7-4B29-9378-AA30DDE2A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1DC29D-2D89-4F30-9C4C-27A55FFC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7340D98-EED9-43C3-995F-99D805A4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Petakan informasi kolom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75143ef72143f4"/>
          <a:stretch xmlns:a="http://schemas.openxmlformats.org/drawingml/2006/main"/>
        </p:blipFill>
        <p:spPr>
          <a:xfrm xmlns:a="http://schemas.openxmlformats.org/drawingml/2006/main">
            <a:off x="5086350" y="2000644"/>
            <a:ext cx="6419850" cy="328533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EEB00D-1B2D-4E86-B79F-A153780D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Cocokkan kolom data schedule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dengan atribut TRB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didokumentasikan.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7E41FD-22E5-4A38-9F64-22E0F19A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Identify Schedule dengan floor picker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Generate in Column Schedule.</a:t>
            </a:r>
          </a:p>
        </p:txBody>
      </p:sp>
    </p:spTree>
    <p:extLst>
      <p:ext uri="{BB962C8B-B14F-4D97-AF65-F5344CB8AC3E}">
        <p14:creationId xmlns:p14="http://schemas.microsoft.com/office/powerpoint/2010/main" val="588779219"/>
      </p:ext>
    </p:extLst>
  </p:cSld>
</p:sld>
</file>

<file path=ppt/slides/slide26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F9023A-763D-4E9D-BEC7-C4953B6D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1D7800-8584-4A2C-AD62-775D18659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DF6039-523F-4A70-8EE2-E0130D0F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2BDDE64-1CEF-41E7-A0A5-90639EE9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Sinkronkan ke model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d1861b63244670"/>
          <a:stretch xmlns:a="http://schemas.openxmlformats.org/drawingml/2006/main"/>
        </p:blipFill>
        <p:spPr>
          <a:xfrm xmlns:a="http://schemas.openxmlformats.org/drawingml/2006/main">
            <a:off x="5086350" y="2000644"/>
            <a:ext cx="6419850" cy="328533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8EE70C-9BA9-40CF-8E8D-6FB55CED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Terapkan data hanya setelah tipe dan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identitas kolom dipastikan cocok.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FC591A-0DAD-4FD8-BCD2-F10B2C1C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Define Column Schedule dengan Sync to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Entity.</a:t>
            </a:r>
          </a:p>
        </p:txBody>
      </p:sp>
    </p:spTree>
    <p:extLst>
      <p:ext uri="{BB962C8B-B14F-4D97-AF65-F5344CB8AC3E}">
        <p14:creationId xmlns:p14="http://schemas.microsoft.com/office/powerpoint/2010/main" val="641428826"/>
      </p:ext>
    </p:extLst>
  </p:cSld>
</p:sld>
</file>

<file path=ppt/slides/slide26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F5E780-0EB4-48DB-AA10-9740C9A5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A1F663-819C-4E0C-91A1-C0525EAA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62C17E-ED99-44C8-8E59-AA16736B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95C161C-6BCB-48FF-8683-0EAF8BE95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Periksa hasil sinkronisasi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1b115a8aac4784"/>
          <a:stretch xmlns:a="http://schemas.openxmlformats.org/drawingml/2006/main"/>
        </p:blipFill>
        <p:spPr>
          <a:xfrm xmlns:a="http://schemas.openxmlformats.org/drawingml/2006/main">
            <a:off x="5099151" y="1809750"/>
            <a:ext cx="6394247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F0FA1E-3C81-47A7-A04D-C590DD0A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Tinjau sampel kolom agar data model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sesuai dengan baris schedule.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FF5BEC-791A-4419-8D52-25CCE35C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Column Schedule dengan Generate from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Element dan Sync to Entity.</a:t>
            </a:r>
          </a:p>
        </p:txBody>
      </p:sp>
    </p:spTree>
    <p:extLst>
      <p:ext uri="{BB962C8B-B14F-4D97-AF65-F5344CB8AC3E}">
        <p14:creationId xmlns:p14="http://schemas.microsoft.com/office/powerpoint/2010/main" val="1208216217"/>
      </p:ext>
    </p:extLst>
  </p:cSld>
</p:sld>
</file>

<file path=ppt/slides/slide26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F544D0-7080-4DE2-8C99-D08E5C2B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1873E3-DA47-42E6-BBFF-2D224309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605D66-7443-4805-9E18-8B206A83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9F47FE7-A79F-4BA4-8BBB-A51919CF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Mengimpor dan Menyinkronkan Column Schedule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7A60A6-2B0D-47DE-AE9D-A46477F8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4398D3-DB95-4CD6-B23D-EE71CF36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telah dicocokkan dengan dokumen sumber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39330B-0CE5-4EFA-A1A4-D99FA1D8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dan cakupan elemen telah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FF1951-8ACF-4997-90B7-3816B942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digunakan pada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71330504"/>
      </p:ext>
    </p:extLst>
  </p:cSld>
</p:sld>
</file>

<file path=ppt/slides/slide27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78E3AD-04B7-4C84-B331-4A21C3BA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F2BA23-F2DE-46E6-9227-C2230923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50D526-29BE-4EC0-8695-526BD994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CA08946-9DD4-4498-A5B2-51CF6E52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Mendefinisikan Tulangan Balok dengan Side Label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3904D5-56C7-4B17-BB6D-65137EA1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Membaca dan menerapkan Side Label balok dengan pemisah + dan / secara tepat.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B05992-8070-483C-97CA-F1FD650E4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9FC900-42BF-4082-8FBC-0CAF0CC7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Pilih balok dan Side Label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B92ECA-9CF1-463A-8C9D-46024E8B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Baca notasi dengan tanda 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0C1FEC-0FBA-4CA0-9F52-68C9B6A5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Baca notasi dengan tanda /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D76C66-9F44-49BB-8C58-109A1B30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Periksa hasil Side Label</a:t>
            </a:r>
          </a:p>
        </p:txBody>
      </p:sp>
    </p:spTree>
    <p:extLst>
      <p:ext uri="{BB962C8B-B14F-4D97-AF65-F5344CB8AC3E}">
        <p14:creationId xmlns:p14="http://schemas.microsoft.com/office/powerpoint/2010/main" val="1595550521"/>
      </p:ext>
    </p:extLst>
  </p:cSld>
</p:sld>
</file>

<file path=ppt/slides/slide27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A269AD-90DF-4469-AA3E-ADFC79CB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8E7A60-4B8E-465A-955E-0AC8388B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FFB7E5-376E-4852-A98B-C070547E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C3C4A2E-74DB-4A18-B1BE-B1900E1C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balok dan Side Label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b406a5c84d4e91"/>
          <a:stretch xmlns:a="http://schemas.openxmlformats.org/drawingml/2006/main"/>
        </p:blipFill>
        <p:spPr>
          <a:xfrm xmlns:a="http://schemas.openxmlformats.org/drawingml/2006/main">
            <a:off x="5086350" y="1859270"/>
            <a:ext cx="6419850" cy="356808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C018BE-A61B-42D5-922E-5EFC1F42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label yang benar-benar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terkait dengan balok yang sedang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didefinisikan.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FF7CCD-6D10-4AE3-B1A4-445FAD38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Detail penampang balok dan field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reinforcement.</a:t>
            </a:r>
          </a:p>
        </p:txBody>
      </p:sp>
    </p:spTree>
    <p:extLst>
      <p:ext uri="{BB962C8B-B14F-4D97-AF65-F5344CB8AC3E}">
        <p14:creationId xmlns:p14="http://schemas.microsoft.com/office/powerpoint/2010/main" val="271942538"/>
      </p:ext>
    </p:extLst>
  </p:cSld>
</p:sld>
</file>

<file path=ppt/slides/slide27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B04766-CF1A-43A0-9B5C-2390B526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E5B2CD-0CE8-46DE-A553-8036AE99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54C218-5D7C-4057-958D-FC01E838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2B7DC14-58E2-4DB1-AB45-E14E610A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Baca notasi dengan tanda +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df5b71d1214b1e"/>
          <a:stretch xmlns:a="http://schemas.openxmlformats.org/drawingml/2006/main"/>
        </p:blipFill>
        <p:spPr>
          <a:xfrm xmlns:a="http://schemas.openxmlformats.org/drawingml/2006/main">
            <a:off x="5086350" y="1926775"/>
            <a:ext cx="6419850" cy="34330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8A0B6F-DB52-4822-BF2F-87807780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Dalam contoh manual, tanda +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menggabungkan kelompok batang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pada posisi yang sama; pertahankan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pengelompokan tersebut saat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memasukkan 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A8AD12-C629-430F-8258-BFA9044E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Perbandingan notasi plus dan garis miring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pada tulangan balok.</a:t>
            </a:r>
          </a:p>
        </p:txBody>
      </p:sp>
    </p:spTree>
    <p:extLst>
      <p:ext uri="{BB962C8B-B14F-4D97-AF65-F5344CB8AC3E}">
        <p14:creationId xmlns:p14="http://schemas.microsoft.com/office/powerpoint/2010/main" val="120687596"/>
      </p:ext>
    </p:extLst>
  </p:cSld>
</p:sld>
</file>

<file path=ppt/slides/slide27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5BECFC-B582-4DD5-9336-21EB44C5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D1E81A-18B8-46FE-993C-9F41279F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F95D12-3DD7-4B53-9F2F-6E375DA3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11DE40E-E0C0-4FCE-A99F-57EE4A29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Baca notasi dengan tanda /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e51c8a49c043d5"/>
          <a:stretch xmlns:a="http://schemas.openxmlformats.org/drawingml/2006/main"/>
        </p:blipFill>
        <p:spPr>
          <a:xfrm xmlns:a="http://schemas.openxmlformats.org/drawingml/2006/main">
            <a:off x="5086350" y="1926775"/>
            <a:ext cx="6419850" cy="34330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42AD-D0AF-43F0-BE43-39BC2F8D1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Dalam contoh manual, tanda /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memisahkan susunan batang antar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lapisan; jangan memperlakukannya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sebagai penjumlahan satu lapis.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ED963C-CA73-4E47-920E-3CE01B0B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Perbandingan notasi plus dan garis miring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pada tulangan balok.</a:t>
            </a:r>
          </a:p>
        </p:txBody>
      </p:sp>
    </p:spTree>
    <p:extLst>
      <p:ext uri="{BB962C8B-B14F-4D97-AF65-F5344CB8AC3E}">
        <p14:creationId xmlns:p14="http://schemas.microsoft.com/office/powerpoint/2010/main" val="462777151"/>
      </p:ext>
    </p:extLst>
  </p:cSld>
</p:sld>
</file>

<file path=ppt/slides/slide27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419913-576F-46C0-8F6A-0BA2285D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FADF7B-321D-4220-9BD8-962BD7AC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0CB49B-3FF1-4B1A-8E32-6AD1937B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0FA34C9-41C8-4A3F-B805-49C1FE1C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Periksa hasil Side Label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56c8b0da6b4189"/>
          <a:stretch xmlns:a="http://schemas.openxmlformats.org/drawingml/2006/main"/>
        </p:blipFill>
        <p:spPr>
          <a:xfrm xmlns:a="http://schemas.openxmlformats.org/drawingml/2006/main">
            <a:off x="5086350" y="2054845"/>
            <a:ext cx="6419850" cy="317693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EC1187-D1B7-46DC-8385-313019F6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Bandingkan susunan yang terbentuk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dengan label dan detail balok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sumber.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D912FD-541F-4B62-8294-32B59398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Side Label, balok terpilih, dan tabel input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reinforcement.</a:t>
            </a:r>
          </a:p>
        </p:txBody>
      </p:sp>
    </p:spTree>
    <p:extLst>
      <p:ext uri="{BB962C8B-B14F-4D97-AF65-F5344CB8AC3E}">
        <p14:creationId xmlns:p14="http://schemas.microsoft.com/office/powerpoint/2010/main" val="1365170075"/>
      </p:ext>
    </p:extLst>
  </p:cSld>
</p:sld>
</file>

<file path=ppt/slides/slide27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2BBDDF-EACC-4170-A8D2-075F5CE5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CFCEAF-88D9-4F8F-88E9-0A69470F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3F124D-E640-4A85-8EE8-83ECBA66F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2F42881-0724-4C4E-9F39-B9096933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Mendefinisikan Tulangan Balok dengan Side Label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54C24C-AAFF-439F-BA06-28AAD397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E78811-180E-44F1-8E9D-36E6D877C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telah dicocokkan dengan dokumen sumber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2BC5E3-5942-4C31-B25F-BF8BDE2F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dan cakupan elemen telah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539D2D-6C25-4C95-BD78-458DAFA4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digunakan pada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141916701"/>
      </p:ext>
    </p:extLst>
  </p:cSld>
</p:sld>
</file>

<file path=ppt/slides/slide27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6E2EE3-9358-4BD1-905A-A0E5647F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FDB2E5-E6DF-471B-84D1-9718E0F5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CEE927-0013-4605-A696-35778237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DA61838-6766-441B-A760-389ADBB7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Mengimpor atau Membuat Balok dari Beam Schedule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83067E-0376-4EE4-B90F-70C3E574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710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Memilih antara sinkronisasi balok yang sudah ada dan pembuatan elemen yang belum</a:t>
            </a:r>
          </a:p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dimodelkan.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D2FACB-5825-4C82-8785-D32D39BF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2334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228910-8EC9-4D27-BC6F-F44DBC96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66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Impor beam schedule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AE843A-234D-4383-9DC0-DC767376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22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Petakan kolom schedule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51A4BC-5588-403F-A094-FE722AFD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578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Sinkronkan balok yang sudah ada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C1A241-D7DF-43FF-96A5-0FB82687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34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Buat balok yang belum dimodelkan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A0F74B-DD56-4B2C-8F12-3F995CCE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906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Periksa cakupan hasil</a:t>
            </a:r>
          </a:p>
        </p:txBody>
      </p:sp>
    </p:spTree>
    <p:extLst>
      <p:ext uri="{BB962C8B-B14F-4D97-AF65-F5344CB8AC3E}">
        <p14:creationId xmlns:p14="http://schemas.microsoft.com/office/powerpoint/2010/main" val="670759269"/>
      </p:ext>
    </p:extLst>
  </p:cSld>
</p:sld>
</file>

<file path=ppt/slides/slide27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9D4375-DEB1-4B1D-BFC3-8B0171B5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89B26E-4CAA-4FC3-BC75-42C79E69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61823A-8C31-4926-9129-DCA99043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9B488E7-4D5E-46CC-AEB6-CC78E7E6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Impor beam schedule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c7393b33af4b22"/>
          <a:stretch xmlns:a="http://schemas.openxmlformats.org/drawingml/2006/main"/>
        </p:blipFill>
        <p:spPr>
          <a:xfrm xmlns:a="http://schemas.openxmlformats.org/drawingml/2006/main">
            <a:off x="5086350" y="2108671"/>
            <a:ext cx="6419850" cy="306928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79A2BD-0937-45FC-9CFB-8167034D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Pilih tabel yang sesuai dan pastikan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identitas balok dapat dipetakan.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BE1C8E-1BF5-44FD-A753-3BE15504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Beam Schedule dan kontrol import atau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export.</a:t>
            </a:r>
          </a:p>
        </p:txBody>
      </p:sp>
    </p:spTree>
    <p:extLst>
      <p:ext uri="{BB962C8B-B14F-4D97-AF65-F5344CB8AC3E}">
        <p14:creationId xmlns:p14="http://schemas.microsoft.com/office/powerpoint/2010/main" val="1975316267"/>
      </p:ext>
    </p:extLst>
  </p:cSld>
</p:sld>
</file>

<file path=ppt/slides/slide27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C68831-4213-4651-8F0A-8A583610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2E3F2E-E7E8-4FA1-ADF2-C0CABF27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9C5CA9-B163-43CA-9486-3A068BB5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DD9FA54-6A9F-4507-90B7-33490AD2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Petakan kolom schedule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40ee6869454df9"/>
          <a:stretch xmlns:a="http://schemas.openxmlformats.org/drawingml/2006/main"/>
        </p:blipFill>
        <p:spPr>
          <a:xfrm xmlns:a="http://schemas.openxmlformats.org/drawingml/2006/main">
            <a:off x="5086350" y="2072832"/>
            <a:ext cx="6419850" cy="314096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1CD60C-A3CA-4D11-AD9D-C0B9CC6A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Hubungkan label dan data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 ke atribut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ditunjukkan dalam alur schedule.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C85AD9-C3B2-443D-9F50-666FD3EE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Tabel mapping beam schedule dan field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reinforcement.</a:t>
            </a:r>
          </a:p>
        </p:txBody>
      </p:sp>
    </p:spTree>
    <p:extLst>
      <p:ext uri="{BB962C8B-B14F-4D97-AF65-F5344CB8AC3E}">
        <p14:creationId xmlns:p14="http://schemas.microsoft.com/office/powerpoint/2010/main" val="319962242"/>
      </p:ext>
    </p:extLst>
  </p:cSld>
</p:sld>
</file>

<file path=ppt/slides/slide27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33C769-94CB-4B48-8E3C-A157C83E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204665-B62B-4477-AB38-F3BF074B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41C9C4-2CF2-478A-9E1C-DEE72CA5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62FCA41-6D74-474B-A2C6-4314CD75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Sinkronkan balok yang sudah ada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dffe6e551a4cdb"/>
          <a:stretch xmlns:a="http://schemas.openxmlformats.org/drawingml/2006/main"/>
        </p:blipFill>
        <p:spPr>
          <a:xfrm xmlns:a="http://schemas.openxmlformats.org/drawingml/2006/main">
            <a:off x="5086350" y="2079669"/>
            <a:ext cx="6419850" cy="312728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7877D8-AED5-4F9E-B438-F4D3AA14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Jika balok telah dimodelkan, perbarui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informasi balok tanpa membuat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 duplikat.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7B20A8-3BB6-4D7B-8699-14766BFA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Alur Excel menuju Generate in Beam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Schedule.</a:t>
            </a:r>
          </a:p>
        </p:txBody>
      </p:sp>
    </p:spTree>
    <p:extLst>
      <p:ext uri="{BB962C8B-B14F-4D97-AF65-F5344CB8AC3E}">
        <p14:creationId xmlns:p14="http://schemas.microsoft.com/office/powerpoint/2010/main" val="1219606619"/>
      </p:ext>
    </p:extLst>
  </p:cSld>
</p:sld>
</file>

<file path=ppt/slides/slide28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31DBA2-0CB3-42D1-9518-B5F0C54A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CF06F6-5C46-4D31-9677-63CF5BF9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B6228E-795A-470B-A7EC-9532CCB1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D4DA960-0140-4A57-AFEB-EC5EB6A6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Buat balok yang belum dimodelkan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56d0951cb642b2"/>
          <a:stretch xmlns:a="http://schemas.openxmlformats.org/drawingml/2006/main"/>
        </p:blipFill>
        <p:spPr>
          <a:xfrm xmlns:a="http://schemas.openxmlformats.org/drawingml/2006/main">
            <a:off x="5086350" y="2236503"/>
            <a:ext cx="6419850" cy="281361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F9C524-315F-4889-BDFB-0C01C86D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Jika elemen belum tersedia, gunakan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hasil schedule untuk menghasilkan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balok sesuai alur manual.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A4F0D6-F4D3-458A-8926-33342973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Generate Element dan Sync Beam Info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pada Beam Schedule.</a:t>
            </a:r>
          </a:p>
        </p:txBody>
      </p:sp>
    </p:spTree>
    <p:extLst>
      <p:ext uri="{BB962C8B-B14F-4D97-AF65-F5344CB8AC3E}">
        <p14:creationId xmlns:p14="http://schemas.microsoft.com/office/powerpoint/2010/main" val="1465164313"/>
      </p:ext>
    </p:extLst>
  </p:cSld>
</p:sld>
</file>

<file path=ppt/slides/slide28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E75D03-6809-442C-9455-7986856B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6A3965-B373-4D3E-B171-79C02470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109990-844D-4627-8A21-A5DE912A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8CE0553-D1C3-46AC-A429-9F92C80C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Periksa cakupan hasil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91ee7d98ba4466"/>
          <a:stretch xmlns:a="http://schemas.openxmlformats.org/drawingml/2006/main"/>
        </p:blipFill>
        <p:spPr>
          <a:xfrm xmlns:a="http://schemas.openxmlformats.org/drawingml/2006/main">
            <a:off x="5086350" y="2236503"/>
            <a:ext cx="6419850" cy="281361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AB7F26-4720-462D-A128-C46B631F4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setiap baris schedule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menghasilkan pembaruan atau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 yang dimaksud, bukan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keduanya.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F37304-5604-40F1-86E3-98DE8244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Generate Element dan Sync Beam Info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pada Beam Schedule.</a:t>
            </a:r>
          </a:p>
        </p:txBody>
      </p:sp>
    </p:spTree>
    <p:extLst>
      <p:ext uri="{BB962C8B-B14F-4D97-AF65-F5344CB8AC3E}">
        <p14:creationId xmlns:p14="http://schemas.microsoft.com/office/powerpoint/2010/main" val="1817246438"/>
      </p:ext>
    </p:extLst>
  </p:cSld>
</p:sld>
</file>

<file path=ppt/slides/slide28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06DAF1-63E2-4FB0-9278-AF940CE0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EC455D-B135-4C99-8AF3-944B7F6D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5B4BD0-8213-4851-A3D2-DA171FE4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18BDE44-8AB2-46D5-AAFD-E99FEA3B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Mengimpor atau Membuat Balok dari Beam Schedule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25217B-E166-4A28-B2DB-309B3E48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45EA72-F7CE-4D44-BA89-A7467EFE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telah dicocokkan dengan dokumen sumber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92BFA5-BF1D-4DC6-95B8-D80E1B07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dan cakupan elemen telah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CC0B2C-9B56-4ABD-B2C4-E2F59C34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digunakan pada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886488470"/>
      </p:ext>
    </p:extLst>
  </p:cSld>
</p:sld>
</file>

<file path=ppt/slides/slide28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C4C49F-D633-4BF3-AFEF-1C51DD7A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887BC3-E2E0-4C5B-91DA-9F5075CE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9FBDBB-C1B7-46D7-A049-1AE1B5C9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218857A-2B34-4515-8A6E-C9215374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Memeriksa Support dan Susunan Tulangan Balok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F59A1C-727B-4DFE-A29C-D408BF09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Memastikan support serta susunan reinforcement balok sesuai kondisi model.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0620EF-4484-4F91-809F-92BC50DB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9EC674-3BE7-49C3-87DF-48BDC56A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Periksa support balok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3BEB4A-9D1B-4222-9911-18D68A0D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Tinjau susunan tulangan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0F7E34-3936-4D09-8A4D-80358089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Koreksi ketidaksesuaian 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7DA6E8-8E2F-4047-B008-5618A548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Validasi hasil akhir</a:t>
            </a:r>
          </a:p>
        </p:txBody>
      </p:sp>
    </p:spTree>
    <p:extLst>
      <p:ext uri="{BB962C8B-B14F-4D97-AF65-F5344CB8AC3E}">
        <p14:creationId xmlns:p14="http://schemas.microsoft.com/office/powerpoint/2010/main" val="624144753"/>
      </p:ext>
    </p:extLst>
  </p:cSld>
</p:sld>
</file>

<file path=ppt/slides/slide28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37EEA1-95DB-4BAA-8486-28E4053EA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DF4EDC-A57E-419C-AB3B-EC246D9D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56C7F2-548C-4959-91C6-27FFA1BF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CC5D726-8869-474B-96D8-CCC5B49A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Periksa support balok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2102e6a1d943bf"/>
          <a:stretch xmlns:a="http://schemas.openxmlformats.org/drawingml/2006/main"/>
        </p:blipFill>
        <p:spPr>
          <a:xfrm xmlns:a="http://schemas.openxmlformats.org/drawingml/2006/main">
            <a:off x="5520439" y="1809750"/>
            <a:ext cx="5551672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9AF71A-AF2D-447F-BBA6-0222B012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hubungan ujung balok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dikenali sebelum menilai rentang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tulangan.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588ED0-776E-4967-8B77-1BB31FC1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Hubungan support balok dan rentang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reinforcement.</a:t>
            </a:r>
          </a:p>
        </p:txBody>
      </p:sp>
    </p:spTree>
    <p:extLst>
      <p:ext uri="{BB962C8B-B14F-4D97-AF65-F5344CB8AC3E}">
        <p14:creationId xmlns:p14="http://schemas.microsoft.com/office/powerpoint/2010/main" val="177420735"/>
      </p:ext>
    </p:extLst>
  </p:cSld>
</p:sld>
</file>

<file path=ppt/slides/slide28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346EF3-F189-4927-ACAE-E465B450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470262-8E1A-4F9B-994B-D24D81A5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2B6D52-C885-468D-BDE1-4DD5A3E5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A1F96BB-99C0-46C5-A77A-2FACB2E0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Tinjau susunan tulangan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d47eab67154d26"/>
          <a:stretch xmlns:a="http://schemas.openxmlformats.org/drawingml/2006/main"/>
        </p:blipFill>
        <p:spPr>
          <a:xfrm xmlns:a="http://schemas.openxmlformats.org/drawingml/2006/main">
            <a:off x="5086350" y="2054994"/>
            <a:ext cx="6419850" cy="317663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96EED6-6330-4F4F-8B55-D7723279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Periksa posisi tulangan atas, bawah,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dan bagian terkait terhadap detail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sumber.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67B5A8-7031-4952-9E2C-2FB1EDF4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Balok terpilih dan hasil Rebar Layout.</a:t>
            </a:r>
          </a:p>
        </p:txBody>
      </p:sp>
    </p:spTree>
    <p:extLst>
      <p:ext uri="{BB962C8B-B14F-4D97-AF65-F5344CB8AC3E}">
        <p14:creationId xmlns:p14="http://schemas.microsoft.com/office/powerpoint/2010/main" val="678066191"/>
      </p:ext>
    </p:extLst>
  </p:cSld>
</p:sld>
</file>

<file path=ppt/slides/slide28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A1C281-A83F-482B-8138-E7AC4048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127C84-7830-4237-A6EB-8F1F78D3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4F44FD-D44F-4147-B204-E214F4C8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AEC2DE4-A5E5-4865-8A8E-CCB88A49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Koreksi ketidaksesuaian data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ec2c7e84d3480a"/>
          <a:stretch xmlns:a="http://schemas.openxmlformats.org/drawingml/2006/main"/>
        </p:blipFill>
        <p:spPr>
          <a:xfrm xmlns:a="http://schemas.openxmlformats.org/drawingml/2006/main">
            <a:off x="5086350" y="2054994"/>
            <a:ext cx="6419850" cy="317663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C316CE-B21F-472A-8FED-8A321C46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Perbarui hanya data yang dapat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ditelusuri ke schedule atau detail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struktur.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64A332-257C-4890-B3EA-0C179EF0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Balok terpilih dan hasil Rebar Layout.</a:t>
            </a:r>
          </a:p>
        </p:txBody>
      </p:sp>
    </p:spTree>
    <p:extLst>
      <p:ext uri="{BB962C8B-B14F-4D97-AF65-F5344CB8AC3E}">
        <p14:creationId xmlns:p14="http://schemas.microsoft.com/office/powerpoint/2010/main" val="1611025541"/>
      </p:ext>
    </p:extLst>
  </p:cSld>
</p:sld>
</file>

<file path=ppt/slides/slide28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BF33D0-3C56-460D-909F-6DB54097B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4D88C8-C3A0-4EC6-A52D-F9F72C37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AD0BCC-33F7-4DAE-818C-80DE4DD9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B55A7B3-D158-4072-81CE-3A4D1111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Validasi hasil akhir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56074e6bac4253"/>
          <a:stretch xmlns:a="http://schemas.openxmlformats.org/drawingml/2006/main"/>
        </p:blipFill>
        <p:spPr>
          <a:xfrm xmlns:a="http://schemas.openxmlformats.org/drawingml/2006/main">
            <a:off x="5520439" y="1809750"/>
            <a:ext cx="5551672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292ABF-582F-47DA-B04A-BDFB6FDC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support dan rentang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tulangan tetap konsisten setelah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koreksi.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04C7CB-50AC-472E-A987-5B7C2F92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Hubungan support balok dan rentang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reinforcement.</a:t>
            </a:r>
          </a:p>
        </p:txBody>
      </p:sp>
    </p:spTree>
    <p:extLst>
      <p:ext uri="{BB962C8B-B14F-4D97-AF65-F5344CB8AC3E}">
        <p14:creationId xmlns:p14="http://schemas.microsoft.com/office/powerpoint/2010/main" val="2005207934"/>
      </p:ext>
    </p:extLst>
  </p:cSld>
</p:sld>
</file>

<file path=ppt/slides/slide28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D212A7-22EE-4264-8653-DE6E1E59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5C39DD-04DC-4DDF-AA47-CD617FA5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93F0C2-F995-4E33-95F1-7A4C7760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2725643-A105-4AF9-B6BE-BC19D7A6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Memeriksa Support dan Susunan Tulangan Balok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C00974-2A9C-4609-A5C2-AFA0446DC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B0DC26-92B7-43E6-B6F1-CEB98EB1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telah dicocokkan dengan dokumen sumber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437B6B-D877-47E6-8230-8124F149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dan cakupan elemen telah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F99260-F7A8-4246-86CF-C2E27704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digunakan pada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843424587"/>
      </p:ext>
    </p:extLst>
  </p:cSld>
</p:sld>
</file>

<file path=ppt/slides/slide28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485E8A-6AAE-4416-904F-9CB314E6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23EA47-9CF3-4653-BEC5-224AEFA7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7E82EC-E221-43B8-A519-5879872D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0B1FFCF-6ADE-451F-AE47-26B4C288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Mendefinisikan dan Menyusun Tulangan Utama Pelat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2C3DD7-182B-4A46-B3C4-54AC5BCB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Menetapkan tulangan utama pelat dan menyesuaikan area penempatannya.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B94372-43B4-461E-9B84-983B3C62C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E655E7-90D4-4E95-A0CC-A9744DBD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Pilih pelat dan arah tulangan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84B594-B5E2-43DF-B875-A685A83C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Definisikan tulangan utama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3A9F0C-F013-4D4A-A9E9-931442F1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Tentukan area penempatan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B97B96-3938-4484-92AB-986B67D10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Sesuaikan susunan batang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9A8755-FC05-4961-B4BB-C7143423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Periksa hasil pada pelat</a:t>
            </a:r>
          </a:p>
        </p:txBody>
      </p:sp>
    </p:spTree>
    <p:extLst>
      <p:ext uri="{BB962C8B-B14F-4D97-AF65-F5344CB8AC3E}">
        <p14:creationId xmlns:p14="http://schemas.microsoft.com/office/powerpoint/2010/main" val="1466653732"/>
      </p:ext>
    </p:extLst>
  </p:cSld>
</p:sld>
</file>

<file path=ppt/slides/slide29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C8CF3C-2F1A-4175-A1B8-5A4B0980E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2689BC-0300-4490-B119-881C835A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E4BFD7-056D-4983-BCFC-4DAC4AF6D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DE8AC33-7413-488E-BC77-3FFF3164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pelat dan arah tulangan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537a8d74b04349"/>
          <a:stretch xmlns:a="http://schemas.openxmlformats.org/drawingml/2006/main"/>
        </p:blipFill>
        <p:spPr>
          <a:xfrm xmlns:a="http://schemas.openxmlformats.org/drawingml/2006/main">
            <a:off x="5086350" y="2095791"/>
            <a:ext cx="6419850" cy="309504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F2E0B5-C35E-4348-97C7-252DAB191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area pelat serta arah kerja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mengacu pada gambar struktur.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50095D-1FC3-4B18-ADFB-A9CDBCDF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Element List Slab Main Bar dan denah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reinforcement.</a:t>
            </a:r>
          </a:p>
        </p:txBody>
      </p:sp>
    </p:spTree>
    <p:extLst>
      <p:ext uri="{BB962C8B-B14F-4D97-AF65-F5344CB8AC3E}">
        <p14:creationId xmlns:p14="http://schemas.microsoft.com/office/powerpoint/2010/main" val="362783969"/>
      </p:ext>
    </p:extLst>
  </p:cSld>
</p:sld>
</file>

<file path=ppt/slides/slide29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56AFB6-51E0-4620-93C0-E4B8DE11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EDAE9A-C212-4E62-A04B-CFBCE3D2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8AD9DD-9443-4908-B8B1-BC4ECFAA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5663466-BA4B-43F3-9981-3A9BFB95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Definisikan tulangan utama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ffed94c3d84f8a"/>
          <a:stretch xmlns:a="http://schemas.openxmlformats.org/drawingml/2006/main"/>
        </p:blipFill>
        <p:spPr>
          <a:xfrm xmlns:a="http://schemas.openxmlformats.org/drawingml/2006/main">
            <a:off x="5086350" y="2028863"/>
            <a:ext cx="6419850" cy="322889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2919B9-EF83-445C-8F8F-7E7C2923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Masukkan diameter dan spacing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sesuai detail tanpa membuat nilai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perkiraan.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109DC4-149D-443C-BD2B-2CEA94A4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Attribute Editor slab dan label D10-200.</a:t>
            </a:r>
          </a:p>
        </p:txBody>
      </p:sp>
    </p:spTree>
    <p:extLst>
      <p:ext uri="{BB962C8B-B14F-4D97-AF65-F5344CB8AC3E}">
        <p14:creationId xmlns:p14="http://schemas.microsoft.com/office/powerpoint/2010/main" val="1322834967"/>
      </p:ext>
    </p:extLst>
  </p:cSld>
</p:sld>
</file>

<file path=ppt/slides/slide29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C13D04-1F40-43FF-A7C3-637E2FD5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D30723-2A4D-41FC-A08F-D109EC23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F71848-6D2D-41A8-AFF8-75ED0738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FBC7EDD-6F2D-4893-B213-6DAAA3FF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Tentukan area penempatan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7c7ba6618e4ad9"/>
          <a:stretch xmlns:a="http://schemas.openxmlformats.org/drawingml/2006/main"/>
        </p:blipFill>
        <p:spPr>
          <a:xfrm xmlns:a="http://schemas.openxmlformats.org/drawingml/2006/main">
            <a:off x="5086350" y="1980358"/>
            <a:ext cx="6419850" cy="332590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7D7E02-B1F5-4059-A513-7E8EC03F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Atur batas susunan agar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 diterapkan pada area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pelat yang dimaksud.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996E47-3593-4988-B647-72B77FB4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Kontrol tulangan utama dan area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penempatannya.</a:t>
            </a:r>
          </a:p>
        </p:txBody>
      </p:sp>
    </p:spTree>
    <p:extLst>
      <p:ext uri="{BB962C8B-B14F-4D97-AF65-F5344CB8AC3E}">
        <p14:creationId xmlns:p14="http://schemas.microsoft.com/office/powerpoint/2010/main" val="1302974509"/>
      </p:ext>
    </p:extLst>
  </p:cSld>
</p:sld>
</file>

<file path=ppt/slides/slide29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D8997B-154C-4F2F-9D02-FBE51990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58F523-414F-406E-91AD-C33E583F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B666DC-F9C4-47DB-939E-1C8CBA8A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C4669AB-A5B4-440C-8921-664DB75B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Sesuaikan susunan batang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dd31023c0d43a1"/>
          <a:stretch xmlns:a="http://schemas.openxmlformats.org/drawingml/2006/main"/>
        </p:blipFill>
        <p:spPr>
          <a:xfrm xmlns:a="http://schemas.openxmlformats.org/drawingml/2006/main">
            <a:off x="5086350" y="1929848"/>
            <a:ext cx="6419850" cy="342692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56D815-6B8D-4DD3-900C-6756EF87F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kontrol penyusunan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didokumentasikan untuk mengikuti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kondisi tepi dan bentang.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6D3827-4DF5-4739-A0B7-C06AB96B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Parametric Arrangement dengan pilihan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tipe raft.</a:t>
            </a:r>
          </a:p>
        </p:txBody>
      </p:sp>
    </p:spTree>
    <p:extLst>
      <p:ext uri="{BB962C8B-B14F-4D97-AF65-F5344CB8AC3E}">
        <p14:creationId xmlns:p14="http://schemas.microsoft.com/office/powerpoint/2010/main" val="1617023173"/>
      </p:ext>
    </p:extLst>
  </p:cSld>
</p:sld>
</file>

<file path=ppt/slides/slide29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C8B769-5623-4861-BE06-3A14F44E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B9771E-473D-45D9-A7AF-AE64FF5D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F61A4E-1ADE-40C3-AEF3-54A0D1C8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529C0CA-8F8A-48CA-9F67-9238710DC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Periksa hasil pada pelat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3627c7fc0e476d"/>
          <a:stretch xmlns:a="http://schemas.openxmlformats.org/drawingml/2006/main"/>
        </p:blipFill>
        <p:spPr>
          <a:xfrm xmlns:a="http://schemas.openxmlformats.org/drawingml/2006/main">
            <a:off x="5288638" y="1809750"/>
            <a:ext cx="601527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F7BF5E-F8DA-4A7F-A88D-34945253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Bandingkan arah, spacing, dan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cakupan dengan gambar sumber.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EBDF62-289B-42D6-A48E-106256F3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Hasil susunan tulangan pada denah pelat.</a:t>
            </a:r>
          </a:p>
        </p:txBody>
      </p:sp>
    </p:spTree>
    <p:extLst>
      <p:ext uri="{BB962C8B-B14F-4D97-AF65-F5344CB8AC3E}">
        <p14:creationId xmlns:p14="http://schemas.microsoft.com/office/powerpoint/2010/main" val="1241362887"/>
      </p:ext>
    </p:extLst>
  </p:cSld>
</p:sld>
</file>

<file path=ppt/slides/slide29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A89E70-AF30-41E3-BDBF-6B19E7ED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51660B-99DC-4A15-AEEC-CE2D209A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FFB75F-A0C4-40B4-B816-9C77AE20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2384714-177C-4C22-AA95-FCE386AD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Mendefinisikan dan Menyusun Tulangan Utama Pelat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A08A0E-B1E5-4598-8ECC-D45EE775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F47C10-7C90-4D77-A856-F3C54CFA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telah dicocokkan dengan dokumen sumber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A2FFD4-6093-4613-8B38-4BEBF4E1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dan cakupan elemen telah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C4CEE6-E80F-4A8A-B806-6221460A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digunakan pada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578446318"/>
      </p:ext>
    </p:extLst>
  </p:cSld>
</p:sld>
</file>

<file path=ppt/slides/slide29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5C654B-04DA-410E-9E83-5579DA61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BE7303-9A8C-4900-96DD-F9F0CD66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DBCCCD-961B-4D40-B046-59E09BFC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4AC1FB4-4E77-44CA-83C1-3E85D191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Menyusun Tulangan Tumpuan Pelat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BA4D40-EEE7-4238-B9FB-C37BD8EA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Menempatkan tulangan tumpuan pada garis dan rentang yang sesuai.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4803E7-544B-4504-A705-1117F41D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121045-25B8-47B1-8653-A2F03F90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Tentukan garis tumpuan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770F2F-FEDC-4F02-91A0-5D0E118B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Masukkan data tulangan tumpuan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625DE9-6360-4733-9C3E-65208531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Atur cakupan penempatan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D6D851-4B84-43E3-BA12-3CE40191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Periksa hubungan dengan tulangan utama</a:t>
            </a:r>
          </a:p>
        </p:txBody>
      </p:sp>
    </p:spTree>
    <p:extLst>
      <p:ext uri="{BB962C8B-B14F-4D97-AF65-F5344CB8AC3E}">
        <p14:creationId xmlns:p14="http://schemas.microsoft.com/office/powerpoint/2010/main" val="1290042549"/>
      </p:ext>
    </p:extLst>
  </p:cSld>
</p:sld>
</file>

<file path=ppt/slides/slide29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4C8692-BA03-4EFE-9695-03375477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D9A9D2-D555-4472-8A3D-9385B621D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772CD0-0085-496D-9DEA-AA401430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FFB8A55-3CA5-4800-B2B7-73494121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Tentukan garis tumpuan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0dace51456492c"/>
          <a:stretch xmlns:a="http://schemas.openxmlformats.org/drawingml/2006/main"/>
        </p:blipFill>
        <p:spPr>
          <a:xfrm xmlns:a="http://schemas.openxmlformats.org/drawingml/2006/main">
            <a:off x="5086350" y="1978657"/>
            <a:ext cx="6419850" cy="33293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A98533-E083-42F9-8F89-D14A68FC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Pilih support yang sesuai dengan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detail tulangan negatif atau tumpuan.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F1B8EC-5BB4-414F-87E4-7E5D784EC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Kontrol tulangan tumpuan dan garis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support.</a:t>
            </a:r>
          </a:p>
        </p:txBody>
      </p:sp>
    </p:spTree>
    <p:extLst>
      <p:ext uri="{BB962C8B-B14F-4D97-AF65-F5344CB8AC3E}">
        <p14:creationId xmlns:p14="http://schemas.microsoft.com/office/powerpoint/2010/main" val="885672012"/>
      </p:ext>
    </p:extLst>
  </p:cSld>
</p:sld>
</file>

<file path=ppt/slides/slide29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5F0ECA-74FE-407B-9AC5-6E34E2B2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0C6154-9E57-4449-9CF9-D9C4D63C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C1B79E-0E2E-4E72-9925-8566D593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CF16011-4DD8-4934-A833-C7302508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Masukkan data tulangan tumpuan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1a6daf5752492d"/>
          <a:stretch xmlns:a="http://schemas.openxmlformats.org/drawingml/2006/main"/>
        </p:blipFill>
        <p:spPr>
          <a:xfrm xmlns:a="http://schemas.openxmlformats.org/drawingml/2006/main">
            <a:off x="5086350" y="1978657"/>
            <a:ext cx="6419850" cy="33293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1B5AA4-F72D-41CC-9029-E44BF285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diameter, spacing, dan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rentang yang tercantum pada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dokumen sumber.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2F387B-EFD4-4F2D-B0A7-BE31E351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Kontrol tulangan tumpuan dan garis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support.</a:t>
            </a:r>
          </a:p>
        </p:txBody>
      </p:sp>
    </p:spTree>
    <p:extLst>
      <p:ext uri="{BB962C8B-B14F-4D97-AF65-F5344CB8AC3E}">
        <p14:creationId xmlns:p14="http://schemas.microsoft.com/office/powerpoint/2010/main" val="29623027"/>
      </p:ext>
    </p:extLst>
  </p:cSld>
</p:sld>
</file>

<file path=ppt/slides/slide29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D32E7C-E6AD-4E15-A01E-65FF2051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37C32A-9269-4A67-99CD-FD6022A6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84890D-5E41-426B-B5C4-0E809FC3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4E449BE-32F9-423B-B0F4-B49A91EB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Atur cakupan penempatan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2bf5fdbc264151"/>
          <a:stretch xmlns:a="http://schemas.openxmlformats.org/drawingml/2006/main"/>
        </p:blipFill>
        <p:spPr>
          <a:xfrm xmlns:a="http://schemas.openxmlformats.org/drawingml/2006/main">
            <a:off x="5086350" y="1929848"/>
            <a:ext cx="6419850" cy="342692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C2DDB3-0C6E-4E9F-B331-6F07CCF7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panjang dan sisi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penempatan mengikuti kondisi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tumpuan.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F29449-47E4-46B5-9C9F-0C7920C9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Hasil tulangan tumpuan dengan spacing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dan rentang.</a:t>
            </a:r>
          </a:p>
        </p:txBody>
      </p:sp>
    </p:spTree>
    <p:extLst>
      <p:ext uri="{BB962C8B-B14F-4D97-AF65-F5344CB8AC3E}">
        <p14:creationId xmlns:p14="http://schemas.microsoft.com/office/powerpoint/2010/main" val="798565428"/>
      </p:ext>
    </p:extLst>
  </p:cSld>
</p:sld>
</file>

<file path=ppt/slides/slide30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99C751-6BCE-43E9-836D-02EB2CCB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0CAB50-1DA6-44EE-8452-C044F180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C31132-A4BB-4963-827B-626E1CEE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BAA4749-EBB5-4103-87F3-493C2826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Periksa hubungan dengan tulangan utama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15ee6aff9d466d"/>
          <a:stretch xmlns:a="http://schemas.openxmlformats.org/drawingml/2006/main"/>
        </p:blipFill>
        <p:spPr>
          <a:xfrm xmlns:a="http://schemas.openxmlformats.org/drawingml/2006/main">
            <a:off x="5086350" y="1929848"/>
            <a:ext cx="6419850" cy="342692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87F9ED-46D7-4B47-8E92-C0E10B3E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Tinjau apakah susunan tumpuan dan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tulangan utama mencakup area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semestinya.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AC6CDB-1AD1-4978-98AA-F819B692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Hasil tulangan tumpuan dengan spacing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dan rentang.</a:t>
            </a:r>
          </a:p>
        </p:txBody>
      </p:sp>
    </p:spTree>
    <p:extLst>
      <p:ext uri="{BB962C8B-B14F-4D97-AF65-F5344CB8AC3E}">
        <p14:creationId xmlns:p14="http://schemas.microsoft.com/office/powerpoint/2010/main" val="1667830681"/>
      </p:ext>
    </p:extLst>
  </p:cSld>
</p:sld>
</file>

<file path=ppt/slides/slide30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761F08-95F0-4FCE-B15D-929BA4BA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367837-9401-463F-8D03-0AABE9BD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5CB62C-F637-4336-A095-A5C5B0CE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B23C297-76D9-4D39-9D83-7902DB8F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Menyusun Tulangan Tumpuan Pelat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E702A1-B990-491D-8E68-A0E0C8D4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9AEBCE-CDA1-42D8-8D69-B310F45F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telah dicocokkan dengan dokumen sumber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3AB3B9-06C6-4189-B7B7-9002C237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dan cakupan elemen telah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8717BD-A1C8-41E9-8037-406D6D19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digunakan pada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510053421"/>
      </p:ext>
    </p:extLst>
  </p:cSld>
</p:sld>
</file>

<file path=ppt/slides/slide30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A4C0D8-A8BA-43D4-BBBB-99CF698B8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83F31C-D404-42C9-8D99-A5FEED7C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3452F3-C5EF-4C0C-8427-21E05278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F752464-41F9-4737-9A2D-7791963D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Mendefinisikan Tulangan Dinding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3029E7-C9E4-40A9-BFDA-56C2B3A34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Menerapkan tulangan dinding sesuai arah, lapisan, dan area model.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9E00BB-FFE4-4185-8E98-7E2DF805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1A3EFD-A5AC-412F-924D-A682F9CA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Pilih dinding yang benar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557D83-BA67-4CCC-8179-1869F6292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Definisikan tulangan vertikal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9B668-AF70-4A1C-90A3-85E654241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Definisikan tulangan horizontal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D69C1C-7D28-4F69-8711-9BB684868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Tinjau area dan lapisan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859171-7748-491A-A339-355E1C91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Periksa hasil dinding</a:t>
            </a:r>
          </a:p>
        </p:txBody>
      </p:sp>
    </p:spTree>
    <p:extLst>
      <p:ext uri="{BB962C8B-B14F-4D97-AF65-F5344CB8AC3E}">
        <p14:creationId xmlns:p14="http://schemas.microsoft.com/office/powerpoint/2010/main" val="875326234"/>
      </p:ext>
    </p:extLst>
  </p:cSld>
</p:sld>
</file>

<file path=ppt/slides/slide30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9B0DE8-CB50-4D49-9B7B-19E0D503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83FEB9-2E5C-462C-908F-DD3A28FE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3B5789-E22C-400B-8ADE-A7AE6C277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A66D985-3582-4F7F-AA7F-9325F66A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dinding yang benar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36b99d3b844f61"/>
          <a:stretch xmlns:a="http://schemas.openxmlformats.org/drawingml/2006/main"/>
        </p:blipFill>
        <p:spPr>
          <a:xfrm xmlns:a="http://schemas.openxmlformats.org/drawingml/2006/main">
            <a:off x="5086350" y="1989920"/>
            <a:ext cx="6419850" cy="330678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C34ECF-E9F5-4918-B297-921612D7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Periksa tipe, lantai, dan rentang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dinding sebelum memasukkan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5A4293-98AD-4447-9D99-C34779A8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RC Wall pada Element List dan detail shear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wall.</a:t>
            </a:r>
          </a:p>
        </p:txBody>
      </p:sp>
    </p:spTree>
    <p:extLst>
      <p:ext uri="{BB962C8B-B14F-4D97-AF65-F5344CB8AC3E}">
        <p14:creationId xmlns:p14="http://schemas.microsoft.com/office/powerpoint/2010/main" val="797407618"/>
      </p:ext>
    </p:extLst>
  </p:cSld>
</p:sld>
</file>

<file path=ppt/slides/slide30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26B41F-8A7B-4296-856B-337BF3C0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D6E194-8A82-4D3D-AF9F-2A85080C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DD11B8-068F-4EE6-BDA5-63EF9AC9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57C79CB-9203-411A-87ED-A34819FE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Definisikan tulangan vertikal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ff04bfd3dc4ff5"/>
          <a:stretch xmlns:a="http://schemas.openxmlformats.org/drawingml/2006/main"/>
        </p:blipFill>
        <p:spPr>
          <a:xfrm xmlns:a="http://schemas.openxmlformats.org/drawingml/2006/main">
            <a:off x="5406466" y="1809750"/>
            <a:ext cx="5779619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25B4E2-F142-479F-AA4B-EB4A9300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Masukkan data vertikal dari detail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dinding yang berlaku.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14F9D2-5800-4564-A269-8FA9780B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Attribute Editor RC Wall dengan vertical,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horizontal, hooks, dan cover.</a:t>
            </a:r>
          </a:p>
        </p:txBody>
      </p:sp>
    </p:spTree>
    <p:extLst>
      <p:ext uri="{BB962C8B-B14F-4D97-AF65-F5344CB8AC3E}">
        <p14:creationId xmlns:p14="http://schemas.microsoft.com/office/powerpoint/2010/main" val="102170683"/>
      </p:ext>
    </p:extLst>
  </p:cSld>
</p:sld>
</file>

<file path=ppt/slides/slide30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9BB68D-6280-45AA-B1F1-381BB691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843345-64B1-4178-A74C-8BCCBA5D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54A28B-7251-456F-B3AD-6524B98C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9D7B07B-0A45-4311-B4B0-5652467C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Definisikan tulangan horizontal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7f9a7c7c94490e"/>
          <a:stretch xmlns:a="http://schemas.openxmlformats.org/drawingml/2006/main"/>
        </p:blipFill>
        <p:spPr>
          <a:xfrm xmlns:a="http://schemas.openxmlformats.org/drawingml/2006/main">
            <a:off x="5406466" y="1809750"/>
            <a:ext cx="5779619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E07789-3FA2-4032-861A-F8971B512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data horizontal untuk arah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dan lapisan yang ditentukan gambar.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97B989-60FA-45BD-B134-4A3D2D81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Attribute Editor RC Wall dengan vertical,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horizontal, hooks, dan cover.</a:t>
            </a:r>
          </a:p>
        </p:txBody>
      </p:sp>
    </p:spTree>
    <p:extLst>
      <p:ext uri="{BB962C8B-B14F-4D97-AF65-F5344CB8AC3E}">
        <p14:creationId xmlns:p14="http://schemas.microsoft.com/office/powerpoint/2010/main" val="1218543041"/>
      </p:ext>
    </p:extLst>
  </p:cSld>
</p:sld>
</file>

<file path=ppt/slides/slide30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3427F2-FBD9-4289-B951-94AF4CF8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D7137F-4DD3-497F-ABC6-76068038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56F631-8F03-4C13-B29A-942CC326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DFB19F1-64E1-4AE9-BCBA-1C514783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Tinjau area dan lapisan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3f640d6fd84d33"/>
          <a:stretch xmlns:a="http://schemas.openxmlformats.org/drawingml/2006/main"/>
        </p:blipFill>
        <p:spPr>
          <a:xfrm xmlns:a="http://schemas.openxmlformats.org/drawingml/2006/main">
            <a:off x="5086350" y="2111141"/>
            <a:ext cx="6419850" cy="306434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4C48D6-EA6A-4DBB-A865-90775009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reinforcement berada pada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sisi dan cakupan dinding yang benar.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2F6172-2ACA-4D4B-AB64-A269616B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Detail shear wall dengan segmen dinding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disorot.</a:t>
            </a:r>
          </a:p>
        </p:txBody>
      </p:sp>
    </p:spTree>
    <p:extLst>
      <p:ext uri="{BB962C8B-B14F-4D97-AF65-F5344CB8AC3E}">
        <p14:creationId xmlns:p14="http://schemas.microsoft.com/office/powerpoint/2010/main" val="786929344"/>
      </p:ext>
    </p:extLst>
  </p:cSld>
</p:sld>
</file>

<file path=ppt/slides/slide30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71A194-695C-4736-A41B-E31B34FF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7766A6-D66A-4A74-A422-A089B95E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F87AA6-810B-4169-A325-5195222E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70C6F38-F042-4648-B256-2D187A18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Periksa hasil dinding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be25bc1a744d9a"/>
          <a:stretch xmlns:a="http://schemas.openxmlformats.org/drawingml/2006/main"/>
        </p:blipFill>
        <p:spPr>
          <a:xfrm xmlns:a="http://schemas.openxmlformats.org/drawingml/2006/main">
            <a:off x="5086350" y="2032724"/>
            <a:ext cx="6419850" cy="322117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D55DCD-C235-4D6C-A34B-FBF5A39B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Bandingkan susunan akhir dengan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detail sumber sebelum melanjutkan.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C84E16-ADB0-4917-AFB9-3D5262685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Calculation Rules untuk ujung dinding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dengan kolom.</a:t>
            </a:r>
          </a:p>
        </p:txBody>
      </p:sp>
    </p:spTree>
    <p:extLst>
      <p:ext uri="{BB962C8B-B14F-4D97-AF65-F5344CB8AC3E}">
        <p14:creationId xmlns:p14="http://schemas.microsoft.com/office/powerpoint/2010/main" val="1013955763"/>
      </p:ext>
    </p:extLst>
  </p:cSld>
</p:sld>
</file>

<file path=ppt/slides/slide30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9F9E9C-C285-4205-89AF-FA39C99F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2B8A59-5264-4CE1-B6FF-8F1848740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5FFCD4-40B7-4438-83AE-FCB8D6AD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1E46FB2-CE7C-464F-A19E-2A490258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Mendefinisikan Tulangan Dinding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ED2E25-3391-4963-9686-FC1980CA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70E30B-3EB1-4175-B5D0-FC7BACE7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telah dicocokkan dengan dokumen sumber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FBEC48-EB29-4622-816A-1CE3AA1D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dan cakupan elemen telah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EADD05-79C4-4522-9396-98C84341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digunakan pada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311355832"/>
      </p:ext>
    </p:extLst>
  </p:cSld>
</p:sld>
</file>

<file path=ppt/slides/slide31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04A287-C037-4C12-98EC-70516EAE0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694E43-8129-40ED-A417-BAC7A369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F3020A-FE9B-4E52-A325-BFB68CD5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CAF0291-E6A1-440F-8E4E-A9C976F3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Menghitung Berdasarkan Lantai atau Elemen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D4DD8F-C1D0-4335-9350-2DBEAB34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Menjalankan perhitungan dengan cakupan lantai atau elemen yang sesuai.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3C23D6-4901-4F2A-BA39-DF387B27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364CF1-3E59-4370-8AAF-D9D850F8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Tentukan cakupan perhitungan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2539BF-13F9-43A2-8EDB-02C72F6ED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Pilih lantai atau elemen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488799-1F3F-4D60-B373-8C82D6CC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Jalankan perhitungan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191C3F-077A-408B-952E-C8B3A370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Konfirmasi hasil diperbarui</a:t>
            </a:r>
          </a:p>
        </p:txBody>
      </p:sp>
    </p:spTree>
    <p:extLst>
      <p:ext uri="{BB962C8B-B14F-4D97-AF65-F5344CB8AC3E}">
        <p14:creationId xmlns:p14="http://schemas.microsoft.com/office/powerpoint/2010/main" val="233988689"/>
      </p:ext>
    </p:extLst>
  </p:cSld>
</p:sld>
</file>

<file path=ppt/slides/slide31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DB2700-D0A0-417D-8D01-FC0D047C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70B038-9964-4BC0-9B32-8663F45D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004A0C-5FA1-4BF8-B204-14E6E28F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5893CE0-64EE-4C78-AFFC-2CBF2A16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Tentukan cakupan perhitungan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1fc4958f9f45ee"/>
          <a:stretch xmlns:a="http://schemas.openxmlformats.org/drawingml/2006/main"/>
        </p:blipFill>
        <p:spPr>
          <a:xfrm xmlns:a="http://schemas.openxmlformats.org/drawingml/2006/main">
            <a:off x="5466496" y="1809750"/>
            <a:ext cx="5659559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EA5DC0-7CA6-4C0D-8F50-C5A24B12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Pilih lantai untuk cakupan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menyeluruh atau elemen untuk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pemeriksaan terfokus.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830906-A29F-48AC-B795-B3F116FE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Menu Quantity dengan Calculate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Calculate Selected Entity.</a:t>
            </a:r>
          </a:p>
        </p:txBody>
      </p:sp>
    </p:spTree>
    <p:extLst>
      <p:ext uri="{BB962C8B-B14F-4D97-AF65-F5344CB8AC3E}">
        <p14:creationId xmlns:p14="http://schemas.microsoft.com/office/powerpoint/2010/main" val="715176600"/>
      </p:ext>
    </p:extLst>
  </p:cSld>
</p:sld>
</file>

<file path=ppt/slides/slide31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56DA5A-0D49-46F2-A5F6-72A33A2B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339012-5A21-44FB-A91C-94653A8A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CDC4B5-5DAF-4F0B-AD56-2CAFC81D4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48D03D3-4111-4C17-AEA2-BDBB9963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lantai atau elemen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e7166f8b6744ca"/>
          <a:stretch xmlns:a="http://schemas.openxmlformats.org/drawingml/2006/main"/>
        </p:blipFill>
        <p:spPr>
          <a:xfrm xmlns:a="http://schemas.openxmlformats.org/drawingml/2006/main">
            <a:off x="5466496" y="1809750"/>
            <a:ext cx="5659559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F4FFBB-0452-4395-B032-A6CF6ECB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pilihan mencakup semua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reinforcement yang perlu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diperbarui.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DE685D-E808-4282-A0D5-8EB778D3C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Menu Quantity dengan Calculate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Calculate Selected Entity.</a:t>
            </a:r>
          </a:p>
        </p:txBody>
      </p:sp>
    </p:spTree>
    <p:extLst>
      <p:ext uri="{BB962C8B-B14F-4D97-AF65-F5344CB8AC3E}">
        <p14:creationId xmlns:p14="http://schemas.microsoft.com/office/powerpoint/2010/main" val="182537819"/>
      </p:ext>
    </p:extLst>
  </p:cSld>
</p:sld>
</file>

<file path=ppt/slides/slide31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58FDEC-6873-4A3C-977D-E27DE9C5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66B964-4E0D-4E80-B8D3-D335B21E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AB1C60-F02F-41F7-8403-4A72518B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899B48E-A57A-4EC5-BFA4-899FE20A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Jalankan perhitungan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da618aab7d4000"/>
          <a:stretch xmlns:a="http://schemas.openxmlformats.org/drawingml/2006/main"/>
        </p:blipFill>
        <p:spPr>
          <a:xfrm xmlns:a="http://schemas.openxmlformats.org/drawingml/2006/main">
            <a:off x="5466496" y="1809750"/>
            <a:ext cx="5659559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0B2457-E9AD-4E86-84C7-06C0D2CD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Mulai proses setelah cakupan dan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data model diperiksa.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13FC68-D7EC-4D7F-907C-799BE51F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Menu Quantity dengan Calculate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Calculate Selected Entity.</a:t>
            </a:r>
          </a:p>
        </p:txBody>
      </p:sp>
    </p:spTree>
    <p:extLst>
      <p:ext uri="{BB962C8B-B14F-4D97-AF65-F5344CB8AC3E}">
        <p14:creationId xmlns:p14="http://schemas.microsoft.com/office/powerpoint/2010/main" val="1544896759"/>
      </p:ext>
    </p:extLst>
  </p:cSld>
</p:sld>
</file>

<file path=ppt/slides/slide31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139BA1-850A-4938-8B02-03E838D2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0B39EA-09D1-4661-A6EE-F301A7E9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8AFC77-19BE-472B-B768-D10993E2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EB2DC37-B4B5-4989-BC5A-2F363EC2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Konfirmasi hasil diperbarui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4b97ffa45f4056"/>
          <a:stretch xmlns:a="http://schemas.openxmlformats.org/drawingml/2006/main"/>
        </p:blipFill>
        <p:spPr>
          <a:xfrm xmlns:a="http://schemas.openxmlformats.org/drawingml/2006/main">
            <a:off x="5466496" y="1809750"/>
            <a:ext cx="5659559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96264A-BCB7-4E19-A132-33388FD8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Tunggu proses selesai sebelum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membuka pemeriksaan atau laporan.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E33347-3D10-4722-908C-88DAA5B7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Menu Quantity dengan Calculate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Calculate Selected Entity.</a:t>
            </a:r>
          </a:p>
        </p:txBody>
      </p:sp>
    </p:spTree>
    <p:extLst>
      <p:ext uri="{BB962C8B-B14F-4D97-AF65-F5344CB8AC3E}">
        <p14:creationId xmlns:p14="http://schemas.microsoft.com/office/powerpoint/2010/main" val="1897799502"/>
      </p:ext>
    </p:extLst>
  </p:cSld>
</p:sld>
</file>

<file path=ppt/slides/slide31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79747F-1166-48C8-B078-D161256B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728226-E3F6-4830-BA49-DAD3A512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5DC3C7-9D65-4277-B33B-D9C3FEEC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DBB94EB-4714-4F4D-B22C-B8ADCE5F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Menghitung Berdasarkan Lantai atau Elemen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FF8D4C-72D3-4EA5-A2D3-F9B9CA42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1AE659-E4CA-41F0-9F46-D72AC53D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telah dicocokkan dengan dokumen sumber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147A91-3B92-4D0E-A078-08468D16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dan cakupan elemen telah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22013F-577C-4D45-BC19-A6996B1A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digunakan pada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360330743"/>
      </p:ext>
    </p:extLst>
  </p:cSld>
</p:sld>
</file>

<file path=ppt/slides/slide31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1D4E4A-65E2-4D01-8A80-6CF3C1D1D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854AD9-E6A1-4EB8-99C7-92C89356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CDCADD-BC82-4EB0-98BE-BA08DFA5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4AEBE6E-20A3-45DD-9158-90E699AF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Memeriksa Tulangan dengan Edit Rebar dan Rebar 3D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FEB1F8-5966-4C62-8F4D-8B7564E5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Memeriksa data dan geometri reinforcement sebelum memakai hasil kuantitas.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9C1E85-5713-4FEC-BA47-094A9E97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E62A3B-8651-43F3-AA84-0537BFF5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Pilih elemen yang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6D21CE-9C6F-4BBA-9014-FF608E4A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Buka Edit Rebar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9A36D0-FBA3-40E2-9767-7450EBF2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Tampilkan Rebar 3D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1E0A0C-F1A9-4D36-970C-15147BC2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Catat dan perbaiki temuan</a:t>
            </a:r>
          </a:p>
        </p:txBody>
      </p:sp>
    </p:spTree>
    <p:extLst>
      <p:ext uri="{BB962C8B-B14F-4D97-AF65-F5344CB8AC3E}">
        <p14:creationId xmlns:p14="http://schemas.microsoft.com/office/powerpoint/2010/main" val="2113587898"/>
      </p:ext>
    </p:extLst>
  </p:cSld>
</p:sld>
</file>

<file path=ppt/slides/slide31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2E17AA-DD95-4DE7-9A4E-A2D908C2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0006EB-2290-47D8-B275-56D17E12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C91866-7D61-4104-B35F-FF87E7A9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D246C2E-51AE-4167-9A62-98B902D6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elemen yang diperiksa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126183a9554d07"/>
          <a:stretch xmlns:a="http://schemas.openxmlformats.org/drawingml/2006/main"/>
        </p:blipFill>
        <p:spPr>
          <a:xfrm xmlns:a="http://schemas.openxmlformats.org/drawingml/2006/main">
            <a:off x="5424358" y="1809750"/>
            <a:ext cx="574383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806DCE-358C-417C-B1F2-A0912D45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sampel yang mewakili tipe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dan kondisi reinforcement penting.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ABF1EB-EE12-418B-83C9-1F481F6D6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Edit Rebar dan model tulangan dinding 3D.</a:t>
            </a:r>
          </a:p>
        </p:txBody>
      </p:sp>
    </p:spTree>
    <p:extLst>
      <p:ext uri="{BB962C8B-B14F-4D97-AF65-F5344CB8AC3E}">
        <p14:creationId xmlns:p14="http://schemas.microsoft.com/office/powerpoint/2010/main" val="21257307"/>
      </p:ext>
    </p:extLst>
  </p:cSld>
</p:sld>
</file>

<file path=ppt/slides/slide31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46CFCC-A1A6-4A2E-AD7A-9298BF35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E6D9FC-91C6-41A5-82EA-5DE80678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2E4942-CFDA-4B3B-932E-B58F763A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FFDEC30-71E2-4A71-B485-F993A8831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Buka Edit Rebar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c65b8ca5614f96"/>
          <a:stretch xmlns:a="http://schemas.openxmlformats.org/drawingml/2006/main"/>
        </p:blipFill>
        <p:spPr>
          <a:xfrm xmlns:a="http://schemas.openxmlformats.org/drawingml/2006/main">
            <a:off x="5424358" y="1809750"/>
            <a:ext cx="574383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961DC9-2FB0-4873-A55F-C24CF0EB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Tinjau data batang pada elemen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dipilih dan cocokkan dengan detail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sumber.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E42A95-6FA4-463F-A73B-827D7584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Edit Rebar dan model tulangan dinding 3D.</a:t>
            </a:r>
          </a:p>
        </p:txBody>
      </p:sp>
    </p:spTree>
    <p:extLst>
      <p:ext uri="{BB962C8B-B14F-4D97-AF65-F5344CB8AC3E}">
        <p14:creationId xmlns:p14="http://schemas.microsoft.com/office/powerpoint/2010/main" val="637675957"/>
      </p:ext>
    </p:extLst>
  </p:cSld>
</p:sld>
</file>

<file path=ppt/slides/slide31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F10690-3FEC-4DF0-A4FB-0A15E9DE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159A90-A91B-4377-87AB-9558B647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1E37C4-EFDC-4284-9A9B-23703433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524595A-FB84-4A0D-B679-8F433E30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Tampilkan Rebar 3D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f7153994d045cd"/>
          <a:stretch xmlns:a="http://schemas.openxmlformats.org/drawingml/2006/main"/>
        </p:blipFill>
        <p:spPr>
          <a:xfrm xmlns:a="http://schemas.openxmlformats.org/drawingml/2006/main">
            <a:off x="5086350" y="1944240"/>
            <a:ext cx="6419850" cy="339814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C63582-B34B-40F9-BD34-EF4894D2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tampilan tiga dimensi untuk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memeriksa posisi, arah, dan rentang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batang.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FC6AF0-2341-43FB-BC7F-80B0AC3F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Rebar Layout untuk balok, dinding,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kolom.</a:t>
            </a:r>
          </a:p>
        </p:txBody>
      </p:sp>
    </p:spTree>
    <p:extLst>
      <p:ext uri="{BB962C8B-B14F-4D97-AF65-F5344CB8AC3E}">
        <p14:creationId xmlns:p14="http://schemas.microsoft.com/office/powerpoint/2010/main" val="813845551"/>
      </p:ext>
    </p:extLst>
  </p:cSld>
</p:sld>
</file>

<file path=ppt/slides/slide32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D7D58B-98F3-49C9-9D27-C7DC86FC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E4AC9D-8494-43C6-AD76-CA53A17A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1872FC-027D-4166-9745-ADA49753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F59BFF1-2654-4E11-96BD-2E478B27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Catat dan perbaiki temuan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fed6c8e3f94a65"/>
          <a:stretch xmlns:a="http://schemas.openxmlformats.org/drawingml/2006/main"/>
        </p:blipFill>
        <p:spPr>
          <a:xfrm xmlns:a="http://schemas.openxmlformats.org/drawingml/2006/main">
            <a:off x="5086350" y="1944240"/>
            <a:ext cx="6419850" cy="339814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4F4FE7-9C50-44D4-8B19-313A3E06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Koreksi data sumber model sebelum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menghitung ulang kuantitas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terdampak.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351389-9E0C-445A-893B-02CB6EBD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Rebar Layout untuk balok, dinding,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kolom.</a:t>
            </a:r>
          </a:p>
        </p:txBody>
      </p:sp>
    </p:spTree>
    <p:extLst>
      <p:ext uri="{BB962C8B-B14F-4D97-AF65-F5344CB8AC3E}">
        <p14:creationId xmlns:p14="http://schemas.microsoft.com/office/powerpoint/2010/main" val="1395726730"/>
      </p:ext>
    </p:extLst>
  </p:cSld>
</p:sld>
</file>

<file path=ppt/slides/slide32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390820-DFFC-4D42-A6F2-5013E0BF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C686C4-127A-4AA0-B7EA-9954F7E15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2575C0-DFD2-4F71-ADCA-55D61682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B30ABC7-0B17-422F-A26E-380D95F9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Memeriksa Tulangan dengan Edit Rebar dan Rebar 3D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96B7EC-CC51-4CF5-B2AD-60FBFEE20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AD3101-ACA1-4076-9AFF-1E1C9CBD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telah dicocokkan dengan dokumen sumber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0878C9-E253-4905-BBB3-31798923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dan cakupan elemen telah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BF52AD-7D4C-43B7-A425-113E869F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digunakan pada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713307658"/>
      </p:ext>
    </p:extLst>
  </p:cSld>
</p:sld>
</file>

<file path=ppt/slides/slide32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148E76-472F-4B49-B94F-E23343BB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B3B899-05FA-4E6A-9CE9-EE46ED677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54E135-4D66-486C-A934-8E1ECE56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077BEF8-61F9-4660-B9F6-C1FD298E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Meninjau Hasil Kuantitas Tulangan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910A46-A9AC-47AF-8E26-862B8681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Menelusuri hasil reinforcement quantity pada model yang telah dihitung.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C19B23-CF02-413C-8FD0-DF82BF6B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5E31B5-D19D-4B2B-967D-8F4B3F26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Pastikan perhitungan terbaru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63D33E-0E6A-4D16-B7A6-669E819A9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Buka View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EA0119-F2F5-4A78-81C1-A5309448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Tinjau rincian hasil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FED1CB-F575-4744-A828-260BCB25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Lakukan pemeriksaan sampel</a:t>
            </a:r>
          </a:p>
        </p:txBody>
      </p:sp>
    </p:spTree>
    <p:extLst>
      <p:ext uri="{BB962C8B-B14F-4D97-AF65-F5344CB8AC3E}">
        <p14:creationId xmlns:p14="http://schemas.microsoft.com/office/powerpoint/2010/main" val="2062398366"/>
      </p:ext>
    </p:extLst>
  </p:cSld>
</p:sld>
</file>

<file path=ppt/slides/slide32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E21B01-B587-4C6C-8F6C-08AAA66A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F9A37A-4B74-4B07-AC0B-B625A728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1EEEF1-22E9-4666-891C-CA50F533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E0B683E-2F26-4523-9F12-1B5E8997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Pastikan perhitungan terbaru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e8b661bf8840a0"/>
          <a:stretch xmlns:a="http://schemas.openxmlformats.org/drawingml/2006/main"/>
        </p:blipFill>
        <p:spPr>
          <a:xfrm xmlns:a="http://schemas.openxmlformats.org/drawingml/2006/main">
            <a:off x="5086350" y="1971107"/>
            <a:ext cx="6419850" cy="33444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7546CF-09BF-44CE-AF16-362B0CAE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hasil yang diperbarui setelah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perubahan terakhir pada model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5ACEDE-279A-480D-BF31-2E626A55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View Quantity dengan rincian batang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formula.</a:t>
            </a:r>
          </a:p>
        </p:txBody>
      </p:sp>
    </p:spTree>
    <p:extLst>
      <p:ext uri="{BB962C8B-B14F-4D97-AF65-F5344CB8AC3E}">
        <p14:creationId xmlns:p14="http://schemas.microsoft.com/office/powerpoint/2010/main" val="1110164413"/>
      </p:ext>
    </p:extLst>
  </p:cSld>
</p:sld>
</file>

<file path=ppt/slides/slide32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7EA605-901B-41DA-9121-6A055617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914F98-C289-496F-9775-ED218C20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96595C-AB27-4839-AA0A-AFAAFD40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C85C978-7AC9-43CB-9D61-21B0C1B9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Buka View Quantity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a659d6d0df47dd"/>
          <a:stretch xmlns:a="http://schemas.openxmlformats.org/drawingml/2006/main"/>
        </p:blipFill>
        <p:spPr>
          <a:xfrm xmlns:a="http://schemas.openxmlformats.org/drawingml/2006/main">
            <a:off x="5086350" y="1971107"/>
            <a:ext cx="6419850" cy="33444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4B66AF-8BAD-4387-9717-284AFB56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Tampilkan hasil kuantitas untuk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 atau cakupan yang sedang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diperiksa.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5E9A7F-C4CD-45CC-9ECF-FDA768BC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View Quantity dengan rincian batang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formula.</a:t>
            </a:r>
          </a:p>
        </p:txBody>
      </p:sp>
    </p:spTree>
    <p:extLst>
      <p:ext uri="{BB962C8B-B14F-4D97-AF65-F5344CB8AC3E}">
        <p14:creationId xmlns:p14="http://schemas.microsoft.com/office/powerpoint/2010/main" val="1965600410"/>
      </p:ext>
    </p:extLst>
  </p:cSld>
</p:sld>
</file>

<file path=ppt/slides/slide32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CCFE64-59BC-480E-962B-424CE373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13E34C-D660-4C8B-A1A5-6A5EFFE2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52FED7-EAFE-4824-A10E-CF27A42E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C71D42B-B302-44B7-BB86-0802801D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Tinjau rincian hasil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edab486a8d482d"/>
          <a:stretch xmlns:a="http://schemas.openxmlformats.org/drawingml/2006/main"/>
        </p:blipFill>
        <p:spPr>
          <a:xfrm xmlns:a="http://schemas.openxmlformats.org/drawingml/2006/main">
            <a:off x="5086350" y="1971107"/>
            <a:ext cx="6419850" cy="33444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8D0AA3-5848-4D8A-8F8A-899134B6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Periksa jenis batang, nilai, dan unit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terhadap elemen model yang dipilih.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0D4F25-9F2B-4962-8FF2-8BA22697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View Quantity dengan rincian batang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formula.</a:t>
            </a:r>
          </a:p>
        </p:txBody>
      </p:sp>
    </p:spTree>
    <p:extLst>
      <p:ext uri="{BB962C8B-B14F-4D97-AF65-F5344CB8AC3E}">
        <p14:creationId xmlns:p14="http://schemas.microsoft.com/office/powerpoint/2010/main" val="308171082"/>
      </p:ext>
    </p:extLst>
  </p:cSld>
</p:sld>
</file>

<file path=ppt/slides/slide32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FC2C77-86CE-4E21-AE24-A8EAB965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30B8E2-4BBC-4491-BE4A-504919C0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C5A350-713D-45F0-9C0E-27A469C9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E945A5C-561B-43E8-877A-19DC2A72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Lakukan pemeriksaan sampel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1835533843451d"/>
          <a:stretch xmlns:a="http://schemas.openxmlformats.org/drawingml/2006/main"/>
        </p:blipFill>
        <p:spPr>
          <a:xfrm xmlns:a="http://schemas.openxmlformats.org/drawingml/2006/main">
            <a:off x="5086350" y="1971107"/>
            <a:ext cx="6419850" cy="33444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486F25-57AF-495A-90C5-47E68AA0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Bandingkan beberapa hasil dengan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data model sebelum membuat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laporan.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717F13-8D1D-4655-88DA-5E922423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View Quantity dengan rincian batang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formula.</a:t>
            </a:r>
          </a:p>
        </p:txBody>
      </p:sp>
    </p:spTree>
    <p:extLst>
      <p:ext uri="{BB962C8B-B14F-4D97-AF65-F5344CB8AC3E}">
        <p14:creationId xmlns:p14="http://schemas.microsoft.com/office/powerpoint/2010/main" val="191051992"/>
      </p:ext>
    </p:extLst>
  </p:cSld>
</p:sld>
</file>

<file path=ppt/slides/slide32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AF6CF0-02F0-4BD6-B4E9-4AA046C7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A42C44-B337-4577-9989-5006EB44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4F1EBA-2CCF-4C3D-9286-2D322DA0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35A530F-DA00-40EE-AAEC-2E70FEC9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Meninjau Hasil Kuantitas Tulangan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33B352-137E-41F1-9651-0C158A06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C9EB50-3A89-49C4-8040-7096016EC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telah dicocokkan dengan dokumen sumber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C8FB36-B64E-4DBD-9894-62D4DA85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dan cakupan elemen telah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3A6F34-0FBD-4660-94F4-DFF6F2D3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digunakan pada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878209260"/>
      </p:ext>
    </p:extLst>
  </p:cSld>
</p:sld>
</file>

<file path=ppt/slides/slide32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AABD6C-4FC8-44E6-BD2A-BE212204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C87560-5DCD-4DAA-BD3C-E2B8B217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43A1BD-BD86-4979-A339-EBDB92AA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45E6F2E-6917-474D-8FCC-BF49893E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Mengelompokkan Kuantitas dan Membuat Laporan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123BDC-F9E6-4D4B-9D8D-4CD80F2FE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Mengatur klasifikasi dan menghasilkan laporan reinforcement yang dapat ditinjau.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2D997D-7508-4644-982D-1CD78BD1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670504-1B23-4FCD-B8E0-DF4301D5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Buka Set Classification Condition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4A7659-34E1-4955-901B-8B86E5E8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Pilih kondisi klasifikasi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96CB9E-29BE-4EC5-860B-4A299A22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Terapkan pengelompokan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185236-F402-48E1-80C5-7731B8AF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Buat laporan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6CAB6F-B169-472E-8393-5D0A9E8A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Verifikasi laporan akhir</a:t>
            </a:r>
          </a:p>
        </p:txBody>
      </p:sp>
    </p:spTree>
    <p:extLst>
      <p:ext uri="{BB962C8B-B14F-4D97-AF65-F5344CB8AC3E}">
        <p14:creationId xmlns:p14="http://schemas.microsoft.com/office/powerpoint/2010/main" val="427320571"/>
      </p:ext>
    </p:extLst>
  </p:cSld>
</p:sld>
</file>

<file path=ppt/slides/slide32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C8B1B7-67BC-47E9-91B0-F6305BAC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E9002A-5421-4C0C-8841-EC243F66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6CBA3F-444B-48BD-BBCB-A36F70DB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25906F4-2066-4BCA-A12A-DF2ADCF6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Buka Set Classification Condition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466b5d14be4d6c"/>
          <a:stretch xmlns:a="http://schemas.openxmlformats.org/drawingml/2006/main"/>
        </p:blipFill>
        <p:spPr>
          <a:xfrm xmlns:a="http://schemas.openxmlformats.org/drawingml/2006/main">
            <a:off x="5086350" y="2060403"/>
            <a:ext cx="6419850" cy="316581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8F6AE3-1726-4045-BAE8-30ED8B55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perintah TRB ini untuk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menentukan struktur pengelompokan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hasil.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8C881B-347E-4204-A78B-61181E2C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View Quantity by Category dan Set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Classification Condition.</a:t>
            </a:r>
          </a:p>
        </p:txBody>
      </p:sp>
    </p:spTree>
    <p:extLst>
      <p:ext uri="{BB962C8B-B14F-4D97-AF65-F5344CB8AC3E}">
        <p14:creationId xmlns:p14="http://schemas.microsoft.com/office/powerpoint/2010/main" val="402702300"/>
      </p:ext>
    </p:extLst>
  </p:cSld>
</p:sld>
</file>

<file path=ppt/slides/slide33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DD780F-CF53-4374-881C-7C9DDAD0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614F9F-F5B7-4126-B77A-C45948CB2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E1CD68-5C47-45B1-892A-F48D8A2C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509DBCD-7D5D-400E-B090-AEF459BC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kondisi klasifikasi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6adb03f04e4bb5"/>
          <a:stretch xmlns:a="http://schemas.openxmlformats.org/drawingml/2006/main"/>
        </p:blipFill>
        <p:spPr>
          <a:xfrm xmlns:a="http://schemas.openxmlformats.org/drawingml/2006/main">
            <a:off x="5086350" y="2060403"/>
            <a:ext cx="6419850" cy="316581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DD3BE4-A0AE-4515-BEB2-58B5DC8A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Susun atribut yang diperlukan sesuai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tujuan laporan dan standar proyek.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71417C-BED2-439A-8DAB-DF768537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View Quantity by Category dan Set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Classification Condition.</a:t>
            </a:r>
          </a:p>
        </p:txBody>
      </p:sp>
    </p:spTree>
    <p:extLst>
      <p:ext uri="{BB962C8B-B14F-4D97-AF65-F5344CB8AC3E}">
        <p14:creationId xmlns:p14="http://schemas.microsoft.com/office/powerpoint/2010/main" val="758736216"/>
      </p:ext>
    </p:extLst>
  </p:cSld>
</p:sld>
</file>

<file path=ppt/slides/slide33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F517A4-D250-4DF5-B565-DDD4AD35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954BF3-10C6-4E18-86B3-D5F26BE7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589D26-D122-4035-8E0B-3195C075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C827D21-807E-4525-B447-D9DD3141A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Terapkan pengelompokan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29e09d49fa4925"/>
          <a:stretch xmlns:a="http://schemas.openxmlformats.org/drawingml/2006/main"/>
        </p:blipFill>
        <p:spPr>
          <a:xfrm xmlns:a="http://schemas.openxmlformats.org/drawingml/2006/main">
            <a:off x="5086350" y="2043948"/>
            <a:ext cx="6419850" cy="319872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09E97D-D05E-42A6-BA53-4C947E91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Periksa hierarki hasil sebelum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menghasilkan keluaran akhir.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AA6B25-70E5-4981-97EE-911DA89D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Panel Report dengan Rebar Schedule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ringkasan elemen.</a:t>
            </a:r>
          </a:p>
        </p:txBody>
      </p:sp>
    </p:spTree>
    <p:extLst>
      <p:ext uri="{BB962C8B-B14F-4D97-AF65-F5344CB8AC3E}">
        <p14:creationId xmlns:p14="http://schemas.microsoft.com/office/powerpoint/2010/main" val="145810555"/>
      </p:ext>
    </p:extLst>
  </p:cSld>
</p:sld>
</file>

<file path=ppt/slides/slide33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1C01BC-B282-4B22-BDCB-E60A98B5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BAD167-1B20-4939-B8C8-A6A2D90A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9E09A0-134B-44A1-85B2-6A9C7CFC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14BCC00-3132-46B7-A3F8-4C2C6090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Buat laporan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39563c83954b52"/>
          <a:stretch xmlns:a="http://schemas.openxmlformats.org/drawingml/2006/main"/>
        </p:blipFill>
        <p:spPr>
          <a:xfrm xmlns:a="http://schemas.openxmlformats.org/drawingml/2006/main">
            <a:off x="5086350" y="2043948"/>
            <a:ext cx="6419850" cy="319872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F56BBE-AD84-4F69-80BA-DF0E5D5C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Hasilkan laporan reinforcement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weight dengan cakupan dan unit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yang telah diperiksa.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6614EB-C151-417D-99CC-E16DA3BA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Panel Report dengan Rebar Schedule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ringkasan elemen.</a:t>
            </a:r>
          </a:p>
        </p:txBody>
      </p:sp>
    </p:spTree>
    <p:extLst>
      <p:ext uri="{BB962C8B-B14F-4D97-AF65-F5344CB8AC3E}">
        <p14:creationId xmlns:p14="http://schemas.microsoft.com/office/powerpoint/2010/main" val="1755163801"/>
      </p:ext>
    </p:extLst>
  </p:cSld>
</p:sld>
</file>

<file path=ppt/slides/slide33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A5D0DA-92D7-4736-9862-077D8727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FC03AE-6A9F-4F4B-A83A-EF4FB3C9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E1C4DE-1DAB-4A95-978F-F0074BD3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A1F4C4C-F19C-440B-A60F-D346F6B9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Verifikasi laporan akhir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0ecf2604844558"/>
          <a:stretch xmlns:a="http://schemas.openxmlformats.org/drawingml/2006/main"/>
        </p:blipFill>
        <p:spPr>
          <a:xfrm xmlns:a="http://schemas.openxmlformats.org/drawingml/2006/main">
            <a:off x="5086350" y="2043948"/>
            <a:ext cx="6419850" cy="319872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239715-9C0E-4FC1-9AF5-72C9FF7E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Periksa total, klasifikasi, unit, dan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revisi sebelum laporan digunakan.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EB9A58-9A9F-4C1E-B974-BFBA01CE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Panel Report dengan Rebar Schedule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ringkasan elemen.</a:t>
            </a:r>
          </a:p>
        </p:txBody>
      </p:sp>
    </p:spTree>
    <p:extLst>
      <p:ext uri="{BB962C8B-B14F-4D97-AF65-F5344CB8AC3E}">
        <p14:creationId xmlns:p14="http://schemas.microsoft.com/office/powerpoint/2010/main" val="1614818560"/>
      </p:ext>
    </p:extLst>
  </p:cSld>
</p:sld>
</file>

<file path=ppt/slides/slide33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A87345-9FBA-4DCC-9719-E17A9C61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9E8A72-9901-4D4E-B450-AFE193B7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FD9C53-E7D6-4BFA-929B-684A8EB1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10F35AE-07C8-4828-9930-92F596A6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Mengelompokkan Kuantitas dan Membuat Laporan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B1CF8F-41B0-4729-AC6B-BACFF5AE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E6B6BC-3B15-4E27-9EA9-8F6E03A2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telah dicocokkan dengan dokumen sumber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29B058-1764-441F-A759-C2C7B136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dan cakupan elemen telah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D976F1-01B0-42B7-927F-FB5A59DF2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digunakan pada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675014613"/>
      </p:ext>
    </p:extLst>
  </p:cSld>
</p:sld>
</file>

<file path=ppt/slides/slide56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5B7B81-D0DD-4750-BD77-65F514EB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969F80-1FAE-4DB0-B34E-1DCB1FE8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EEC414-CE6C-4306-A5D0-CD5C0025E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TECHNICAL TUTORIAL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2BA537C-C44D-4526-B163-5C23C0EB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Cubicost TAS Technical Tutorial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6AA3F0-1F4B-4D96-9643-CEFAFFC7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905500" cy="1027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From drawing setup to defensible quantities, a</a:t>
            </a:r>
          </a:p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structured field guide for building reliable TAS models</a:t>
            </a:r>
          </a:p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and reports.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35b9109e614cd3"/>
          <a:stretch xmlns:a="http://schemas.openxmlformats.org/drawingml/2006/main"/>
        </p:blipFill>
        <p:spPr>
          <a:xfrm xmlns:a="http://schemas.openxmlformats.org/drawingml/2006/main">
            <a:off x="7518441" y="1809750"/>
            <a:ext cx="3774994" cy="2143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271377"/>
      </p:ext>
    </p:extLst>
  </p:cSld>
</p:sld>
</file>

<file path=ppt/slides/slide56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C80F01-5AED-4DE8-952B-9BE6970D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3F0FCE-7399-46B3-96D7-B7D20655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0667E0-9718-45E5-BDDA-6968B2E4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LEARNING OUTCOMES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4668918-504E-403D-A87A-FD5369A0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Learning outcomes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AEEBB1-E54B-431C-A300-83DC2795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710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 practical guide from drawing preparation to quantity reporting, supported by visual examples</a:t>
            </a:r>
          </a:p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you can follow directly.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B6211B-AD2F-485A-8E11-B458D701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2334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Prepare the project correctly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9C4BED-7721-4246-A4FD-1AEADC5C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66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Configure floors, drawings, units and scale before modelling begins.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BFF98B-14C5-4458-9921-FAC70528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2286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Model elements in sequence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DB064C-B494-431B-AD5C-69095B50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664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Identify columns, beams, slabs, openings and finishes in the correct dependency order.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9350E7-4F5E-437A-B6E9-CA860BDE2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2238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Validate quantity results</a:t>
            </a:r>
          </a:p>
        </p:txBody>
      </p:sp>
    </p:spTree>
    <p:extLst>
      <p:ext uri="{BB962C8B-B14F-4D97-AF65-F5344CB8AC3E}">
        <p14:creationId xmlns:p14="http://schemas.microsoft.com/office/powerpoint/2010/main" val="1031277964"/>
      </p:ext>
    </p:extLst>
  </p:cSld>
</p:sld>
</file>

<file path=ppt/slides/slide56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F49A45-7F59-4EEA-8052-4B08D2EC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4B463C-F7D9-4D4E-AFB0-3C07F9821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B791AE-6E60-4BF5-B569-670560B5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LEARNING OUTCOMES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6CA9559-329D-4A23-83FD-922C012B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Learning outcomes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29A268-5917-4F20-A9E0-46F39837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Check deductions, measurement rules, calculations and reports before using the results.</a:t>
            </a:r>
          </a:p>
        </p:txBody>
      </p:sp>
    </p:spTree>
    <p:extLst>
      <p:ext uri="{BB962C8B-B14F-4D97-AF65-F5344CB8AC3E}">
        <p14:creationId xmlns:p14="http://schemas.microsoft.com/office/powerpoint/2010/main" val="15948500"/>
      </p:ext>
    </p:extLst>
  </p:cSld>
</p:sld>
</file>

<file path=ppt/slides/slide56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667243-48D5-4596-90CF-D44215FD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E81395-A3D1-4CCC-ACE9-8A233F5D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E861EF-55AB-42FD-A0E6-51ED4C4E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LEARNING MATERIAL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DE5175D-8DC7-4345-B4FF-3420CF20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Configure Measurement Settings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631FAC-8DD6-45A1-B8E6-61CB09E5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Review finish position and height settings without guessing ambiguous options.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7EB8A4-27D6-4D83-B3CF-08C99B6E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22CD47-ACF0-4E50-9158-45400738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Open Quantity &gt; Measurement Setting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B0E640-75CE-418C-A387-C802D5F9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Select Wall Finish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16C995-5A6E-48E3-8E92-A7C4FB23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Review finish-position settings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B2F032-53B3-4145-998B-4D7FD777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Review additional-height and Yes/No options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745F32-F459-413D-871F-C693DEDD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Check outer-finish settings</a:t>
            </a:r>
          </a:p>
        </p:txBody>
      </p:sp>
    </p:spTree>
    <p:extLst>
      <p:ext uri="{BB962C8B-B14F-4D97-AF65-F5344CB8AC3E}">
        <p14:creationId xmlns:p14="http://schemas.microsoft.com/office/powerpoint/2010/main" val="869127905"/>
      </p:ext>
    </p:extLst>
  </p:cSld>
</p:sld>
</file>

<file path=ppt/slides/slide56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85191D-8AA4-474D-A650-F45AA368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778E00-48AD-474F-B7BA-47EE9E4E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2D148E-AAC5-414E-B7C9-43805D18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803FC77-D319-4AFA-92D6-3DA72C19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Open Quantity &gt; Measurement Setting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ea1d4d4ccd42b2"/>
          <a:stretch xmlns:a="http://schemas.openxmlformats.org/drawingml/2006/main"/>
        </p:blipFill>
        <p:spPr>
          <a:xfrm xmlns:a="http://schemas.openxmlformats.org/drawingml/2006/main">
            <a:off x="5086350" y="2414216"/>
            <a:ext cx="6419850" cy="245819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D472AD-8E5B-437F-8CEB-B47C4A4B8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these settings to control how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particular quantities are measured.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B10B7A-38C2-4970-A8C3-6AA8D5C1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Element relationships and deduction rules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in the model.</a:t>
            </a:r>
          </a:p>
        </p:txBody>
      </p:sp>
    </p:spTree>
    <p:extLst>
      <p:ext uri="{BB962C8B-B14F-4D97-AF65-F5344CB8AC3E}">
        <p14:creationId xmlns:p14="http://schemas.microsoft.com/office/powerpoint/2010/main" val="1812532283"/>
      </p:ext>
    </p:extLst>
  </p:cSld>
</p:sld>
</file>

<file path=ppt/slides/slide56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8F85A9-A39A-42E5-BDB4-54760FAC8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D78F91-A81D-48D8-AC50-CACA29CA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512919-DF9B-494F-91E2-68E9D11A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A712EB4-CE66-486F-9BEC-5E7E5723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Wall Finish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61b9d411cd4901"/>
          <a:stretch xmlns:a="http://schemas.openxmlformats.org/drawingml/2006/main"/>
        </p:blipFill>
        <p:spPr>
          <a:xfrm xmlns:a="http://schemas.openxmlformats.org/drawingml/2006/main">
            <a:off x="5086350" y="2414216"/>
            <a:ext cx="6419850" cy="245819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02C48E-84CA-4F4C-B2EA-9D5FB172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Confirm that the active category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matches the settings under review.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0F0449-0897-4916-A85C-909FAEDB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Element relationships and deduction rules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in the model.</a:t>
            </a:r>
          </a:p>
        </p:txBody>
      </p:sp>
    </p:spTree>
    <p:extLst>
      <p:ext uri="{BB962C8B-B14F-4D97-AF65-F5344CB8AC3E}">
        <p14:creationId xmlns:p14="http://schemas.microsoft.com/office/powerpoint/2010/main" val="730821608"/>
      </p:ext>
    </p:extLst>
  </p:cSld>
</p:sld>
</file>

<file path=ppt/slides/slide56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6CAE64-86EF-4728-A6B0-3A4A46AF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E7E954-FE53-4BC9-8199-26FFCECD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3F027B-1E70-45FC-95A9-0D7A5C13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24A5A08-16AA-4B5F-9DE9-836DF093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Review finish-position settings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47547bffdd48d1"/>
          <a:stretch xmlns:a="http://schemas.openxmlformats.org/drawingml/2006/main"/>
        </p:blipFill>
        <p:spPr>
          <a:xfrm xmlns:a="http://schemas.openxmlformats.org/drawingml/2006/main">
            <a:off x="5086350" y="2171574"/>
            <a:ext cx="6419850" cy="294347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7D427D-A3F6-4913-87AC-6A461A94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visible interface labels and do not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infer unclear numbered options.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975481-96B4-4F39-8781-8951C20A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Quantity results before and after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deductions are applied.</a:t>
            </a:r>
          </a:p>
        </p:txBody>
      </p:sp>
    </p:spTree>
    <p:extLst>
      <p:ext uri="{BB962C8B-B14F-4D97-AF65-F5344CB8AC3E}">
        <p14:creationId xmlns:p14="http://schemas.microsoft.com/office/powerpoint/2010/main" val="746272727"/>
      </p:ext>
    </p:extLst>
  </p:cSld>
</p:sld>
</file>

<file path=ppt/slides/slide56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0DE9FE-C6B5-4880-BEF6-124FA91B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E19F52-29C0-4722-A8C7-81AFC2F1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715C8D-57A5-49A8-9E38-8F1D4CD3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588B9A4-B3A6-4051-8D1A-F98F9E81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Review additional-height and Yes/No options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b44c282fb6437b"/>
          <a:stretch xmlns:a="http://schemas.openxmlformats.org/drawingml/2006/main"/>
        </p:blipFill>
        <p:spPr>
          <a:xfrm xmlns:a="http://schemas.openxmlformats.org/drawingml/2006/main">
            <a:off x="5086350" y="2171574"/>
            <a:ext cx="6419850" cy="294347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5CD878-C173-4BDA-A69D-508D83A6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Compare the choices with the project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standard and requirements before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changing them.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EE2DFC-5175-4C05-A654-888E19B7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Quantity results before and after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deductions are applied.</a:t>
            </a:r>
          </a:p>
        </p:txBody>
      </p:sp>
    </p:spTree>
    <p:extLst>
      <p:ext uri="{BB962C8B-B14F-4D97-AF65-F5344CB8AC3E}">
        <p14:creationId xmlns:p14="http://schemas.microsoft.com/office/powerpoint/2010/main" val="1427414949"/>
      </p:ext>
    </p:extLst>
  </p:cSld>
</p:sld>
</file>

<file path=ppt/slides/slide57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DBFE12-D9B7-4046-88B2-4FB0745E2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8A8501-C788-4233-BB00-E13513E0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DF652B-74D9-42C7-B736-97B298B64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DE31A4B-EE93-4BF1-A0FB-3F99B92B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Check outer-finish settings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fb3001f0744a55"/>
          <a:stretch xmlns:a="http://schemas.openxmlformats.org/drawingml/2006/main"/>
        </p:blipFill>
        <p:spPr>
          <a:xfrm xmlns:a="http://schemas.openxmlformats.org/drawingml/2006/main">
            <a:off x="5086350" y="2171574"/>
            <a:ext cx="6419850" cy="294347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C31E4D-8609-4A29-AFFF-1DBAEE68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Confirm that outer-finish settings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match the measured wall condition.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0171AB-BB2D-46F2-9930-36B2717E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Quantity results before and after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deductions are applied.</a:t>
            </a:r>
          </a:p>
        </p:txBody>
      </p:sp>
    </p:spTree>
    <p:extLst>
      <p:ext uri="{BB962C8B-B14F-4D97-AF65-F5344CB8AC3E}">
        <p14:creationId xmlns:p14="http://schemas.microsoft.com/office/powerpoint/2010/main" val="780173487"/>
      </p:ext>
    </p:extLst>
  </p:cSld>
</p:sld>
</file>

<file path=ppt/slides/slide57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F7F9D3-BE0F-423C-97C4-4CA624A9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FD5991-5B26-4BFB-A8FE-D6CA1543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FBF7E0-9806-4FC6-88B0-96CAD691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LEARNING CHECKLIST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5DF75EF-5995-41D4-AADF-947142CC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Configure Measurement Settings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87ECD1-C3A1-4CF7-B809-EE8575D98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7084E4-0740-4598-AE8C-86F1E509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main actions are 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202F2D-6DB8-4517-837A-5F2191E0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or results were checked against the source document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F95A68-FD39-4FAB-B4E0-C598A0F9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1796779040"/>
      </p:ext>
    </p:extLst>
  </p:cSld>
</p:sld>
</file>

<file path=ppt/slides/slide57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AD9F17-749C-47F5-BED0-9795CB18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5FAA18-FBBA-47D1-80EF-54ECA450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254647-8D9A-4992-A2D4-A8E80E0F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LEARNING MATERIAL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8AA96C7-0DDC-47A8-9007-73EA71A5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Inspect and Change Measurement Rules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E7F24E-FB89-452D-A1C7-AD9014C7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Trace deductions and change rules only according to the project standard.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61224F-0B79-49FC-BA17-2CB764E3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6F960D-EE4B-4270-98E4-5F7335BE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Select the beam and open View Expression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C73ACA-1F0E-4E15-B8F3-01BD506D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Open Measurement Rules for the beam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D9886E-1541-43D9-B17D-23529E5D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Filter the column condition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DC2117-333B-4299-9D87-A8737875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Apply No Effect as the manual 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BAA9D4-0ACA-47FD-B972-FC420DF8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Recalculate and compare</a:t>
            </a:r>
          </a:p>
        </p:txBody>
      </p:sp>
    </p:spTree>
    <p:extLst>
      <p:ext uri="{BB962C8B-B14F-4D97-AF65-F5344CB8AC3E}">
        <p14:creationId xmlns:p14="http://schemas.microsoft.com/office/powerpoint/2010/main" val="1638020935"/>
      </p:ext>
    </p:extLst>
  </p:cSld>
</p:sld>
</file>

<file path=ppt/slides/slide57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468E14-17C1-4E0D-83B3-612026CE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5E26DA-8164-4174-A495-5C98B8A1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B1F650-E388-44F1-AC5C-868D04EB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AADBF8B-6F06-4CD5-8AC5-373C55C1E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the beam and open View Expression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9946cb9d124aca"/>
          <a:stretch xmlns:a="http://schemas.openxmlformats.org/drawingml/2006/main"/>
        </p:blipFill>
        <p:spPr>
          <a:xfrm xmlns:a="http://schemas.openxmlformats.org/drawingml/2006/main">
            <a:off x="5086350" y="1960244"/>
            <a:ext cx="6419850" cy="336613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20284B-2CFD-443A-AFED-9D8D7355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Review the concrete-volume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expression and the deduction caused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by the column.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82CE5E-7009-44AA-8266-189C79573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measurement-rules menu and rule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choices.</a:t>
            </a:r>
          </a:p>
        </p:txBody>
      </p:sp>
    </p:spTree>
    <p:extLst>
      <p:ext uri="{BB962C8B-B14F-4D97-AF65-F5344CB8AC3E}">
        <p14:creationId xmlns:p14="http://schemas.microsoft.com/office/powerpoint/2010/main" val="472179757"/>
      </p:ext>
    </p:extLst>
  </p:cSld>
</p:sld>
</file>

<file path=ppt/slides/slide57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08F0EF-FE42-4F24-8585-CE33870A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1769EB-C9BC-4DD3-BE5C-101BEE1F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51989F-F36D-4DF5-BBFF-FDB7FDAE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E79B014-B0F7-46FE-9342-224BDD8C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Open Measurement Rules for the beam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0bb077567c4cbb"/>
          <a:stretch xmlns:a="http://schemas.openxmlformats.org/drawingml/2006/main"/>
        </p:blipFill>
        <p:spPr>
          <a:xfrm xmlns:a="http://schemas.openxmlformats.org/drawingml/2006/main">
            <a:off x="5086350" y="2063575"/>
            <a:ext cx="6419850" cy="315947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A78F80-F5A8-4F0F-8084-EC6755028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Select the beam element and read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complete rule description.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16B309-868E-4B5D-B879-77DE68E3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 quantity table with element rows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measurement values.</a:t>
            </a:r>
          </a:p>
        </p:txBody>
      </p:sp>
    </p:spTree>
    <p:extLst>
      <p:ext uri="{BB962C8B-B14F-4D97-AF65-F5344CB8AC3E}">
        <p14:creationId xmlns:p14="http://schemas.microsoft.com/office/powerpoint/2010/main" val="1101093495"/>
      </p:ext>
    </p:extLst>
  </p:cSld>
</p:sld>
</file>

<file path=ppt/slides/slide57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9AF9EF-EDAC-4D7C-AE68-97A95AE64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096C31-BCBF-4C84-B0BF-A8DF08661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8403F6-8AC4-4DC4-BE14-39D5C0C8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F53DA44-B49A-41B9-B6D2-537616D2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Filter the column condition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69068aed38420b"/>
          <a:stretch xmlns:a="http://schemas.openxmlformats.org/drawingml/2006/main"/>
        </p:blipFill>
        <p:spPr>
          <a:xfrm xmlns:a="http://schemas.openxmlformats.org/drawingml/2006/main">
            <a:off x="5086350" y="2063575"/>
            <a:ext cx="6419850" cy="315947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F0D319-61F3-4F01-841B-A7AC1448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Filter Relevant Element and retain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only the column condition being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reviewed.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634936-B8FE-482A-9F4D-38B477AC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 quantity table with element rows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measurement values.</a:t>
            </a:r>
          </a:p>
        </p:txBody>
      </p:sp>
    </p:spTree>
    <p:extLst>
      <p:ext uri="{BB962C8B-B14F-4D97-AF65-F5344CB8AC3E}">
        <p14:creationId xmlns:p14="http://schemas.microsoft.com/office/powerpoint/2010/main" val="798914531"/>
      </p:ext>
    </p:extLst>
  </p:cSld>
</p:sld>
</file>

<file path=ppt/slides/slide57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3B68B7-9E36-4DFE-873A-CF854BFE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83547A-73BE-4960-B066-AF1D02EA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41657B-A756-4569-AC8C-1DE5BF9A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D9D41F4-82BF-4F4C-9561-33C9C69B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Apply No Effect as the manual example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c2ac1487f741ff"/>
          <a:stretch xmlns:a="http://schemas.openxmlformats.org/drawingml/2006/main"/>
        </p:blipFill>
        <p:spPr>
          <a:xfrm xmlns:a="http://schemas.openxmlformats.org/drawingml/2006/main">
            <a:off x="5086350" y="1920822"/>
            <a:ext cx="6419850" cy="344498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7BA02B-39CF-4AB9-BDAF-B99F4D51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This is only the manual beam-column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example; follow the project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measurement standard.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916934-9AA1-4AC0-A8E3-E276D384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quantity-review panel and related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elements.</a:t>
            </a:r>
          </a:p>
        </p:txBody>
      </p:sp>
    </p:spTree>
    <p:extLst>
      <p:ext uri="{BB962C8B-B14F-4D97-AF65-F5344CB8AC3E}">
        <p14:creationId xmlns:p14="http://schemas.microsoft.com/office/powerpoint/2010/main" val="192177866"/>
      </p:ext>
    </p:extLst>
  </p:cSld>
</p:sld>
</file>

<file path=ppt/slides/slide57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1E0A11-2869-4B1B-BE2F-36F7E156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38F267-4FC0-45AA-BE20-5926BC91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9DE22F-372A-4361-87A7-01FF28E3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FBA4480-35BD-4A17-86F2-D99EE08C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Recalculate and compare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7f0ebf0ce4405c"/>
          <a:stretch xmlns:a="http://schemas.openxmlformats.org/drawingml/2006/main"/>
        </p:blipFill>
        <p:spPr>
          <a:xfrm xmlns:a="http://schemas.openxmlformats.org/drawingml/2006/main">
            <a:off x="5086350" y="1824113"/>
            <a:ext cx="6419850" cy="363839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742A74-7F4F-4D1A-B625-A7017FF9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Check the expression and deduction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before and after changing the rule.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CD018E-0A80-4E91-949D-5B378FD3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deduction-settings dialog with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calculation options.</a:t>
            </a:r>
          </a:p>
        </p:txBody>
      </p:sp>
    </p:spTree>
    <p:extLst>
      <p:ext uri="{BB962C8B-B14F-4D97-AF65-F5344CB8AC3E}">
        <p14:creationId xmlns:p14="http://schemas.microsoft.com/office/powerpoint/2010/main" val="1543348989"/>
      </p:ext>
    </p:extLst>
  </p:cSld>
</p:sld>
</file>

<file path=ppt/slides/slide57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D0B209-6B5F-49AC-B112-329B241D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14112B-44DA-499D-A72D-0BDC806A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FC2721-C797-4CE4-8746-D9C43610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LEARNING CHECKLIST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ED46329-A731-4BF2-B8F4-6AC3AAF4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Inspect and Change Measurement Rules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1E5BB0-39F8-4529-80D4-1B09DD6A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FAC027-BA2E-437A-AAA0-21E0D3745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main actions are 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321512-E9C0-43D0-AFCD-0A5CB94F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or results were checked against the source document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7EE63B-B31F-45B6-AEF6-970F1536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1757699183"/>
      </p:ext>
    </p:extLst>
  </p:cSld>
</p:sld>
</file>

<file path=ppt/slides/slide57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443655-632C-48D8-862E-EF212E3D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322762-027E-4C8C-8B22-BE985970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31C76E-0AF8-411B-B7B9-5CB9758F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LEARNING MATERIAL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E7CDE06-22D9-42D9-9D41-1B0978B7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Create a TAS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953C39-09F2-45C4-94ED-C752D221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Create a project with the applicable measurement rules and ground elevation.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183360-068A-47C7-B7F5-6FA4859C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A39DA7-47EB-4C58-80D6-A5715DF4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Select New Project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8C54B8-E879-451D-9ABD-F30F06B5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Enter the project title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F6C217-AF3C-4CD5-9329-ADEF15C7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Select Measurement Rules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2D127A-C2BE-4A98-B0E4-0DFF402D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Enter Existing Ground Level</a:t>
            </a:r>
          </a:p>
        </p:txBody>
      </p:sp>
    </p:spTree>
    <p:extLst>
      <p:ext uri="{BB962C8B-B14F-4D97-AF65-F5344CB8AC3E}">
        <p14:creationId xmlns:p14="http://schemas.microsoft.com/office/powerpoint/2010/main" val="643940138"/>
      </p:ext>
    </p:extLst>
  </p:cSld>
</p:sld>
</file>

<file path=ppt/slides/slide58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87AA5F-053D-4838-8DA6-7C01DC797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77415E-7857-4ACC-B58D-2E6F2B35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468574-67C8-45CF-809A-E62F7EEE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BB116DB-0CCD-4A06-AA31-C95FDB32D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New Project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ae2f4030de45e7"/>
          <a:stretch xmlns:a="http://schemas.openxmlformats.org/drawingml/2006/main"/>
        </p:blipFill>
        <p:spPr>
          <a:xfrm xmlns:a="http://schemas.openxmlformats.org/drawingml/2006/main">
            <a:off x="5229358" y="1809750"/>
            <a:ext cx="613383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A5EB3A-B64F-4BC2-8323-42CB3075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Start a new TAS project from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application welcome page.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131E50-A7EF-430B-9EB5-0D1DB22D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880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New Project dialog with Project Title,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Measurement Rules, and Ground Elevation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callouts.</a:t>
            </a:r>
          </a:p>
        </p:txBody>
      </p:sp>
    </p:spTree>
    <p:extLst>
      <p:ext uri="{BB962C8B-B14F-4D97-AF65-F5344CB8AC3E}">
        <p14:creationId xmlns:p14="http://schemas.microsoft.com/office/powerpoint/2010/main" val="216480644"/>
      </p:ext>
    </p:extLst>
  </p:cSld>
</p:sld>
</file>

<file path=ppt/slides/slide58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547775-626D-49B4-A0A7-EEE407E9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A6E2CE-9563-4A48-80F2-03B3E097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FC3510-CEB5-439F-8E91-15975D0E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0EABDDA-A0EA-4541-9A2A-66CA39B7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Enter the project title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fa1c5b0ec54b50"/>
          <a:stretch xmlns:a="http://schemas.openxmlformats.org/drawingml/2006/main"/>
        </p:blipFill>
        <p:spPr>
          <a:xfrm xmlns:a="http://schemas.openxmlformats.org/drawingml/2006/main">
            <a:off x="5229358" y="1809750"/>
            <a:ext cx="613383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7C780A-AE93-45EC-909B-B9A36449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a title that helps distinguish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project and its revision.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40719F-0102-4D17-8340-FA33EB8E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880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New Project dialog with Project Title,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Measurement Rules, and Ground Elevation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callouts.</a:t>
            </a:r>
          </a:p>
        </p:txBody>
      </p:sp>
    </p:spTree>
    <p:extLst>
      <p:ext uri="{BB962C8B-B14F-4D97-AF65-F5344CB8AC3E}">
        <p14:creationId xmlns:p14="http://schemas.microsoft.com/office/powerpoint/2010/main" val="2129332903"/>
      </p:ext>
    </p:extLst>
  </p:cSld>
</p:sld>
</file>

<file path=ppt/slides/slide58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69FCD5-080E-4DB0-BB4F-E6EE53A8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EF7B8B-B06C-41A7-B90F-AC04402D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F36590-FCB2-4BEE-A636-D30A5258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43126B3-40A9-423B-8E82-0768AD2E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Measurement Rules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7e696fd5fd458d"/>
          <a:stretch xmlns:a="http://schemas.openxmlformats.org/drawingml/2006/main"/>
        </p:blipFill>
        <p:spPr>
          <a:xfrm xmlns:a="http://schemas.openxmlformats.org/drawingml/2006/main">
            <a:off x="5229358" y="1809750"/>
            <a:ext cx="613383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3A9E50-9208-43FD-8F53-BB5CD0A3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the measurement rules applicable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to this project rather than settings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from another project.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19D215-D1C7-43CD-BF42-6639AC14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880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New Project dialog with Project Title,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Measurement Rules, and Ground Elevation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callouts.</a:t>
            </a:r>
          </a:p>
        </p:txBody>
      </p:sp>
    </p:spTree>
    <p:extLst>
      <p:ext uri="{BB962C8B-B14F-4D97-AF65-F5344CB8AC3E}">
        <p14:creationId xmlns:p14="http://schemas.microsoft.com/office/powerpoint/2010/main" val="534118619"/>
      </p:ext>
    </p:extLst>
  </p:cSld>
</p:sld>
</file>

<file path=ppt/slides/slide58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BFF370-AB2D-428A-9985-CD8715509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149980-AB7B-4413-95B8-A37708B8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A34B60-8E99-4B2D-9A83-B16A009BE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BFD1496-6B8E-48E3-ACDF-7AC32930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Enter Existing Ground Level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331afd81204113"/>
          <a:stretch xmlns:a="http://schemas.openxmlformats.org/drawingml/2006/main"/>
        </p:blipFill>
        <p:spPr>
          <a:xfrm xmlns:a="http://schemas.openxmlformats.org/drawingml/2006/main">
            <a:off x="5229358" y="1809750"/>
            <a:ext cx="613383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36ECDE-3CA5-4375-8618-9451567D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Existing ground elevation affects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excavation quantities, so use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project value.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C545D6-A484-4351-9A52-B9F9515E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880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New Project dialog with Project Title,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Measurement Rules, and Ground Elevation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callouts.</a:t>
            </a:r>
          </a:p>
        </p:txBody>
      </p:sp>
    </p:spTree>
    <p:extLst>
      <p:ext uri="{BB962C8B-B14F-4D97-AF65-F5344CB8AC3E}">
        <p14:creationId xmlns:p14="http://schemas.microsoft.com/office/powerpoint/2010/main" val="219837400"/>
      </p:ext>
    </p:extLst>
  </p:cSld>
</p:sld>
</file>

<file path=ppt/slides/slide58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33915E-C3B0-4B6B-94D4-3D805ADF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3E3EB4-D6BB-49FE-9375-D87DCD50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8D20A7-64BD-4BDC-BBD5-ED23F434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LEARNING CHECKLIST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D80B3C8-921B-416A-94EA-E55AC010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Create a TAS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847B52-B84B-44F7-AB6C-22BC2C09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9F6EC5-9ED0-4ACE-A96F-CD18E692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main actions are 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B72E86-7AA1-40F5-8DA2-788D9BE9B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or results were checked against the source document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6CE63B-2C0B-4EF5-8BD5-3B71EE7B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572730465"/>
      </p:ext>
    </p:extLst>
  </p:cSld>
</p:sld>
</file>

<file path=ppt/slides/slide58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5EF087-C7E7-4254-870B-F99F2DD5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82615C-7CE6-4CFB-80CE-57A677A0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D3A8D6-7AB6-4629-BE44-B8AEB4B7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LEARNING MATERIAL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E367580-1DB9-4EE5-B3F9-92F4D5DA7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Understand the TAS Interface and Attributes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BEB421-62AD-4156-A1D1-26FEF109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Recognise the TAS workspace and distinguish Public from Private Attributes.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A23813-05C2-4011-9B86-A838C8B5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A64C1F-6A5C-4949-8C87-58C98CD5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Identify the Function Tab and Ribbon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03C0D7-D074-4E91-A8E5-4C3AEB00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Locate Element Navigation and Main 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F81687-B002-43FB-80C6-466B56C4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Check the Dynamic Control Bar and Status Bar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D49EF7-D698-4779-B2F2-7C0BA3F5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Use Public Attributes without a selection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9A8F62-D368-4A7A-A6EC-22D15AED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Select entities for Private Attributes</a:t>
            </a:r>
          </a:p>
        </p:txBody>
      </p:sp>
    </p:spTree>
    <p:extLst>
      <p:ext uri="{BB962C8B-B14F-4D97-AF65-F5344CB8AC3E}">
        <p14:creationId xmlns:p14="http://schemas.microsoft.com/office/powerpoint/2010/main" val="1391319547"/>
      </p:ext>
    </p:extLst>
  </p:cSld>
</p:sld>
</file>

<file path=ppt/slides/slide58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A2D905-F085-4A37-A824-112318CFD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62723C-3CC9-4A86-AEB1-CEE09D30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75EF39-7050-42C0-BF45-36E10FBF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3B0F246-9963-47A5-A5EF-87218CFD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Identify the Function Tab and Ribbon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4eda444a8840eb"/>
          <a:stretch xmlns:a="http://schemas.openxmlformats.org/drawingml/2006/main"/>
        </p:blipFill>
        <p:spPr>
          <a:xfrm xmlns:a="http://schemas.openxmlformats.org/drawingml/2006/main">
            <a:off x="5114228" y="1809750"/>
            <a:ext cx="636409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9E75BB-8059-4B25-919B-079F9519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They group the main functions and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commands available for the active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tab.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CB6906-6341-402E-B1CD-FC8BF585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880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workspace labelled Function Tab,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Ribbon, Element Navigation, Main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Operation, and Status Bar.</a:t>
            </a:r>
          </a:p>
        </p:txBody>
      </p:sp>
    </p:spTree>
    <p:extLst>
      <p:ext uri="{BB962C8B-B14F-4D97-AF65-F5344CB8AC3E}">
        <p14:creationId xmlns:p14="http://schemas.microsoft.com/office/powerpoint/2010/main" val="1178979180"/>
      </p:ext>
    </p:extLst>
  </p:cSld>
</p:sld>
</file>

<file path=ppt/slides/slide58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BC4D55-A9E0-49BE-81CB-4543FE3F3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BCAAEA-5616-4D8B-BD5A-BCB44D64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967498-4D61-4446-97D0-015F8382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8AA3A34-A1FB-4753-B974-2BFEDD2B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Locate Element Navigation and Main Operation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bd9bc25ef84dae"/>
          <a:stretch xmlns:a="http://schemas.openxmlformats.org/drawingml/2006/main"/>
        </p:blipFill>
        <p:spPr>
          <a:xfrm xmlns:a="http://schemas.openxmlformats.org/drawingml/2006/main">
            <a:off x="5114228" y="1809750"/>
            <a:ext cx="636409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EE6A2B-A7EB-4BCE-A40C-72D6310FD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these areas to choose element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types and perform modelling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operations.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A87D8F-21AF-493F-A940-2A94C1A66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880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workspace labelled Function Tab,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Ribbon, Element Navigation, Main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Operation, and Status Bar.</a:t>
            </a:r>
          </a:p>
        </p:txBody>
      </p:sp>
    </p:spTree>
    <p:extLst>
      <p:ext uri="{BB962C8B-B14F-4D97-AF65-F5344CB8AC3E}">
        <p14:creationId xmlns:p14="http://schemas.microsoft.com/office/powerpoint/2010/main" val="117056036"/>
      </p:ext>
    </p:extLst>
  </p:cSld>
</p:sld>
</file>

<file path=ppt/slides/slide58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AC4773-0E4F-4F11-BFCE-0075C4AF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478656-7C04-4F73-A908-7BD676E09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375B15-A5AF-4E0E-8C15-3CDFD42E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7424532-64D6-4DFF-AB7C-E59E1186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Check the Dynamic Control Bar and Status Bar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d635f826b042c5"/>
          <a:stretch xmlns:a="http://schemas.openxmlformats.org/drawingml/2006/main"/>
        </p:blipFill>
        <p:spPr>
          <a:xfrm xmlns:a="http://schemas.openxmlformats.org/drawingml/2006/main">
            <a:off x="5114228" y="1809750"/>
            <a:ext cx="636409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E8B3D3-AC64-4487-9191-CFBDC9BA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Dynamic controls change with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operation, while the status bar shows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operating guidance.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05E98A-998D-4CBE-9C7D-203CF0F21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880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workspace labelled Function Tab,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Ribbon, Element Navigation, Main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Operation, and Status Bar.</a:t>
            </a:r>
          </a:p>
        </p:txBody>
      </p:sp>
    </p:spTree>
    <p:extLst>
      <p:ext uri="{BB962C8B-B14F-4D97-AF65-F5344CB8AC3E}">
        <p14:creationId xmlns:p14="http://schemas.microsoft.com/office/powerpoint/2010/main" val="764671193"/>
      </p:ext>
    </p:extLst>
  </p:cSld>
</p:sld>
</file>

<file path=ppt/slides/slide58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718001-817C-4661-9615-02AFCD40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0A9AB3-8FA8-4A00-94F7-36102D6C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18524E-A2CC-4193-A2BF-7B146D40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F778D9D-C054-408D-9F58-528ED4CD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Use Public Attributes without a selection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c5b71a997c4452"/>
          <a:stretch xmlns:a="http://schemas.openxmlformats.org/drawingml/2006/main"/>
        </p:blipFill>
        <p:spPr>
          <a:xfrm xmlns:a="http://schemas.openxmlformats.org/drawingml/2006/main">
            <a:off x="5086350" y="2006135"/>
            <a:ext cx="6419850" cy="327435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1ACEE5-1AA1-4AB6-A221-4F3ED14A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Changes apply to entities sharing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same element name when no entity is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selected.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45BB33-7F2B-42B3-AD08-2F30605B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Public Attribute and Private Attribute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comparison in the Attribute Editor.</a:t>
            </a:r>
          </a:p>
        </p:txBody>
      </p:sp>
    </p:spTree>
    <p:extLst>
      <p:ext uri="{BB962C8B-B14F-4D97-AF65-F5344CB8AC3E}">
        <p14:creationId xmlns:p14="http://schemas.microsoft.com/office/powerpoint/2010/main" val="1950460605"/>
      </p:ext>
    </p:extLst>
  </p:cSld>
</p:sld>
</file>

<file path=ppt/slides/slide59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EA91F3-2C43-4669-AF7D-56EC6D73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AFDEC4-362F-4A4D-8AFA-B2A7A9C6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DBA97C-803B-4B7D-98F8-8863CAD1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BDF86F1-6AB2-43E7-A666-019B29362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entities for Private Attributes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4eae1c4c4145c8"/>
          <a:stretch xmlns:a="http://schemas.openxmlformats.org/drawingml/2006/main"/>
        </p:blipFill>
        <p:spPr>
          <a:xfrm xmlns:a="http://schemas.openxmlformats.org/drawingml/2006/main">
            <a:off x="5086350" y="2006135"/>
            <a:ext cx="6419850" cy="327435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17895B-8252-4EEC-9676-A1B0DB1B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Private Attributes affect only selected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entities; changes are invalid without 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selection.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70BFFD-E5C2-4C78-9129-F74E574C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Public Attribute and Private Attribute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comparison in the Attribute Editor.</a:t>
            </a:r>
          </a:p>
        </p:txBody>
      </p:sp>
    </p:spTree>
    <p:extLst>
      <p:ext uri="{BB962C8B-B14F-4D97-AF65-F5344CB8AC3E}">
        <p14:creationId xmlns:p14="http://schemas.microsoft.com/office/powerpoint/2010/main" val="660223996"/>
      </p:ext>
    </p:extLst>
  </p:cSld>
</p:sld>
</file>

<file path=ppt/slides/slide59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F8B0D6-462F-490B-849D-B01031AD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00C58D-D1B9-4717-8C53-00C8E32E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1F507D-5B43-488B-9130-CF83F061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LEARNING CHECKLIST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984BE74-C18E-48A9-AD70-15BD16F9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Understand the TAS Interface and Attributes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2AF0D5-59FA-4D08-A140-2F1B4BEB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40E67A-5553-4776-B261-6551FD37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main actions are 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4E5A36-052F-4C6C-B405-DE3D9E67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or results were checked against the source document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94CD53-14BE-4EC2-A1AC-546C0996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1878413176"/>
      </p:ext>
    </p:extLst>
  </p:cSld>
</p:sld>
</file>

<file path=ppt/slides/slide59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9574B8-DE33-4628-86EF-41C38C378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5927EF-6368-4259-B0B4-8D5952DE1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16C8B0-0DCB-4E64-962D-48ED3854F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LEARNING MATERIAL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D92308C-696D-49F2-8FCA-CB8EB1A8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Configure Floors and Concrete Grades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C9F386-0ACF-4CE6-8DC4-D8A0B011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Create consistent floor structure and concrete grades.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D038B3-2A19-4FA4-9589-57FD57AA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6B5DFC-FC39-4256-80EC-64EB018A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Open Floor Settings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7219B1-FEE4-4665-8E7D-00594601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Insert upper and lower floors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84BCAB-EF5C-4D3F-8E5E-B4B1AA84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Enter floor heights and elevation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6B0225-CFDF-46DF-A127-7F1E6D1E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Enter Concrete Grades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518177-1988-493B-901D-F09C3BFD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Use Copy to Other Floor</a:t>
            </a:r>
          </a:p>
        </p:txBody>
      </p:sp>
    </p:spTree>
    <p:extLst>
      <p:ext uri="{BB962C8B-B14F-4D97-AF65-F5344CB8AC3E}">
        <p14:creationId xmlns:p14="http://schemas.microsoft.com/office/powerpoint/2010/main" val="1823316456"/>
      </p:ext>
    </p:extLst>
  </p:cSld>
</p:sld>
</file>

<file path=ppt/slides/slide59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3B4AB0-7250-43A2-A179-696F54F4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943AE8-8A03-46BA-9B3C-08C0E46F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BE4A28-76A1-4B6A-9102-0BE04E29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49BB86C-74D4-444A-8CC0-063970D3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Open Floor Settings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5ef0f5f40e4992"/>
          <a:stretch xmlns:a="http://schemas.openxmlformats.org/drawingml/2006/main"/>
        </p:blipFill>
        <p:spPr>
          <a:xfrm xmlns:a="http://schemas.openxmlformats.org/drawingml/2006/main">
            <a:off x="5086350" y="2093538"/>
            <a:ext cx="6419850" cy="309954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21FA49-8567-40CD-95AA-FBEDF5153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the floor table to configure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superstructure and substructure.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94DA97-AF2C-44FB-B04B-4209633A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Project Setting flow from Floor Setting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to Grade Setting.</a:t>
            </a:r>
          </a:p>
        </p:txBody>
      </p:sp>
    </p:spTree>
    <p:extLst>
      <p:ext uri="{BB962C8B-B14F-4D97-AF65-F5344CB8AC3E}">
        <p14:creationId xmlns:p14="http://schemas.microsoft.com/office/powerpoint/2010/main" val="1341950220"/>
      </p:ext>
    </p:extLst>
  </p:cSld>
</p:sld>
</file>

<file path=ppt/slides/slide59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A5187A-8F0E-4EA5-BB7C-5BAF6A40C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C5BBE5-D36A-41D0-B531-BD7397B1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14B749-1D3C-4496-A9C0-4194589D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77E9A84-900D-4260-8152-C7BE7EFA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Insert upper and lower floors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d1bdaa4eae4222"/>
          <a:stretch xmlns:a="http://schemas.openxmlformats.org/drawingml/2006/main"/>
        </p:blipFill>
        <p:spPr>
          <a:xfrm xmlns:a="http://schemas.openxmlformats.org/drawingml/2006/main">
            <a:off x="5086350" y="1820903"/>
            <a:ext cx="6419850" cy="364481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66ED66-67FC-4B7A-B6D6-47A5396A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Start the superstructure from 1st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Floor and the substructure from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Foundation Floor.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BBAE9A-1720-4B86-B292-6E2DFF34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Floor Settings table with Insert Floor,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Floor Height, and Bottom Elevation.</a:t>
            </a:r>
          </a:p>
        </p:txBody>
      </p:sp>
    </p:spTree>
    <p:extLst>
      <p:ext uri="{BB962C8B-B14F-4D97-AF65-F5344CB8AC3E}">
        <p14:creationId xmlns:p14="http://schemas.microsoft.com/office/powerpoint/2010/main" val="473482366"/>
      </p:ext>
    </p:extLst>
  </p:cSld>
</p:sld>
</file>

<file path=ppt/slides/slide59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D6C7C5-F8E7-4533-BDE3-E6285B9B0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F7BA45-03DF-46BF-9606-F1C370E0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3A47D9-84B0-4EA3-AE88-9B432EEB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3DA43E5-4584-4DCD-8372-D2EEA805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Enter floor heights and elevation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73c4d3e73f4ad0"/>
          <a:stretch xmlns:a="http://schemas.openxmlformats.org/drawingml/2006/main"/>
        </p:blipFill>
        <p:spPr>
          <a:xfrm xmlns:a="http://schemas.openxmlformats.org/drawingml/2006/main">
            <a:off x="5086350" y="1820903"/>
            <a:ext cx="6419850" cy="364481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74F394-8A6D-4C8D-B5F7-FF8911E0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Enter Floor Height for every floor and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Bottom Elevation for 1st Floor only, as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shown in the manual.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385C35-ACB8-4EB8-A92F-FDBDAECE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Floor Settings table with Insert Floor,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Floor Height, and Bottom Elevation.</a:t>
            </a:r>
          </a:p>
        </p:txBody>
      </p:sp>
    </p:spTree>
    <p:extLst>
      <p:ext uri="{BB962C8B-B14F-4D97-AF65-F5344CB8AC3E}">
        <p14:creationId xmlns:p14="http://schemas.microsoft.com/office/powerpoint/2010/main" val="323397504"/>
      </p:ext>
    </p:extLst>
  </p:cSld>
</p:sld>
</file>

<file path=ppt/slides/slide59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FBE50B-1894-4C39-AA68-0B7E19C3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F85A9D-E3F4-4EAD-878C-D15353CBD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68B5BD-B99F-4F73-8AE6-57458528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D9C1697-9F5F-482C-B2DF-BCDC1E44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Enter Concrete Grades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8b1e4bf8d646f8"/>
          <a:stretch xmlns:a="http://schemas.openxmlformats.org/drawingml/2006/main"/>
        </p:blipFill>
        <p:spPr>
          <a:xfrm xmlns:a="http://schemas.openxmlformats.org/drawingml/2006/main">
            <a:off x="5086350" y="1863144"/>
            <a:ext cx="6419850" cy="356033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707A47-1E2E-44C9-966A-F00B502B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Assign concrete grades to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required elements from the project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specification.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0979E7-3E13-49CC-87B5-A206277F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Grade Settings table with Concrete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Grade and Copy to Other Floor.</a:t>
            </a:r>
          </a:p>
        </p:txBody>
      </p:sp>
    </p:spTree>
    <p:extLst>
      <p:ext uri="{BB962C8B-B14F-4D97-AF65-F5344CB8AC3E}">
        <p14:creationId xmlns:p14="http://schemas.microsoft.com/office/powerpoint/2010/main" val="1218848655"/>
      </p:ext>
    </p:extLst>
  </p:cSld>
</p:sld>
</file>

<file path=ppt/slides/slide59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A19B86-442B-4A5B-BAD3-5F5249B3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BAC373-156C-4A02-973D-BEC1C737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111135-2220-4DC6-BA5D-E4F459DC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D382D4F-12AA-4192-9786-701F3F3A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Use Copy to Other Floor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97c697c42e44e3"/>
          <a:stretch xmlns:a="http://schemas.openxmlformats.org/drawingml/2006/main"/>
        </p:blipFill>
        <p:spPr>
          <a:xfrm xmlns:a="http://schemas.openxmlformats.org/drawingml/2006/main">
            <a:off x="5086350" y="1863144"/>
            <a:ext cx="6419850" cy="356033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D9A64D-D5D0-4671-BCB7-DFDFA7D6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Copy grades only when destination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floors use the same grades.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9DD33F-335F-4E51-B9E5-C754BCE8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Grade Settings table with Concrete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Grade and Copy to Other Floor.</a:t>
            </a:r>
          </a:p>
        </p:txBody>
      </p:sp>
    </p:spTree>
    <p:extLst>
      <p:ext uri="{BB962C8B-B14F-4D97-AF65-F5344CB8AC3E}">
        <p14:creationId xmlns:p14="http://schemas.microsoft.com/office/powerpoint/2010/main" val="571020019"/>
      </p:ext>
    </p:extLst>
  </p:cSld>
</p:sld>
</file>

<file path=ppt/slides/slide59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B7F3E0-C4B2-4539-A5AE-6A159B4A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7E794B-5963-4C20-855A-968FB353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36CFF2-BC8F-41A3-9D38-048D002F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LEARNING CHECKLIST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2320080-D019-41A0-BABD-623D5029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Configure Floors and Concrete Grades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4CF331-0D91-4019-8774-1FD2AAE8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7BDFCA-AF78-4F36-B54A-071733CE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main actions are 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DF522F-6651-468D-816E-1342729AE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or results were checked against the source document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76F0EA-5627-435C-84BE-341C4868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1381594737"/>
      </p:ext>
    </p:extLst>
  </p:cSld>
</p:sld>
</file>

<file path=ppt/slides/slide59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A7CB29-54CE-4B1B-A4F4-4FBEFBE1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5A9325-48A3-4040-A855-5ED2A8C5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7F78AB-06B0-4479-A949-C4ECA6AF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LEARNING MATERIAL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8081875-3E4F-47B3-901D-3A2BE88C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Import and Split Drawings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D36CF2-E062-4B79-B0F3-2106B71C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Prepare separated, clearly identified source drawings.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5B1960-740A-49D3-A220-6000930A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111673-5D78-4503-B293-51913B41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Choose the workflow for the format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2A4C86-11D6-4A65-BC47-66A95DCC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Open Identify &gt; Add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6FB58B-28C7-47EC-90F5-1D605BA37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Open Drawing Manager and select Split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F34651-D333-42F3-BECB-BBFE7C62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Block-select the required area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63BA6D-4CE9-4EE8-97F5-04497723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Name the split drawing</a:t>
            </a:r>
          </a:p>
        </p:txBody>
      </p:sp>
    </p:spTree>
    <p:extLst>
      <p:ext uri="{BB962C8B-B14F-4D97-AF65-F5344CB8AC3E}">
        <p14:creationId xmlns:p14="http://schemas.microsoft.com/office/powerpoint/2010/main" val="1043690652"/>
      </p:ext>
    </p:extLst>
  </p:cSld>
</p:sld>
</file>

<file path=ppt/slides/slide60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E1D996-FC86-43E3-94AE-E68DE803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AAF870-16BE-4DB4-BE6B-9A29AAF2D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D2DA03-ECEA-44EF-99E8-D07A9015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E981966-BA57-413E-99D7-1FF8253C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Choose the workflow for the format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2262987f3d4a08"/>
          <a:stretch xmlns:a="http://schemas.openxmlformats.org/drawingml/2006/main"/>
        </p:blipFill>
        <p:spPr>
          <a:xfrm xmlns:a="http://schemas.openxmlformats.org/drawingml/2006/main">
            <a:off x="5206383" y="1809750"/>
            <a:ext cx="6179785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876C59-0709-4FB1-8874-886059BA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Import and split DWG files; vector or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scanned PDFs may also require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scaling.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DD1B7F-AE5F-46DA-B4E3-0C3D5A6B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workflow for importing, splitting,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scaling DWG and PDF drawings.</a:t>
            </a:r>
          </a:p>
        </p:txBody>
      </p:sp>
    </p:spTree>
    <p:extLst>
      <p:ext uri="{BB962C8B-B14F-4D97-AF65-F5344CB8AC3E}">
        <p14:creationId xmlns:p14="http://schemas.microsoft.com/office/powerpoint/2010/main" val="1638494490"/>
      </p:ext>
    </p:extLst>
  </p:cSld>
</p:sld>
</file>

<file path=ppt/slides/slide60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E55BF5-7042-406F-98B3-2EE296B1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ED1341-CE3D-43DB-A3DE-939158EE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F05B35-178B-4F63-9673-5C6AB519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4896F72-A931-4A8D-A319-A2E2ED9D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Open Identify &gt; Add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64fd19a2f641ba"/>
          <a:stretch xmlns:a="http://schemas.openxmlformats.org/drawingml/2006/main"/>
        </p:blipFill>
        <p:spPr>
          <a:xfrm xmlns:a="http://schemas.openxmlformats.org/drawingml/2006/main">
            <a:off x="5086350" y="2042442"/>
            <a:ext cx="6419850" cy="320174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112DCF-D0B1-4449-8557-3460B217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Add to select one or more source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drawings.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74752C-A241-4F5B-A57A-609126FA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Drawing Manager and the dialog for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selecting multiple DWG files.</a:t>
            </a:r>
          </a:p>
        </p:txBody>
      </p:sp>
    </p:spTree>
    <p:extLst>
      <p:ext uri="{BB962C8B-B14F-4D97-AF65-F5344CB8AC3E}">
        <p14:creationId xmlns:p14="http://schemas.microsoft.com/office/powerpoint/2010/main" val="938859984"/>
      </p:ext>
    </p:extLst>
  </p:cSld>
</p:sld>
</file>

<file path=ppt/slides/slide60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379851-FE50-4722-A71D-82E688574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D25103-C453-4835-95C1-236A95BB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BDF320-5A67-4DDF-B796-08D62DD7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1E4E195-9740-4118-A94C-FE307B3E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Open Drawing Manager and select Split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db2d6cb0b644bd"/>
          <a:stretch xmlns:a="http://schemas.openxmlformats.org/drawingml/2006/main"/>
        </p:blipFill>
        <p:spPr>
          <a:xfrm xmlns:a="http://schemas.openxmlformats.org/drawingml/2006/main">
            <a:off x="5086350" y="1965933"/>
            <a:ext cx="6419850" cy="335475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760D92-1B4B-42CD-8274-BC8FB837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Separate combined sheets so each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plan can be managed independently.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0E42C7-77A3-4C83-A0C3-11364C14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Split Drawing, a yellow selection boundary,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and the drawing-name dialog.</a:t>
            </a:r>
          </a:p>
        </p:txBody>
      </p:sp>
    </p:spTree>
    <p:extLst>
      <p:ext uri="{BB962C8B-B14F-4D97-AF65-F5344CB8AC3E}">
        <p14:creationId xmlns:p14="http://schemas.microsoft.com/office/powerpoint/2010/main" val="1152717861"/>
      </p:ext>
    </p:extLst>
  </p:cSld>
</p:sld>
</file>

<file path=ppt/slides/slide60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DE1354-1B2E-4B4D-8B12-FE2ABC2F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A24FF3-85CC-41B3-93A0-A0D64B87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BCEF1E-F368-4450-81AB-9890DA9E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956E300-5041-4E06-8767-4398FC97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Block-select the required area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a703d628da4200"/>
          <a:stretch xmlns:a="http://schemas.openxmlformats.org/drawingml/2006/main"/>
        </p:blipFill>
        <p:spPr>
          <a:xfrm xmlns:a="http://schemas.openxmlformats.org/drawingml/2006/main">
            <a:off x="5086350" y="1965933"/>
            <a:ext cx="6419850" cy="335475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7EC9F5-A2A9-4E72-A491-8C74853A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Select the complete plan boundary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and confirm the selection.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0BA3C0-51AE-4EFE-9D97-98F925F0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Split Drawing, a yellow selection boundary,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and the drawing-name dialog.</a:t>
            </a:r>
          </a:p>
        </p:txBody>
      </p:sp>
    </p:spTree>
    <p:extLst>
      <p:ext uri="{BB962C8B-B14F-4D97-AF65-F5344CB8AC3E}">
        <p14:creationId xmlns:p14="http://schemas.microsoft.com/office/powerpoint/2010/main" val="1072605080"/>
      </p:ext>
    </p:extLst>
  </p:cSld>
</p:sld>
</file>

<file path=ppt/slides/slide60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990D37-F43D-4857-8CD7-4D3CF63E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A05A27-BDFA-481A-A2EE-0D9C9BA4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E20427-D67A-4B7B-9631-80150849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A099F92-3261-4DD0-950E-09A60872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Name the split drawing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23ee83f6f44c41"/>
          <a:stretch xmlns:a="http://schemas.openxmlformats.org/drawingml/2006/main"/>
        </p:blipFill>
        <p:spPr>
          <a:xfrm xmlns:a="http://schemas.openxmlformats.org/drawingml/2006/main">
            <a:off x="5086350" y="1965933"/>
            <a:ext cx="6419850" cy="335475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68A733-74AC-4952-B910-1FAD9B62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a name identifying the floor and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drawing type.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35380E-4376-4B63-B8A9-95024E4F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Split Drawing, a yellow selection boundary,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and the drawing-name dialog.</a:t>
            </a:r>
          </a:p>
        </p:txBody>
      </p:sp>
    </p:spTree>
    <p:extLst>
      <p:ext uri="{BB962C8B-B14F-4D97-AF65-F5344CB8AC3E}">
        <p14:creationId xmlns:p14="http://schemas.microsoft.com/office/powerpoint/2010/main" val="1408039248"/>
      </p:ext>
    </p:extLst>
  </p:cSld>
</p:sld>
</file>

<file path=ppt/slides/slide60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7DB69F-D191-4FAC-96DE-C0F8CBEB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B86B7B-D403-4225-88E7-72742E77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842AFB-DBAD-4368-9141-EF84F3EB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LEARNING CHECKLIST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980A8B6-AD79-43E3-A022-0DE60E97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Import and Split Drawings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EE6943-BBC9-4C4F-8D1A-87F0B913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D9C553-A2CD-4ED0-9EB3-7947D790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main actions are 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E99FB6-CE96-4F16-817D-0032950C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or results were checked against the source document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0CF642-0D79-438D-AD9B-E8FDD878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1629634585"/>
      </p:ext>
    </p:extLst>
  </p:cSld>
</p:sld>
</file>

<file path=ppt/slides/slide60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5DA996-B143-4AAE-B41C-D2A78121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F6C75B-61CF-483B-A805-FC7FF68C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44C10B-D8F5-42D8-B180-41C253FB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LEARNING MATERIAL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46396D7-2E33-4F47-81DB-B0C28626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Scale and Relocate Drawings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2048EF-9CF2-4103-8A79-0F582665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Calibrate a drawing and align it with the axis grid.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268D22-A646-4B9E-86F5-A6607F19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E68038-10D1-4C37-9E84-5F599EA5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Open Identify &gt; Scale Drawing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C70FFD-21E8-400F-B202-3920DB0B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Set start, end and actual length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75C3B2-E68B-4293-A08C-9D8CBB487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Verify with another dimension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E4BA62-800D-4626-A218-CE34D2A9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Open Relocate and choose a reference point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BAC144-5480-49AF-A757-AB1A9837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Align to the axis-grid point</a:t>
            </a:r>
          </a:p>
        </p:txBody>
      </p:sp>
    </p:spTree>
    <p:extLst>
      <p:ext uri="{BB962C8B-B14F-4D97-AF65-F5344CB8AC3E}">
        <p14:creationId xmlns:p14="http://schemas.microsoft.com/office/powerpoint/2010/main" val="1804032689"/>
      </p:ext>
    </p:extLst>
  </p:cSld>
</p:sld>
</file>

<file path=ppt/slides/slide60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2AAF9A-A910-4868-B381-F1630C4F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A3C413-B64A-449B-B271-648BCE10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C541BC-0D6D-4F97-902E-4AD8FC124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916BEDC-C818-4412-B676-BB888288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Open Identify &gt; Scale Drawing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6c6f87e89743f4"/>
          <a:stretch xmlns:a="http://schemas.openxmlformats.org/drawingml/2006/main"/>
        </p:blipFill>
        <p:spPr>
          <a:xfrm xmlns:a="http://schemas.openxmlformats.org/drawingml/2006/main">
            <a:off x="5086350" y="2126447"/>
            <a:ext cx="6419850" cy="303373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B5DA2C-733D-4B90-970B-3E5C5B38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Select the drawing to calibrate before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specifying two reference points.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833371-8892-42CD-8130-C3AC6E28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Scale Drawing, two reference points,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Input Actual Length dialog.</a:t>
            </a:r>
          </a:p>
        </p:txBody>
      </p:sp>
    </p:spTree>
    <p:extLst>
      <p:ext uri="{BB962C8B-B14F-4D97-AF65-F5344CB8AC3E}">
        <p14:creationId xmlns:p14="http://schemas.microsoft.com/office/powerpoint/2010/main" val="1726938839"/>
      </p:ext>
    </p:extLst>
  </p:cSld>
</p:sld>
</file>

<file path=ppt/slides/slide60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F13730-872C-4A7B-8966-A699244A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8CE792-BEBE-4424-AA9F-C03EA25F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1BAB9C-7223-4A59-B82A-9CE7406D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A417187-0A75-46F4-A7A6-1FABAD02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Set start, end and actual length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eb2d2af3834dcc"/>
          <a:stretch xmlns:a="http://schemas.openxmlformats.org/drawingml/2006/main"/>
        </p:blipFill>
        <p:spPr>
          <a:xfrm xmlns:a="http://schemas.openxmlformats.org/drawingml/2006/main">
            <a:off x="5086350" y="2126447"/>
            <a:ext cx="6419850" cy="303373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4F20DD-C6F3-4AA5-9521-3B4E8F27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a reliable written dimension when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entering the actual length.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7AF3A5-C679-41F0-80F3-4EA9A08E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Scale Drawing, two reference points,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Input Actual Length dialog.</a:t>
            </a:r>
          </a:p>
        </p:txBody>
      </p:sp>
    </p:spTree>
    <p:extLst>
      <p:ext uri="{BB962C8B-B14F-4D97-AF65-F5344CB8AC3E}">
        <p14:creationId xmlns:p14="http://schemas.microsoft.com/office/powerpoint/2010/main" val="835524472"/>
      </p:ext>
    </p:extLst>
  </p:cSld>
</p:sld>
</file>

<file path=ppt/slides/slide60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7E1967-531F-4C37-A1E2-FEFA0160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47AAC1-2946-4B7F-AB03-147E4990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B7F83D-842D-41D9-BA21-B159837F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C15AF6D-C2B7-437C-9FA3-6B73B22F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Verify with another dimension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054b99b85f4272"/>
          <a:stretch xmlns:a="http://schemas.openxmlformats.org/drawingml/2006/main"/>
        </p:blipFill>
        <p:spPr>
          <a:xfrm xmlns:a="http://schemas.openxmlformats.org/drawingml/2006/main">
            <a:off x="5086350" y="2126447"/>
            <a:ext cx="6419850" cy="303373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1B3FED-B519-473A-8780-0F26AFC5B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Measure a distance not used for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calibration and confirm that it agrees.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1856CB-D7BE-4A98-881B-25D1BB5D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Scale Drawing, two reference points,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Input Actual Length dialog.</a:t>
            </a:r>
          </a:p>
        </p:txBody>
      </p:sp>
    </p:spTree>
    <p:extLst>
      <p:ext uri="{BB962C8B-B14F-4D97-AF65-F5344CB8AC3E}">
        <p14:creationId xmlns:p14="http://schemas.microsoft.com/office/powerpoint/2010/main" val="1946786629"/>
      </p:ext>
    </p:extLst>
  </p:cSld>
</p:sld>
</file>

<file path=ppt/slides/slide61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7EA833-6428-47E3-8031-B5021347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CBC7DA-B4BA-4FF3-99E7-93282D68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FB71A9-809D-4E9D-8CA0-A692BBED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E807B5A-70B8-4F48-A0E1-64BECD13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Open Relocate and choose a reference point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99a2b521b54464"/>
          <a:stretch xmlns:a="http://schemas.openxmlformats.org/drawingml/2006/main"/>
        </p:blipFill>
        <p:spPr>
          <a:xfrm xmlns:a="http://schemas.openxmlformats.org/drawingml/2006/main">
            <a:off x="5086350" y="1929157"/>
            <a:ext cx="6419850" cy="342831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3670E7-EC60-4268-89E8-C54B9E4F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a clear drawing point, such as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intersection A/1.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E63FFD-6029-4035-BDFB-A94697C4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Relocate with drawing and axis-grid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reference intersections.</a:t>
            </a:r>
          </a:p>
        </p:txBody>
      </p:sp>
    </p:spTree>
    <p:extLst>
      <p:ext uri="{BB962C8B-B14F-4D97-AF65-F5344CB8AC3E}">
        <p14:creationId xmlns:p14="http://schemas.microsoft.com/office/powerpoint/2010/main" val="2055307645"/>
      </p:ext>
    </p:extLst>
  </p:cSld>
</p:sld>
</file>

<file path=ppt/slides/slide61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0C63BC-DA6A-4D37-9CD7-76527101D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7B2663-35A3-4C3C-B92A-B4DE3550F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F2FA13-BAA8-42AA-8EBC-1D60371D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7BE9C80-D574-4A16-AABD-3F841DBD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Align to the axis-grid point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a4a439e4fe4258"/>
          <a:stretch xmlns:a="http://schemas.openxmlformats.org/drawingml/2006/main"/>
        </p:blipFill>
        <p:spPr>
          <a:xfrm xmlns:a="http://schemas.openxmlformats.org/drawingml/2006/main">
            <a:off x="5086350" y="1929157"/>
            <a:ext cx="6419850" cy="342831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A06ED0-0D38-4C61-A9CA-5C07C3D97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Match the same grid point and use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intersection snap when selection is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inaccurate.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FDCB05-3976-4479-8EC7-83CB804D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Relocate with drawing and axis-grid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reference intersections.</a:t>
            </a:r>
          </a:p>
        </p:txBody>
      </p:sp>
    </p:spTree>
    <p:extLst>
      <p:ext uri="{BB962C8B-B14F-4D97-AF65-F5344CB8AC3E}">
        <p14:creationId xmlns:p14="http://schemas.microsoft.com/office/powerpoint/2010/main" val="70402837"/>
      </p:ext>
    </p:extLst>
  </p:cSld>
</p:sld>
</file>

<file path=ppt/slides/slide61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EA5098-9EB9-454E-8E49-73BEDFCA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E9B86D-53EF-4267-977B-F6A22264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A7D65A-3B76-49B4-959D-85F3A3260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LEARNING CHECKLIST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E2417FF-BB5F-4EB8-9347-95466758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Scale and Relocate Drawings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157FAD-FC5D-4BDE-B0D5-738873EC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D46837-E673-4759-893D-2E41FFCE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main actions are 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8151D0-29E7-4CC6-8200-C991EF03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or results were checked against the source document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804EBF-9BA6-42F6-98E0-20A6D2F5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1394378842"/>
      </p:ext>
    </p:extLst>
  </p:cSld>
</p:sld>
</file>

<file path=ppt/slides/slide61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DD0B8F-2E26-46EE-B87A-E5A9EF29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C6D75F-587C-43E8-9E2E-B2A40936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A1BD58-0EB6-4009-B9E7-385E71C7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LEARNING MATERIAL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ACFACB0-7F84-4481-ABB5-ADB17EC6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Create Axis Grids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39C251-E8D0-425E-B4F6-0F20DE66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Create axis grids automatically or manually from the drawing.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87CF50-0405-4F30-8B1D-3A187044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4A3834-A7A8-4E2E-8AE5-45EBC83A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Choose the axis-grid type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A93D05-FA91-4B99-9D62-6322EFFA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Capture lines with Pick Sideline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509E92-814A-4316-9D45-8CBBDA3E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Capture labels with Pick Label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19A250-6DB7-4C8C-8705-00D6F664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Run Auto-Identify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44D394-39FC-47EE-A072-415477D2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Create an orthogonal grid manually</a:t>
            </a:r>
          </a:p>
        </p:txBody>
      </p:sp>
    </p:spTree>
    <p:extLst>
      <p:ext uri="{BB962C8B-B14F-4D97-AF65-F5344CB8AC3E}">
        <p14:creationId xmlns:p14="http://schemas.microsoft.com/office/powerpoint/2010/main" val="140282302"/>
      </p:ext>
    </p:extLst>
  </p:cSld>
</p:sld>
</file>

<file path=ppt/slides/slide61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C630B2-CB8D-45AA-BECC-AF815C7E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3E1AF0-1495-4E7E-920C-3E34FA6F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DCF887-6C92-407B-BBC0-DDD5D1D5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EAE7812-48CC-41EF-82C9-58ABB084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Choose the axis-grid type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506e51f45b49a0"/>
          <a:stretch xmlns:a="http://schemas.openxmlformats.org/drawingml/2006/main"/>
        </p:blipFill>
        <p:spPr>
          <a:xfrm xmlns:a="http://schemas.openxmlformats.org/drawingml/2006/main">
            <a:off x="5086350" y="2080289"/>
            <a:ext cx="6419850" cy="312604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3D3DC8-3265-4A3E-B694-B256F50EC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TAS supports orthogonal, diagonal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and arc axis grids.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F7BD6B-3395-413D-AF62-B204D518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Orthogonal, arc, and diagonal axis-grid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examples.</a:t>
            </a:r>
          </a:p>
        </p:txBody>
      </p:sp>
    </p:spTree>
    <p:extLst>
      <p:ext uri="{BB962C8B-B14F-4D97-AF65-F5344CB8AC3E}">
        <p14:creationId xmlns:p14="http://schemas.microsoft.com/office/powerpoint/2010/main" val="427896965"/>
      </p:ext>
    </p:extLst>
  </p:cSld>
</p:sld>
</file>

<file path=ppt/slides/slide61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241117-EBD5-480C-8A6E-128B79F4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A918DB-0058-4F17-A5DD-C4B9E454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437ADC-FA3E-4AA7-878B-EE2E4F9A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55D6E48-B1DC-41A0-9210-20B6C53A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Capture lines with Pick Sideline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25bc0307cc4462"/>
          <a:stretch xmlns:a="http://schemas.openxmlformats.org/drawingml/2006/main"/>
        </p:blipFill>
        <p:spPr>
          <a:xfrm xmlns:a="http://schemas.openxmlformats.org/drawingml/2006/main">
            <a:off x="5278765" y="1809750"/>
            <a:ext cx="6035019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18C77C-D5E8-429C-9673-AE36889E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For automatic identification, select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axis lines by layer or colour and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confirm.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6FD33B-EB92-4921-9D90-11E2B11B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Sideline with layer or colour selection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and selected axis lines.</a:t>
            </a:r>
          </a:p>
        </p:txBody>
      </p:sp>
    </p:spTree>
    <p:extLst>
      <p:ext uri="{BB962C8B-B14F-4D97-AF65-F5344CB8AC3E}">
        <p14:creationId xmlns:p14="http://schemas.microsoft.com/office/powerpoint/2010/main" val="1392711301"/>
      </p:ext>
    </p:extLst>
  </p:cSld>
</p:sld>
</file>

<file path=ppt/slides/slide61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E05D51-0D9C-4557-A03C-001025C4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B1B1B7-2F63-4AA0-98CC-E70BC241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35A83E-6446-432D-9962-F2D7128D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578FADA-E5D1-438F-AD82-4B1EB5A6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Capture labels with Pick Label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c0ae9ec111443b"/>
          <a:stretch xmlns:a="http://schemas.openxmlformats.org/drawingml/2006/main"/>
        </p:blipFill>
        <p:spPr>
          <a:xfrm xmlns:a="http://schemas.openxmlformats.org/drawingml/2006/main">
            <a:off x="5278765" y="1809750"/>
            <a:ext cx="6035019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F280C0-E259-409B-AC26-AAE7471F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Select axis labels using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appropriate layer or colour.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DB2C4D-8161-431F-A078-487729E9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Label with layer or colour selection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and selected axis labels.</a:t>
            </a:r>
          </a:p>
        </p:txBody>
      </p:sp>
    </p:spTree>
    <p:extLst>
      <p:ext uri="{BB962C8B-B14F-4D97-AF65-F5344CB8AC3E}">
        <p14:creationId xmlns:p14="http://schemas.microsoft.com/office/powerpoint/2010/main" val="2110312301"/>
      </p:ext>
    </p:extLst>
  </p:cSld>
</p:sld>
</file>

<file path=ppt/slides/slide61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8C82E7-8068-442B-B37F-8F8E4B283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624AE0-814B-47D1-AAD6-4B27EFA7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ACD6B0-9E6F-43AF-A288-66BD549A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EE8AFBC-970E-44D5-AED4-5C3F03C7F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Run Auto-Identify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3e7c92cb104346"/>
          <a:stretch xmlns:a="http://schemas.openxmlformats.org/drawingml/2006/main"/>
        </p:blipFill>
        <p:spPr>
          <a:xfrm xmlns:a="http://schemas.openxmlformats.org/drawingml/2006/main">
            <a:off x="5086350" y="1823252"/>
            <a:ext cx="6419850" cy="364012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DA1745-ED5E-4D3E-96FB-206BC15E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Check the generated axes against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source lines and labels.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C5A330-BC1E-4E29-A91F-D408BA05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Auto-Identify above an axis-grid plan.</a:t>
            </a:r>
          </a:p>
        </p:txBody>
      </p:sp>
    </p:spTree>
    <p:extLst>
      <p:ext uri="{BB962C8B-B14F-4D97-AF65-F5344CB8AC3E}">
        <p14:creationId xmlns:p14="http://schemas.microsoft.com/office/powerpoint/2010/main" val="298694781"/>
      </p:ext>
    </p:extLst>
  </p:cSld>
</p:sld>
</file>

<file path=ppt/slides/slide61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858C94-D1B0-4A7B-891A-83C28DA0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023945-A75D-40FC-9885-FE3BF8AF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C80D23-B23A-400B-9073-AB036667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C65E754-3815-4812-B94A-73154882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Create an orthogonal grid manually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c3fe2fe7cb42a7"/>
          <a:stretch xmlns:a="http://schemas.openxmlformats.org/drawingml/2006/main"/>
        </p:blipFill>
        <p:spPr>
          <a:xfrm xmlns:a="http://schemas.openxmlformats.org/drawingml/2006/main">
            <a:off x="5102867" y="1809750"/>
            <a:ext cx="6386816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EBCDAA-515D-4EA3-BDA9-013BCA04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Draw &gt; New Orthogonal Axis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Grid, enter numbering and distance,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position it, then select OK.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E092C4-A9F4-4E89-8864-1655C4209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New Orthogonal Axis Grid with direction,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numbering, and distance fields.</a:t>
            </a:r>
          </a:p>
        </p:txBody>
      </p:sp>
    </p:spTree>
    <p:extLst>
      <p:ext uri="{BB962C8B-B14F-4D97-AF65-F5344CB8AC3E}">
        <p14:creationId xmlns:p14="http://schemas.microsoft.com/office/powerpoint/2010/main" val="1140828511"/>
      </p:ext>
    </p:extLst>
  </p:cSld>
</p:sld>
</file>

<file path=ppt/slides/slide61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53CE62-57E2-4EEE-8BEE-F5EE5A8D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F4881E-3D0A-42BE-A2DD-AAFAE6BC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8BEA9B-3B67-4260-A1C2-761B094D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LEARNING CHECKLIST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A2CFD62-F482-4D02-9F6F-C8BAD280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Create Axis Grids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B08DF0-EEDC-4E03-9AAE-E503C2A6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2FB0BC-B838-4199-8EA0-9C9F32F0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main actions are 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35C076-EFAE-4E05-8816-299895D3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or results were checked against the source document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D45D98-D46D-4362-A0F1-733852EB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60783011"/>
      </p:ext>
    </p:extLst>
  </p:cSld>
</p:sld>
</file>

<file path=ppt/slides/slide62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A350FF-D061-418A-8EA5-FD043646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9D97E4-BD4C-471D-90D4-CF78AC9F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AF8EB1-F1E8-4142-9700-462C10590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LEARNING MATERIAL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E76C508-7E0C-45B3-A7B3-5DF92EF9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Identify Pile Caps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FBE070-1C9D-42BE-A72F-575F5521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Generate pile caps from recognisable lines and labels.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E6F619-920E-413C-B17E-83C45EF4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4D743B-D84C-4586-8784-F0F158D7E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Select Pick Sideline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CA530A-B414-4691-99E8-EB54CF90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Pick the pile-cap frame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CCCA4E-53ED-422C-8646-B926102F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Capture the pile-cap label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D679BB-FA35-43CB-BDA5-901B5647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Run Auto-Identify and inspect the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F15FE6-97A2-44E6-A670-4D48AE57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Review pile-cap quantities</a:t>
            </a:r>
          </a:p>
        </p:txBody>
      </p:sp>
    </p:spTree>
    <p:extLst>
      <p:ext uri="{BB962C8B-B14F-4D97-AF65-F5344CB8AC3E}">
        <p14:creationId xmlns:p14="http://schemas.microsoft.com/office/powerpoint/2010/main" val="912468701"/>
      </p:ext>
    </p:extLst>
  </p:cSld>
</p:sld>
</file>

<file path=ppt/slides/slide62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2F02D7-0D69-430B-A7B6-9ACF01E5F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D11F7F-E66C-43CD-85B1-E24DE201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838EEF-4B5B-4002-A3D8-475F103B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D4C606A-5F58-479C-B32C-F56AEDDF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Pick Sideline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886b1acf414d31"/>
          <a:stretch xmlns:a="http://schemas.openxmlformats.org/drawingml/2006/main"/>
        </p:blipFill>
        <p:spPr>
          <a:xfrm xmlns:a="http://schemas.openxmlformats.org/drawingml/2006/main">
            <a:off x="5086350" y="2004828"/>
            <a:ext cx="6419850" cy="327696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367F74-D31D-4DA3-A9B0-90A9E69D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Select by layer or colour on CAD or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vector PDFs containing line 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E3244D-CCBA-4370-AE05-84841C84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Sideline and the PC2 pile-cap frame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on the plan.</a:t>
            </a:r>
          </a:p>
        </p:txBody>
      </p:sp>
    </p:spTree>
    <p:extLst>
      <p:ext uri="{BB962C8B-B14F-4D97-AF65-F5344CB8AC3E}">
        <p14:creationId xmlns:p14="http://schemas.microsoft.com/office/powerpoint/2010/main" val="125428692"/>
      </p:ext>
    </p:extLst>
  </p:cSld>
</p:sld>
</file>

<file path=ppt/slides/slide62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939B10-BDFB-4FD4-B424-0AFB01C5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1247B4-BAF0-46E4-A785-92AF9A4E3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0A33AB-C62B-4BD3-BD3C-4758FB7A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DB10BEF-8612-4AA0-95DA-C844658C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Pick the pile-cap frame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39032e6514445f"/>
          <a:stretch xmlns:a="http://schemas.openxmlformats.org/drawingml/2006/main"/>
        </p:blipFill>
        <p:spPr>
          <a:xfrm xmlns:a="http://schemas.openxmlformats.org/drawingml/2006/main">
            <a:off x="5086350" y="2004828"/>
            <a:ext cx="6419850" cy="327696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74063F-11F4-4CB8-B729-94FEB006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Capture the complete pile-cap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boundary and confirm the selection.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AF9003-03D3-4609-AFB8-BCBA64F2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Sideline and the PC2 pile-cap frame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on the plan.</a:t>
            </a:r>
          </a:p>
        </p:txBody>
      </p:sp>
    </p:spTree>
    <p:extLst>
      <p:ext uri="{BB962C8B-B14F-4D97-AF65-F5344CB8AC3E}">
        <p14:creationId xmlns:p14="http://schemas.microsoft.com/office/powerpoint/2010/main" val="682970163"/>
      </p:ext>
    </p:extLst>
  </p:cSld>
</p:sld>
</file>

<file path=ppt/slides/slide62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BAC9E0-D816-4764-985D-4B45A9D5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DD2C4A-F3C6-4784-849E-3AE96217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8F8616-E072-4EB5-B2E9-01595311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FAE4851-9BBD-4F1B-B8FB-83C390CB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Capture the pile-cap label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336ab8a0014a45"/>
          <a:stretch xmlns:a="http://schemas.openxmlformats.org/drawingml/2006/main"/>
        </p:blipFill>
        <p:spPr>
          <a:xfrm xmlns:a="http://schemas.openxmlformats.org/drawingml/2006/main">
            <a:off x="5086350" y="1814805"/>
            <a:ext cx="6419850" cy="365701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E48D07-CDEA-48D1-99B2-F2A18804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Pick Label to select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corresponding element name.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B9BCB4-A289-4B9F-BDA4-6A643F0E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Label and the PC2 text on the pile-cap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plan.</a:t>
            </a:r>
          </a:p>
        </p:txBody>
      </p:sp>
    </p:spTree>
    <p:extLst>
      <p:ext uri="{BB962C8B-B14F-4D97-AF65-F5344CB8AC3E}">
        <p14:creationId xmlns:p14="http://schemas.microsoft.com/office/powerpoint/2010/main" val="278500478"/>
      </p:ext>
    </p:extLst>
  </p:cSld>
</p:sld>
</file>

<file path=ppt/slides/slide62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BCF9FF-678F-4616-8843-9E1208C0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913CB8-45F3-43A0-A0D3-DDE1F011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19EFDE-97A3-48FE-B337-5805A836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5051FB5-EBE3-4EED-A620-3ED6146E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Run Auto-Identify and inspect the result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0d7441e34040c7"/>
          <a:stretch xmlns:a="http://schemas.openxmlformats.org/drawingml/2006/main"/>
        </p:blipFill>
        <p:spPr>
          <a:xfrm xmlns:a="http://schemas.openxmlformats.org/drawingml/2006/main">
            <a:off x="5086350" y="2118285"/>
            <a:ext cx="6419850" cy="305005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5C6743-5935-4688-9378-098B3C2D4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Review the position and size of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generated pile caps.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CC5B36-891C-4F3E-A461-9E7A7D854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Auto-Identify with pile-cap outlines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resulting 3D model.</a:t>
            </a:r>
          </a:p>
        </p:txBody>
      </p:sp>
    </p:spTree>
    <p:extLst>
      <p:ext uri="{BB962C8B-B14F-4D97-AF65-F5344CB8AC3E}">
        <p14:creationId xmlns:p14="http://schemas.microsoft.com/office/powerpoint/2010/main" val="1205776639"/>
      </p:ext>
    </p:extLst>
  </p:cSld>
</p:sld>
</file>

<file path=ppt/slides/slide62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28FE0B-12AA-400D-B407-8ACA8429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63E6FF-F0A6-4BC7-A5E7-F7F4A5C47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1FB760-8EB3-4834-AA52-A0DEE22C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C30C2B1-F719-4B4B-A512-FF449693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Review pile-cap quantities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4891edff824865"/>
          <a:stretch xmlns:a="http://schemas.openxmlformats.org/drawingml/2006/main"/>
        </p:blipFill>
        <p:spPr>
          <a:xfrm xmlns:a="http://schemas.openxmlformats.org/drawingml/2006/main">
            <a:off x="5086350" y="2421185"/>
            <a:ext cx="6419850" cy="244425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D62FBF-288F-407A-A03B-29A76E94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Check Volume for concrete and Area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of Formwork for formwork.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C03A0C-8FFF-40AB-960C-085A07FF6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pile-cap table with Volume and Area of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Formwork.</a:t>
            </a:r>
          </a:p>
        </p:txBody>
      </p:sp>
    </p:spTree>
    <p:extLst>
      <p:ext uri="{BB962C8B-B14F-4D97-AF65-F5344CB8AC3E}">
        <p14:creationId xmlns:p14="http://schemas.microsoft.com/office/powerpoint/2010/main" val="1277906230"/>
      </p:ext>
    </p:extLst>
  </p:cSld>
</p:sld>
</file>

<file path=ppt/slides/slide62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3B2F17-048E-48AA-9B00-C8FEA7A4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D70D59-ADD2-4D34-AACC-85422B5C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3461D6-BB97-4DFD-8D52-9455128F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LEARNING CHECKLIST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27A980C-F921-4482-ABFC-506A0AE3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Identify Pile Caps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80C9D5-5DD3-4921-9942-69FA8464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59BF6B-1B11-4B52-87CB-FC03473D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main actions are 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7C6F05-A193-434B-8CC0-30647E96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or results were checked against the source document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6B7D03-F6E5-4A88-99EF-D53C4F62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57741073"/>
      </p:ext>
    </p:extLst>
  </p:cSld>
</p:sld>
</file>

<file path=ppt/slides/slide62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F8F831-CA3B-46B3-B71D-7119D37A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C7DBFC-933A-48CF-937E-54D3C91D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868F45-FC37-448B-95F7-B111BF91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LEARNING MATERIAL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AC3CC71-5FD1-4390-A058-6AB7A06F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Identify Columns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B48878-E977-4889-A19C-A2EC65A7E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Generate columns and check their three-dimensional model.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AEB945-B3DF-447A-A5B6-3860B53F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404CF7-2448-4734-9FC4-B79F5EE1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Recognise relevant column types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0CB482-3887-4AD5-A24E-4E4D1B3C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Select outlines with Pick Sideline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C46428-D71F-4253-8CF9-3E790032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Select names with Pick Label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4BF3B5-3C6A-46B2-819A-CDDED0788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Run Auto-Identify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D61D9E-2056-4A20-B76F-621EF53E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Inspect columns in 3D</a:t>
            </a:r>
          </a:p>
        </p:txBody>
      </p:sp>
    </p:spTree>
    <p:extLst>
      <p:ext uri="{BB962C8B-B14F-4D97-AF65-F5344CB8AC3E}">
        <p14:creationId xmlns:p14="http://schemas.microsoft.com/office/powerpoint/2010/main" val="649737171"/>
      </p:ext>
    </p:extLst>
  </p:cSld>
</p:sld>
</file>

<file path=ppt/slides/slide62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67EB57-3116-49FA-8943-8120CBBA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FC66E3-88EF-4BCF-800A-1C620543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F5ED2A-0C7C-4E06-A54D-C3C8B36E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99B4AA7-29B5-4B31-B737-F65CC5385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Recognise relevant column types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43727328b14cdc"/>
          <a:stretch xmlns:a="http://schemas.openxmlformats.org/drawingml/2006/main"/>
        </p:blipFill>
        <p:spPr>
          <a:xfrm xmlns:a="http://schemas.openxmlformats.org/drawingml/2006/main">
            <a:off x="5086350" y="2096342"/>
            <a:ext cx="6419850" cy="309394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D58DFB-C09B-4912-A2C1-CC911ED68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Manual examples include round,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slanted, composite and steel columns.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C86E8C-9121-4619-AD4D-2088AAFA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Composite, round, steel, and slanted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column examples.</a:t>
            </a:r>
          </a:p>
        </p:txBody>
      </p:sp>
    </p:spTree>
    <p:extLst>
      <p:ext uri="{BB962C8B-B14F-4D97-AF65-F5344CB8AC3E}">
        <p14:creationId xmlns:p14="http://schemas.microsoft.com/office/powerpoint/2010/main" val="1703567999"/>
      </p:ext>
    </p:extLst>
  </p:cSld>
</p:sld>
</file>

<file path=ppt/slides/slide63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1911CE-5605-441B-96A9-B431F3F7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F98A11-78E4-4265-8875-0EFADCA3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0956A5-DABD-4D62-B90C-53E591CC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80E79D0-0276-4238-B6FD-A005B097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outlines with Pick Sideline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8850f030ab46aa"/>
          <a:stretch xmlns:a="http://schemas.openxmlformats.org/drawingml/2006/main"/>
        </p:blipFill>
        <p:spPr>
          <a:xfrm xmlns:a="http://schemas.openxmlformats.org/drawingml/2006/main">
            <a:off x="5086350" y="2020535"/>
            <a:ext cx="6419850" cy="324555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195078-0157-45F1-8CCA-A4935E2E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a layer or colour containing only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column boundary lines.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9D00EC-B704-4443-8533-33CFF3C4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Sideline and the K2 column outline on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plan.</a:t>
            </a:r>
          </a:p>
        </p:txBody>
      </p:sp>
    </p:spTree>
    <p:extLst>
      <p:ext uri="{BB962C8B-B14F-4D97-AF65-F5344CB8AC3E}">
        <p14:creationId xmlns:p14="http://schemas.microsoft.com/office/powerpoint/2010/main" val="988426995"/>
      </p:ext>
    </p:extLst>
  </p:cSld>
</p:sld>
</file>

<file path=ppt/slides/slide63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2DA4D4-5D32-42A7-9391-2BE226E7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D725A8-BE5A-4730-8D37-07E4B327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F6FB7A-AB49-4116-9305-F8CD0C69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C587B8D-CEF3-42E0-83D7-0BFFB8C1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names with Pick Label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61f02671f54ba6"/>
          <a:stretch xmlns:a="http://schemas.openxmlformats.org/drawingml/2006/main"/>
        </p:blipFill>
        <p:spPr>
          <a:xfrm xmlns:a="http://schemas.openxmlformats.org/drawingml/2006/main">
            <a:off x="5086350" y="2012900"/>
            <a:ext cx="6419850" cy="326082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AA7E42-32E7-4DC0-AC61-D050B48B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Capture column labels corresponding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to the selected outlines.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6BB813-6FF2-466E-8ECA-CF7A703B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Label and the K2 text on the column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plan.</a:t>
            </a:r>
          </a:p>
        </p:txBody>
      </p:sp>
    </p:spTree>
    <p:extLst>
      <p:ext uri="{BB962C8B-B14F-4D97-AF65-F5344CB8AC3E}">
        <p14:creationId xmlns:p14="http://schemas.microsoft.com/office/powerpoint/2010/main" val="1728275567"/>
      </p:ext>
    </p:extLst>
  </p:cSld>
</p:sld>
</file>

<file path=ppt/slides/slide63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7FE4D3-7DBF-416D-932C-27FEFDEF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AACB32-3E85-4926-BA0C-66779633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D85E5C-8462-4851-AEC7-54DBACCF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F053C13-5CF2-4D66-B979-6B6490AE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Run Auto-Identify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369ce8e7b94e9b"/>
          <a:stretch xmlns:a="http://schemas.openxmlformats.org/drawingml/2006/main"/>
        </p:blipFill>
        <p:spPr>
          <a:xfrm xmlns:a="http://schemas.openxmlformats.org/drawingml/2006/main">
            <a:off x="5086350" y="2064263"/>
            <a:ext cx="6419850" cy="31581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98D711-7846-40F4-B987-56D4EEEB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Generate elements after selecting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lines and labels.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20B88D-7A8A-47F7-93A8-029AFDFD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Auto-Identify with outlines and purple 3D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column results.</a:t>
            </a:r>
          </a:p>
        </p:txBody>
      </p:sp>
    </p:spTree>
    <p:extLst>
      <p:ext uri="{BB962C8B-B14F-4D97-AF65-F5344CB8AC3E}">
        <p14:creationId xmlns:p14="http://schemas.microsoft.com/office/powerpoint/2010/main" val="574953215"/>
      </p:ext>
    </p:extLst>
  </p:cSld>
</p:sld>
</file>

<file path=ppt/slides/slide63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49CB9C-E890-45B4-8EFF-8D70F825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474A4B-5491-48D2-9E2D-ED65E114A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78FB4C-6EC6-4E1A-85E6-F9EE3B36F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C1DF71F-0D72-4AA2-8CCA-8BA33D64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Inspect columns in 3D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35951e84e743ba"/>
          <a:stretch xmlns:a="http://schemas.openxmlformats.org/drawingml/2006/main"/>
        </p:blipFill>
        <p:spPr>
          <a:xfrm xmlns:a="http://schemas.openxmlformats.org/drawingml/2006/main">
            <a:off x="5086350" y="2064263"/>
            <a:ext cx="6419850" cy="31581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B1F6E9-45B2-4F30-9C46-2C6BA645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Review position, size and floor in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generated model.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98623F-D2BE-46DA-A135-F3E674E6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Auto-Identify with outlines and purple 3D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column results.</a:t>
            </a:r>
          </a:p>
        </p:txBody>
      </p:sp>
    </p:spTree>
    <p:extLst>
      <p:ext uri="{BB962C8B-B14F-4D97-AF65-F5344CB8AC3E}">
        <p14:creationId xmlns:p14="http://schemas.microsoft.com/office/powerpoint/2010/main" val="709250781"/>
      </p:ext>
    </p:extLst>
  </p:cSld>
</p:sld>
</file>

<file path=ppt/slides/slide63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50D848-2537-4E73-948A-96B23B14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A9C14C-76B8-4F2A-9A91-070B35C6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309F8E-E34E-44A5-BAD7-E00EC31B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LEARNING CHECKLIST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121C0C8-8322-45EB-843A-E730D71EF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Identify Columns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F1E21F-9B47-486C-8CCC-1ECC1633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901845-F84B-4EA6-96DD-AA2F3D15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main actions are 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287B75-588E-4F3B-8795-77331CA4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or results were checked against the source document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41CEE6-9CD7-4013-8D14-0ACB1D38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159690498"/>
      </p:ext>
    </p:extLst>
  </p:cSld>
</p:sld>
</file>

<file path=ppt/slides/slide63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92F66A-CF32-4C92-87A3-28C5725D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C2895F-2420-421E-9B45-4B03D23D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5B8908-31DC-4B00-9BD2-D9D7C5D8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LEARNING MATERIAL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DAF8CD6-3E52-4074-B64F-EFC891F9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Identify and Check Beams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EB248B-2329-4DB2-AE22-96DB57A1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Generate beams, correct errors and review their quantities.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6D2DCA-1BB3-4B82-B202-413D9646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CF023D-DBF9-4120-AEF0-8FD56C06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Select beam lines with Pick Sideline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AB33E8-03FF-4EB5-B6D3-8E264FC3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Select labels with Pick Label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0FD87A-C971-4C6F-8955-AF948107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Run Auto-Identify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0BE93A-13E0-46CF-81D6-DD67A96CA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Perform the Identification Check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9C925F-74EE-4021-A2EF-8C1F53C8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Review beam quantities</a:t>
            </a:r>
          </a:p>
        </p:txBody>
      </p:sp>
    </p:spTree>
    <p:extLst>
      <p:ext uri="{BB962C8B-B14F-4D97-AF65-F5344CB8AC3E}">
        <p14:creationId xmlns:p14="http://schemas.microsoft.com/office/powerpoint/2010/main" val="1736640391"/>
      </p:ext>
    </p:extLst>
  </p:cSld>
</p:sld>
</file>

<file path=ppt/slides/slide63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F95430-C6D4-4FA9-A269-15815D00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83858F-E29F-401C-9BC6-1CD066C12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256F5B-8448-4B40-B4CF-347FDB463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78C70EA-B01F-4D73-A8DC-297BA9A8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beam lines with Pick Sideline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96545a5ca74a75"/>
          <a:stretch xmlns:a="http://schemas.openxmlformats.org/drawingml/2006/main"/>
        </p:blipFill>
        <p:spPr>
          <a:xfrm xmlns:a="http://schemas.openxmlformats.org/drawingml/2006/main">
            <a:off x="5086350" y="2060016"/>
            <a:ext cx="6419850" cy="316659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E6BF5D-6B97-472F-A933-5E3757E3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the appropriate layer or colour to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capture beam boundaries.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A78F7C-2D8E-4142-A73A-0A529C1E1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Sideline and beam boundary lines on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plan.</a:t>
            </a:r>
          </a:p>
        </p:txBody>
      </p:sp>
    </p:spTree>
    <p:extLst>
      <p:ext uri="{BB962C8B-B14F-4D97-AF65-F5344CB8AC3E}">
        <p14:creationId xmlns:p14="http://schemas.microsoft.com/office/powerpoint/2010/main" val="633405335"/>
      </p:ext>
    </p:extLst>
  </p:cSld>
</p:sld>
</file>

<file path=ppt/slides/slide63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2ED164-C80D-4CC9-890F-86D219F0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681A1A-3019-46CF-9860-A79C3B07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DAAA67-A73D-45E9-8625-50DC9E5F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404C746-B0FE-44C7-BF71-950CAB6E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labels with Pick Label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f916b942ab4851"/>
          <a:stretch xmlns:a="http://schemas.openxmlformats.org/drawingml/2006/main"/>
        </p:blipFill>
        <p:spPr>
          <a:xfrm xmlns:a="http://schemas.openxmlformats.org/drawingml/2006/main">
            <a:off x="5086350" y="1987879"/>
            <a:ext cx="6419850" cy="331086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359FCC-2724-44A2-B547-8F553A04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Capture beam names associated with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selected lines.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15AA46-6927-42F8-B27B-E1529377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Label, the 1B2 300x700 label,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Auto-Identify.</a:t>
            </a:r>
          </a:p>
        </p:txBody>
      </p:sp>
    </p:spTree>
    <p:extLst>
      <p:ext uri="{BB962C8B-B14F-4D97-AF65-F5344CB8AC3E}">
        <p14:creationId xmlns:p14="http://schemas.microsoft.com/office/powerpoint/2010/main" val="178191505"/>
      </p:ext>
    </p:extLst>
  </p:cSld>
</p:sld>
</file>

<file path=ppt/slides/slide63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FEECAE-7587-458E-84BD-62909589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AB043A-FBB9-4126-B007-14F0DD16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1FE2DB-08C1-4C35-8389-7D375364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13C9ED2-5714-416D-BB8D-A5EF9081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Run Auto-Identify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2bdc987f644ea6"/>
          <a:stretch xmlns:a="http://schemas.openxmlformats.org/drawingml/2006/main"/>
        </p:blipFill>
        <p:spPr>
          <a:xfrm xmlns:a="http://schemas.openxmlformats.org/drawingml/2006/main">
            <a:off x="5086350" y="1987879"/>
            <a:ext cx="6419850" cy="331086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5DC662-D7D0-4A39-A64A-67403D21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Generate the beam model after line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and label data is complete.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AF9600-79CD-47F3-8CAF-C409DEE6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Label, the 1B2 300x700 label,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Auto-Identify.</a:t>
            </a:r>
          </a:p>
        </p:txBody>
      </p:sp>
    </p:spTree>
    <p:extLst>
      <p:ext uri="{BB962C8B-B14F-4D97-AF65-F5344CB8AC3E}">
        <p14:creationId xmlns:p14="http://schemas.microsoft.com/office/powerpoint/2010/main" val="279323775"/>
      </p:ext>
    </p:extLst>
  </p:cSld>
</p:sld>
</file>

<file path=ppt/slides/slide63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5E5BAF-8664-4E8B-B139-5363D7C8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6FE008-5D38-42D8-BCD5-82A360B9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3D70ED-3032-4AB1-BDA7-1AEDD489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0ADEC35-7306-467B-A6D3-774A64E8C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Perform the Identification Check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2f3236b36a4696"/>
          <a:stretch xmlns:a="http://schemas.openxmlformats.org/drawingml/2006/main"/>
        </p:blipFill>
        <p:spPr>
          <a:xfrm xmlns:a="http://schemas.openxmlformats.org/drawingml/2006/main">
            <a:off x="5086350" y="2108916"/>
            <a:ext cx="6419850" cy="306879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734947-BF76-4079-9749-FC611FBC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Check and modify incorrect elements,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then confirm the updated 3D model.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183A6B-0C0B-4EF2-B2FE-4FF415C0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Identification Check, its error list, the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Attribute Editor, and a 3D beam model.</a:t>
            </a:r>
          </a:p>
        </p:txBody>
      </p:sp>
    </p:spTree>
    <p:extLst>
      <p:ext uri="{BB962C8B-B14F-4D97-AF65-F5344CB8AC3E}">
        <p14:creationId xmlns:p14="http://schemas.microsoft.com/office/powerpoint/2010/main" val="1590237577"/>
      </p:ext>
    </p:extLst>
  </p:cSld>
</p:sld>
</file>

<file path=ppt/slides/slide64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0BAD08-EEF5-43D7-A0A1-69693976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4C45B9-70DD-47D5-B046-B9165D7F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D6EAB7-EEBB-4753-ACB6-CBD3CC08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06A1B90-16B7-4685-9EAE-1D2B9018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Review beam quantities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f04e7ced3749c9"/>
          <a:stretch xmlns:a="http://schemas.openxmlformats.org/drawingml/2006/main"/>
        </p:blipFill>
        <p:spPr>
          <a:xfrm xmlns:a="http://schemas.openxmlformats.org/drawingml/2006/main">
            <a:off x="5086350" y="2418649"/>
            <a:ext cx="6419850" cy="24493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64BF02-4E44-41A2-8EFB-1E550BAD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Check concrete Volume and Area of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Formwork.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3A8E57-6B5C-41B2-AA43-A0F539546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beam table with Volume and Area of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Formwork.</a:t>
            </a:r>
          </a:p>
        </p:txBody>
      </p:sp>
    </p:spTree>
    <p:extLst>
      <p:ext uri="{BB962C8B-B14F-4D97-AF65-F5344CB8AC3E}">
        <p14:creationId xmlns:p14="http://schemas.microsoft.com/office/powerpoint/2010/main" val="767307975"/>
      </p:ext>
    </p:extLst>
  </p:cSld>
</p:sld>
</file>

<file path=ppt/slides/slide64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C5A1FD-CD74-4140-AD9B-9AAE614E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4A4BB2-7B76-4DB0-B20E-48AC8619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F095E8-A11B-41E8-B57C-49A18922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LEARNING CHECKLIST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DA1C072-DDE5-46B6-9E32-40F50507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Identify and Check Beams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424AA3-C7D2-4CDB-8347-19611C18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A31CBA-3B50-4284-991C-55C736F3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main actions are 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45D651-A97F-4C24-8F14-A84AFC39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or results were checked against the source document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465537-A744-475E-82C6-81A705C4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1136258913"/>
      </p:ext>
    </p:extLst>
  </p:cSld>
</p:sld>
</file>

<file path=ppt/slides/slide64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CB1351-F74A-4091-8200-45752E9C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91AAD4-E552-4950-B6A3-86181F205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6F80BC-033B-42FF-A074-004EF0DA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LEARNING MATERIAL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75E547D-9142-4725-9FCF-98D9B572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Identify Slabs and Slab Openings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F45297-4A81-4B6F-9447-F36EA96C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Generate slabs and openings with correct thickness and boundaries.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D219B2-1F4C-458C-B481-B1517F35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209300-2164-46D1-A50E-9A5D3DB9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Recognise slab types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909AEA-97F1-472D-BE4A-6BA3A991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Capture slab labels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5BA286-D940-4FA0-9C15-1236ED65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Select Slab Opening 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21111F-3557-4A49-8B9C-A9C43FF13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Run Identify Slab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299C22-1821-4CBD-ACD0-7FA36BF4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Check results and quantities</a:t>
            </a:r>
          </a:p>
        </p:txBody>
      </p:sp>
    </p:spTree>
    <p:extLst>
      <p:ext uri="{BB962C8B-B14F-4D97-AF65-F5344CB8AC3E}">
        <p14:creationId xmlns:p14="http://schemas.microsoft.com/office/powerpoint/2010/main" val="23530974"/>
      </p:ext>
    </p:extLst>
  </p:cSld>
</p:sld>
</file>

<file path=ppt/slides/slide64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8AB6F1-6369-4C75-AFDC-6530E5AA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32A80E-56E9-4718-AC6E-E83C5889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594742-0F58-4F80-8AD7-6E69BA70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EA6233F-7B42-45AB-A505-D8D04134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Recognise slab types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c34575f31b42dc"/>
          <a:stretch xmlns:a="http://schemas.openxmlformats.org/drawingml/2006/main"/>
        </p:blipFill>
        <p:spPr>
          <a:xfrm xmlns:a="http://schemas.openxmlformats.org/drawingml/2006/main">
            <a:off x="5086350" y="2083803"/>
            <a:ext cx="6419850" cy="311901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3ED18F-28BE-4CD2-A049-DD0432DE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Manual examples include in-situ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slabs, bondek slabs and spiral ramps.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A4C04B-163D-4BBF-A179-C23EC89C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In-situ slab, spiral ramp, and bondek slab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examples.</a:t>
            </a:r>
          </a:p>
        </p:txBody>
      </p:sp>
    </p:spTree>
    <p:extLst>
      <p:ext uri="{BB962C8B-B14F-4D97-AF65-F5344CB8AC3E}">
        <p14:creationId xmlns:p14="http://schemas.microsoft.com/office/powerpoint/2010/main" val="32427142"/>
      </p:ext>
    </p:extLst>
  </p:cSld>
</p:sld>
</file>

<file path=ppt/slides/slide64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68D0AC-98DD-49D8-843E-8371C49B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746131-9436-4A54-B8BB-7667F446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C46231-58C0-47DC-9EE0-46189952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DE6077A-E437-4EBF-9D6B-E0EEA8D4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Capture slab labels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67c07270f3481c"/>
          <a:stretch xmlns:a="http://schemas.openxmlformats.org/drawingml/2006/main"/>
        </p:blipFill>
        <p:spPr>
          <a:xfrm xmlns:a="http://schemas.openxmlformats.org/drawingml/2006/main">
            <a:off x="5086350" y="2044241"/>
            <a:ext cx="6419850" cy="319814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9DA611-AE1C-4654-B1AB-3DF6E8A3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Pick Label with selection by layer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or colour.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12BB40-56E3-400B-AF1B-89582802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Label and the S1 slab label on the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plan.</a:t>
            </a:r>
          </a:p>
        </p:txBody>
      </p:sp>
    </p:spTree>
    <p:extLst>
      <p:ext uri="{BB962C8B-B14F-4D97-AF65-F5344CB8AC3E}">
        <p14:creationId xmlns:p14="http://schemas.microsoft.com/office/powerpoint/2010/main" val="1600107966"/>
      </p:ext>
    </p:extLst>
  </p:cSld>
</p:sld>
</file>

<file path=ppt/slides/slide64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327EC5-1EA8-462A-A851-6D21D7F1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9768AC-F29C-4C1B-9C71-32D667FF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7574A3-AD4F-40DE-B572-860622911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EA44C5B-2A5E-4E48-9031-18AB1065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Slab Opening Line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7724a6328b42a3"/>
          <a:stretch xmlns:a="http://schemas.openxmlformats.org/drawingml/2006/main"/>
        </p:blipFill>
        <p:spPr>
          <a:xfrm xmlns:a="http://schemas.openxmlformats.org/drawingml/2006/main">
            <a:off x="5086350" y="2081281"/>
            <a:ext cx="6419850" cy="312406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695E06-9EEF-4E8B-889A-556BA2C5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Capture opening boundaries by layer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or colour and confirm.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D2CD77-8186-426C-B82F-12004936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Slab Opening Line and an opening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boundary on the plan.</a:t>
            </a:r>
          </a:p>
        </p:txBody>
      </p:sp>
    </p:spTree>
    <p:extLst>
      <p:ext uri="{BB962C8B-B14F-4D97-AF65-F5344CB8AC3E}">
        <p14:creationId xmlns:p14="http://schemas.microsoft.com/office/powerpoint/2010/main" val="316450456"/>
      </p:ext>
    </p:extLst>
  </p:cSld>
</p:sld>
</file>

<file path=ppt/slides/slide64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2BFA4E-B355-463C-8BE8-441417F0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AA08B7-7696-4544-9B51-F5FB56B1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006B67-A351-4C1B-8C62-0C4297C3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EEBADCE-43F8-4C2D-8C0A-398ED755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Run Identify Slab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179ed612394484"/>
          <a:stretch xmlns:a="http://schemas.openxmlformats.org/drawingml/2006/main"/>
        </p:blipFill>
        <p:spPr>
          <a:xfrm xmlns:a="http://schemas.openxmlformats.org/drawingml/2006/main">
            <a:off x="5086350" y="2070806"/>
            <a:ext cx="6419850" cy="31450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8473B7-D666-4FD1-9076-3CCFAACF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Review Slab Identification Option and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correct thickness when required.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0494DB-F21E-4A58-80BD-BD94E2B7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Identify Slab, identification options, the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thickness table, and a 3D model.</a:t>
            </a:r>
          </a:p>
        </p:txBody>
      </p:sp>
    </p:spTree>
    <p:extLst>
      <p:ext uri="{BB962C8B-B14F-4D97-AF65-F5344CB8AC3E}">
        <p14:creationId xmlns:p14="http://schemas.microsoft.com/office/powerpoint/2010/main" val="948248041"/>
      </p:ext>
    </p:extLst>
  </p:cSld>
</p:sld>
</file>

<file path=ppt/slides/slide64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166237-0D96-445F-9E57-BB7282F4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A4E807-0723-4C1D-B1FE-CC0BD04C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585DC7-F407-4151-B158-52DAFEDB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014C523-CA7F-443A-8FE4-992041BE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Check results and quantities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ec03de99bb4ccc"/>
          <a:stretch xmlns:a="http://schemas.openxmlformats.org/drawingml/2006/main"/>
        </p:blipFill>
        <p:spPr>
          <a:xfrm xmlns:a="http://schemas.openxmlformats.org/drawingml/2006/main">
            <a:off x="5086350" y="2098674"/>
            <a:ext cx="6419850" cy="308927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818B77-2699-46F7-829F-567BD0D0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Review Volume, Area of Formwork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and side-formwork length at edges or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breaks.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40D323-7491-4C86-A430-B761A6CF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slab table with Volume, soffit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formwork, and edge and break lengths.</a:t>
            </a:r>
          </a:p>
        </p:txBody>
      </p:sp>
    </p:spTree>
    <p:extLst>
      <p:ext uri="{BB962C8B-B14F-4D97-AF65-F5344CB8AC3E}">
        <p14:creationId xmlns:p14="http://schemas.microsoft.com/office/powerpoint/2010/main" val="734847234"/>
      </p:ext>
    </p:extLst>
  </p:cSld>
</p:sld>
</file>

<file path=ppt/slides/slide64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1C3AB0-74AD-411B-888B-DBEA735F6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CB8B61-D539-4DAD-BC19-E922E38A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B12A31-7809-4F8B-8BC4-722F8F66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LEARNING CHECKLIST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1C2B9EA-87A7-4A5B-9417-8A65645B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Identify Slabs and Slab Openings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89ACE8-F206-4B78-B0F0-36B12CD6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EA8A06-5407-4997-BDF8-94D25522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main actions are 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65C8F0-C90C-4C76-A46F-CB28DF41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or results were checked against the source document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8B6EB7-CC93-4A68-B926-A0B7330E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1755889654"/>
      </p:ext>
    </p:extLst>
  </p:cSld>
</p:sld>
</file>

<file path=ppt/slides/slide64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422A7A-1795-4AA6-9729-F53F3737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416BD0-0B8D-4473-882C-5D8D08D8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D23719-15A0-42F6-B614-21EC11F8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LEARNING MATERIAL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66AB9C9-DA55-4087-BC21-7E89066D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Identify Structural Walls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8EE710-0C97-4770-AFA3-28C23870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Generate concrete walls and review structural quantities.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AE3258-FDC6-4F0E-8CBF-AE12735E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912BEB-EE94-46CB-ACBB-65C957A5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Select Pick Concrete Wall Sideline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B41CE4-889A-4AA6-A0E9-A85B303F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Select structural-wall lines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842D65-772E-4F42-AFD3-130E57E0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Select names with Pick Label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9B53FB-E43C-4284-865D-32063E59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Run Auto Identify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EA9107-2463-4B9A-9FEF-9BBF024C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Review structural-wall quantities</a:t>
            </a:r>
          </a:p>
        </p:txBody>
      </p:sp>
    </p:spTree>
    <p:extLst>
      <p:ext uri="{BB962C8B-B14F-4D97-AF65-F5344CB8AC3E}">
        <p14:creationId xmlns:p14="http://schemas.microsoft.com/office/powerpoint/2010/main" val="2082773629"/>
      </p:ext>
    </p:extLst>
  </p:cSld>
</p:sld>
</file>

<file path=ppt/slides/slide65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D813A4-421D-432F-A5DD-5C750F2C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91EA7A-0DE4-4B7F-86EE-D3FCB332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F75790-F783-40FE-B591-49EB72FB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6322157-0D52-46CF-BBA8-FDF4842C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Pick Concrete Wall Sideline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53183fd7804ecf"/>
          <a:stretch xmlns:a="http://schemas.openxmlformats.org/drawingml/2006/main"/>
        </p:blipFill>
        <p:spPr>
          <a:xfrm xmlns:a="http://schemas.openxmlformats.org/drawingml/2006/main">
            <a:off x="5234713" y="1809750"/>
            <a:ext cx="612312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9EA4EF-474C-4F68-9893-8F84880E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layer or colour selection on CAD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or vector PDFs containing line 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BCA267-9DA8-4D57-8E94-80AFBC46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Concrete Wall Sideline and selected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structural-wall lines.</a:t>
            </a:r>
          </a:p>
        </p:txBody>
      </p:sp>
    </p:spTree>
    <p:extLst>
      <p:ext uri="{BB962C8B-B14F-4D97-AF65-F5344CB8AC3E}">
        <p14:creationId xmlns:p14="http://schemas.microsoft.com/office/powerpoint/2010/main" val="430966554"/>
      </p:ext>
    </p:extLst>
  </p:cSld>
</p:sld>
</file>

<file path=ppt/slides/slide65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CF568C-8221-45B7-898D-DFADDC82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AD4D74-D307-41E2-B526-9FADFCCD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711F28-7DFF-49DA-B769-9FE9BA975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C12C816-E8A3-4BD0-9896-43C72313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structural-wall lines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473084b3a145cd"/>
          <a:stretch xmlns:a="http://schemas.openxmlformats.org/drawingml/2006/main"/>
        </p:blipFill>
        <p:spPr>
          <a:xfrm xmlns:a="http://schemas.openxmlformats.org/drawingml/2006/main">
            <a:off x="5234713" y="1809750"/>
            <a:ext cx="612312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28BE51-441B-47E7-AE58-E47EC980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Capture complete concrete-wall lines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and confirm.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198BE1-E28D-48EB-BD1B-8BEA54DE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Concrete Wall Sideline and selected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structural-wall lines.</a:t>
            </a:r>
          </a:p>
        </p:txBody>
      </p:sp>
    </p:spTree>
    <p:extLst>
      <p:ext uri="{BB962C8B-B14F-4D97-AF65-F5344CB8AC3E}">
        <p14:creationId xmlns:p14="http://schemas.microsoft.com/office/powerpoint/2010/main" val="741804178"/>
      </p:ext>
    </p:extLst>
  </p:cSld>
</p:sld>
</file>

<file path=ppt/slides/slide65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BC2FB9-3067-41A8-8D18-F767F900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EDD179-B40E-4594-8EEF-01BC2D21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6C3C9C-40BE-48D8-8FBC-047D1BE5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B8F96CC-8D91-46C0-834B-5C1CE9DC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names with Pick Label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45901127f249b5"/>
          <a:stretch xmlns:a="http://schemas.openxmlformats.org/drawingml/2006/main"/>
        </p:blipFill>
        <p:spPr>
          <a:xfrm xmlns:a="http://schemas.openxmlformats.org/drawingml/2006/main">
            <a:off x="5105990" y="1809750"/>
            <a:ext cx="6380570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1D3A69-A40F-4665-BC65-AC67D897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Associate concrete-wall labels with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selected lines.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D9163B-F374-4627-9936-D843E6FC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Wall Label and the RC WALL 1 text.</a:t>
            </a:r>
          </a:p>
        </p:txBody>
      </p:sp>
    </p:spTree>
    <p:extLst>
      <p:ext uri="{BB962C8B-B14F-4D97-AF65-F5344CB8AC3E}">
        <p14:creationId xmlns:p14="http://schemas.microsoft.com/office/powerpoint/2010/main" val="1404079051"/>
      </p:ext>
    </p:extLst>
  </p:cSld>
</p:sld>
</file>

<file path=ppt/slides/slide65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49249E-5A53-4740-9362-AE5E34F0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47F879-215C-4B17-98DE-95653CAC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A6937B-0C1B-4B9D-8B18-19F45F31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6FC3EBE-0E3E-4D40-874F-7E149FE4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Run Auto Identify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87a9ff014644ce"/>
          <a:stretch xmlns:a="http://schemas.openxmlformats.org/drawingml/2006/main"/>
        </p:blipFill>
        <p:spPr>
          <a:xfrm xmlns:a="http://schemas.openxmlformats.org/drawingml/2006/main">
            <a:off x="5086350" y="1976233"/>
            <a:ext cx="6419850" cy="333415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B9F06B-F686-47AB-AAAA-F82E5945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Confirm the information prompt and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check the generated walls.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0A43D4-5EA1-49A3-B7C3-EF9D6058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Auto-Identify, its confirmation dialog,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resulting 3D walls.</a:t>
            </a:r>
          </a:p>
        </p:txBody>
      </p:sp>
    </p:spTree>
    <p:extLst>
      <p:ext uri="{BB962C8B-B14F-4D97-AF65-F5344CB8AC3E}">
        <p14:creationId xmlns:p14="http://schemas.microsoft.com/office/powerpoint/2010/main" val="1596446272"/>
      </p:ext>
    </p:extLst>
  </p:cSld>
</p:sld>
</file>

<file path=ppt/slides/slide65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58D072-BC8B-48A3-A3DB-EC641174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0A49F1-0785-4042-BB19-3F246C5D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4671C1-B114-4D8A-BE31-9C5EAC5E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4020722-1924-43F4-9C93-DCD27EB4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Review structural-wall quantities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ed6bbe334f4068"/>
          <a:stretch xmlns:a="http://schemas.openxmlformats.org/drawingml/2006/main"/>
        </p:blipFill>
        <p:spPr>
          <a:xfrm xmlns:a="http://schemas.openxmlformats.org/drawingml/2006/main">
            <a:off x="5086350" y="2275770"/>
            <a:ext cx="6419850" cy="273508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926D79-5BC3-4335-BD93-D0A6A4A0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Check Volume, Area of Formwork and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formwork length at edges or opening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breaks where relevant.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A5CA56-427E-47BA-9590-C36B1B178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structural-wall table with concrete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formwork results.</a:t>
            </a:r>
          </a:p>
        </p:txBody>
      </p:sp>
    </p:spTree>
    <p:extLst>
      <p:ext uri="{BB962C8B-B14F-4D97-AF65-F5344CB8AC3E}">
        <p14:creationId xmlns:p14="http://schemas.microsoft.com/office/powerpoint/2010/main" val="186564878"/>
      </p:ext>
    </p:extLst>
  </p:cSld>
</p:sld>
</file>

<file path=ppt/slides/slide65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4C2CD8-B090-4AF7-8482-125B8F59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47E81A-61E8-4ACC-893D-203E6802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82E902-CDE1-41B6-BEAB-EA0E6219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LEARNING CHECKLIST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7CB4ED7-2CEA-48D8-9682-0F742BE7B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Identify Structural Walls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5A88FC-A9E7-41D9-93CE-53D1137F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BE0DC1-4937-4645-BB0F-15217C24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main actions are 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8A7622-2EFF-4176-BE33-CF85A3D0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or results were checked against the source document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9D0F88-CF66-49F0-BC15-4FEE0F83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1712546147"/>
      </p:ext>
    </p:extLst>
  </p:cSld>
</p:sld>
</file>

<file path=ppt/slides/slide65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8EEC7B-4847-4870-8E9C-68058CFE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7A1116-1091-4B2E-A767-980F13F3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1C799B-BF50-4814-A296-89C8FCFA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LEARNING MATERIAL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CEE70CE-6A78-4BB6-B363-510BF740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Identify Architectural Walls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919338-7921-459D-92D9-E98B58D9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Generate masonry walls and review their area.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ADB0E5-BC23-4E00-A822-0B776D89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0D79C5-A842-411A-95B1-AC16B145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Distinguish architectural and structural walls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AC6260-B2E7-44A8-9885-2492250E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Select masonry-wall sidelines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E9AEF5-FC6A-49E3-8AA1-B70E81C4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Capture openings and labels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AE4771-5B03-4FBD-BC06-74F90B57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Run Auto Identify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7A06C7-A669-422C-A65C-562BA89E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Review wall area</a:t>
            </a:r>
          </a:p>
        </p:txBody>
      </p:sp>
    </p:spTree>
    <p:extLst>
      <p:ext uri="{BB962C8B-B14F-4D97-AF65-F5344CB8AC3E}">
        <p14:creationId xmlns:p14="http://schemas.microsoft.com/office/powerpoint/2010/main" val="901521797"/>
      </p:ext>
    </p:extLst>
  </p:cSld>
</p:sld>
</file>

<file path=ppt/slides/slide65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DFFEBF-0C58-42F0-98CC-CB3BCD3C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731611-6884-4951-84A9-5B7F01754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30296E-55F0-4A1F-8924-2653248C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6B9709F-0308-4F7D-9650-A2E567D9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Distinguish architectural and structural walls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4e5d59d3f14cb8"/>
          <a:stretch xmlns:a="http://schemas.openxmlformats.org/drawingml/2006/main"/>
        </p:blipFill>
        <p:spPr>
          <a:xfrm xmlns:a="http://schemas.openxmlformats.org/drawingml/2006/main">
            <a:off x="5086350" y="2135034"/>
            <a:ext cx="6419850" cy="301655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4934DD-B7BB-477E-B003-93ED1E2D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Masonry walls are reported by area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rather than concrete volume.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55C97D-6CB7-48A9-B214-CEDD76D7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Brick, lightweight-panel, block, and glass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wall examples.</a:t>
            </a:r>
          </a:p>
        </p:txBody>
      </p:sp>
    </p:spTree>
    <p:extLst>
      <p:ext uri="{BB962C8B-B14F-4D97-AF65-F5344CB8AC3E}">
        <p14:creationId xmlns:p14="http://schemas.microsoft.com/office/powerpoint/2010/main" val="1434373801"/>
      </p:ext>
    </p:extLst>
  </p:cSld>
</p:sld>
</file>

<file path=ppt/slides/slide65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E2C641-C8AC-4A9C-9D70-02E6D5CD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051A34-9175-4438-9935-7E0D116D3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EB3C50-E16C-4E80-9C88-A841A020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40C16B4-556D-4B2D-9E78-04389C8B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masonry-wall sidelines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2b6c1f5c5c43cf"/>
          <a:stretch xmlns:a="http://schemas.openxmlformats.org/drawingml/2006/main"/>
        </p:blipFill>
        <p:spPr>
          <a:xfrm xmlns:a="http://schemas.openxmlformats.org/drawingml/2006/main">
            <a:off x="5086350" y="2111451"/>
            <a:ext cx="6419850" cy="306372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8951A7-0B63-4317-A7EA-6D5F72DA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the appropriate sideline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command and select lines by layer or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colour.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2392C4-9ABF-4247-9D8E-0C785280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 masonry-wall plan with highlighted wall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lines.</a:t>
            </a:r>
          </a:p>
        </p:txBody>
      </p:sp>
    </p:spTree>
    <p:extLst>
      <p:ext uri="{BB962C8B-B14F-4D97-AF65-F5344CB8AC3E}">
        <p14:creationId xmlns:p14="http://schemas.microsoft.com/office/powerpoint/2010/main" val="729748375"/>
      </p:ext>
    </p:extLst>
  </p:cSld>
</p:sld>
</file>

<file path=ppt/slides/slide65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D1A5A1-0060-4899-906B-EDC1C8C0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97DD3A-503C-4B82-A5A0-D757093E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0DA034-AE91-4D5C-B646-3953B9A6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28B813F-8589-4581-BD20-F8496CEC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Capture openings and labels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5d3c28e2084dca"/>
          <a:stretch xmlns:a="http://schemas.openxmlformats.org/drawingml/2006/main"/>
        </p:blipFill>
        <p:spPr>
          <a:xfrm xmlns:a="http://schemas.openxmlformats.org/drawingml/2006/main">
            <a:off x="5086350" y="2124186"/>
            <a:ext cx="6419850" cy="303825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7ECFEF-3421-4BD4-99A9-3CD8F557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Pick Door/Window Sideline when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required, then capture wall names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with Pick Label.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7D72BD-355C-40CE-9ECB-F7DACCEF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Opening and masonry-wall identification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controls on a plan.</a:t>
            </a:r>
          </a:p>
        </p:txBody>
      </p:sp>
    </p:spTree>
    <p:extLst>
      <p:ext uri="{BB962C8B-B14F-4D97-AF65-F5344CB8AC3E}">
        <p14:creationId xmlns:p14="http://schemas.microsoft.com/office/powerpoint/2010/main" val="131292659"/>
      </p:ext>
    </p:extLst>
  </p:cSld>
</p:sld>
</file>

<file path=ppt/slides/slide66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B6AB69-3576-49D7-B6DA-2D1E1CE6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63DBDB-C208-4725-8643-5DCD683C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25AEB4-F1C2-4E2F-BDA1-7EC562B9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C7985BB-555C-48EE-889A-BDE406B2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Run Auto Identify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f186e6b48f46d2"/>
          <a:stretch xmlns:a="http://schemas.openxmlformats.org/drawingml/2006/main"/>
        </p:blipFill>
        <p:spPr>
          <a:xfrm xmlns:a="http://schemas.openxmlformats.org/drawingml/2006/main">
            <a:off x="5086350" y="2013734"/>
            <a:ext cx="6419850" cy="325915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99CC0E-2823-422D-B507-F8A33A6F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Confirm identification and inspect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generated walls.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141508-B250-4357-B63C-F873986D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wall Attribute Editor and identified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result.</a:t>
            </a:r>
          </a:p>
        </p:txBody>
      </p:sp>
    </p:spTree>
    <p:extLst>
      <p:ext uri="{BB962C8B-B14F-4D97-AF65-F5344CB8AC3E}">
        <p14:creationId xmlns:p14="http://schemas.microsoft.com/office/powerpoint/2010/main" val="246885444"/>
      </p:ext>
    </p:extLst>
  </p:cSld>
</p:sld>
</file>

<file path=ppt/slides/slide66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A85E4E-790F-4FB9-AF6D-EE0103C3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DB20B9-E9EB-426F-9CA9-7AAC9F3D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F1D3AA-E396-4E58-9CEB-2E1F0293C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CCCFB7D-1870-4766-A852-6585B803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Review wall area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3cf6e0bbef4344"/>
          <a:stretch xmlns:a="http://schemas.openxmlformats.org/drawingml/2006/main"/>
        </p:blipFill>
        <p:spPr>
          <a:xfrm xmlns:a="http://schemas.openxmlformats.org/drawingml/2006/main">
            <a:off x="5086350" y="2313758"/>
            <a:ext cx="6419850" cy="265910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3E105F-1A40-4B60-B65D-61F15B76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the Area result for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architectural-wall quantities.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2BF121-D004-43B8-88B4-8E73883D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architectural-wall table with Area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values.</a:t>
            </a:r>
          </a:p>
        </p:txBody>
      </p:sp>
    </p:spTree>
    <p:extLst>
      <p:ext uri="{BB962C8B-B14F-4D97-AF65-F5344CB8AC3E}">
        <p14:creationId xmlns:p14="http://schemas.microsoft.com/office/powerpoint/2010/main" val="1466096315"/>
      </p:ext>
    </p:extLst>
  </p:cSld>
</p:sld>
</file>

<file path=ppt/slides/slide66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603D07-4450-4C57-961E-B9B608B1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ACC793-2C3F-47C8-87AA-EE23802A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927E7D-BB18-49CB-A39E-829ABAAB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LEARNING CHECKLIST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A982BE3-1F0C-4BB1-B0E8-829710B4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Identify Architectural Walls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E26573-F821-4BEB-B438-83420207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4F4398-41E3-4C68-A255-7A2E36A3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main actions are 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3DEEAC-4F71-4CF3-A65B-A38D83E08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or results were checked against the source document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1474C1-E215-4CCC-A5A5-6777C109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1993276253"/>
      </p:ext>
    </p:extLst>
  </p:cSld>
</p:sld>
</file>

<file path=ppt/slides/slide66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81F0C9-E6A6-4017-AB9C-611E5C1B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E4D804-E0D1-4D80-AEFB-B283D1A3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35DE52-2D22-426E-8A59-1CC39E60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LEARNING MATERIAL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54FC72E-035B-4E78-8DF3-113680EE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Identify Door and Window Openings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D00C70-4A90-44B8-B427-2AE9E44F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Create opening types from a schedule and place them in the model.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E34239-0E3C-4FD5-A6FB-295CB007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732DCB-0C94-41C0-829D-DA959CBD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Open Identify Door and Windows Schedule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CD976F-5965-417B-8299-8D3ED1A0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Map schedule columns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DF8D44-9E77-49C2-85A9-D6326B20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Generate opening types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678121-EC71-4A0F-B27C-AA2EA424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Select labels and run Auto Identify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91A821-599B-45C3-8796-92BA468A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Check results and quantities</a:t>
            </a:r>
          </a:p>
        </p:txBody>
      </p:sp>
    </p:spTree>
    <p:extLst>
      <p:ext uri="{BB962C8B-B14F-4D97-AF65-F5344CB8AC3E}">
        <p14:creationId xmlns:p14="http://schemas.microsoft.com/office/powerpoint/2010/main" val="1125731012"/>
      </p:ext>
    </p:extLst>
  </p:cSld>
</p:sld>
</file>

<file path=ppt/slides/slide66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7EBA12-9A27-4BA7-B287-87215A65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3B37AB-12BB-4109-A1C0-4BE382E6B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266B4E-EEF6-4065-8655-5315C5C6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3051AC5-06FC-4953-8CB8-7FDD8167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Open Identify Door and Windows Schedule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e70c95aaee43a6"/>
          <a:stretch xmlns:a="http://schemas.openxmlformats.org/drawingml/2006/main"/>
        </p:blipFill>
        <p:spPr>
          <a:xfrm xmlns:a="http://schemas.openxmlformats.org/drawingml/2006/main">
            <a:off x="5086350" y="1868982"/>
            <a:ext cx="6419850" cy="354866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21BEDF-8EAB-412B-82D1-E51003E4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Block-select the complete required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CAD schedule and confirm.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65DBC5-08D0-4618-9646-A389CDB4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 door and window schedule with its table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area selected.</a:t>
            </a:r>
          </a:p>
        </p:txBody>
      </p:sp>
    </p:spTree>
    <p:extLst>
      <p:ext uri="{BB962C8B-B14F-4D97-AF65-F5344CB8AC3E}">
        <p14:creationId xmlns:p14="http://schemas.microsoft.com/office/powerpoint/2010/main" val="2058158237"/>
      </p:ext>
    </p:extLst>
  </p:cSld>
</p:sld>
</file>

<file path=ppt/slides/slide66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96AE79-29CC-4247-878C-0CE7B69F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770DE4-131B-419B-BBD5-14E949CE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558011-D248-49CD-BEB2-FF98B381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AFB943D-193C-4E78-8EFE-75F1C703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Map schedule columns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4644eda27e4ab0"/>
          <a:stretch xmlns:a="http://schemas.openxmlformats.org/drawingml/2006/main"/>
        </p:blipFill>
        <p:spPr>
          <a:xfrm xmlns:a="http://schemas.openxmlformats.org/drawingml/2006/main">
            <a:off x="5086350" y="1956283"/>
            <a:ext cx="6419850" cy="337405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FE163C-234D-44E0-A7D1-E8593B2C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Match each table column to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correct field before selecting Identify.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3DDCC6-E234-4BCF-8964-2D2E4F0F7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door and window schedule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column-mapping dialog.</a:t>
            </a:r>
          </a:p>
        </p:txBody>
      </p:sp>
    </p:spTree>
    <p:extLst>
      <p:ext uri="{BB962C8B-B14F-4D97-AF65-F5344CB8AC3E}">
        <p14:creationId xmlns:p14="http://schemas.microsoft.com/office/powerpoint/2010/main" val="352403801"/>
      </p:ext>
    </p:extLst>
  </p:cSld>
</p:sld>
</file>

<file path=ppt/slides/slide66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7552E6-2FB6-4F08-B9D8-1EAC2096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1FDCD7-BF5D-439B-BBB2-B5FB12EA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EF3403-023C-4630-9915-31C62841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1565F49-7F8D-4443-A464-9E69B86B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Generate opening types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877e70861a44a4"/>
          <a:stretch xmlns:a="http://schemas.openxmlformats.org/drawingml/2006/main"/>
        </p:blipFill>
        <p:spPr>
          <a:xfrm xmlns:a="http://schemas.openxmlformats.org/drawingml/2006/main">
            <a:off x="5086350" y="1956283"/>
            <a:ext cx="6419850" cy="337405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FDC519-E456-405D-9D9A-3E3938CD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Confirm that door and window types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appear in the element list.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E2B9B7-D821-4609-9DCB-9F5D24BB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door and window schedule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column-mapping dialog.</a:t>
            </a:r>
          </a:p>
        </p:txBody>
      </p:sp>
    </p:spTree>
    <p:extLst>
      <p:ext uri="{BB962C8B-B14F-4D97-AF65-F5344CB8AC3E}">
        <p14:creationId xmlns:p14="http://schemas.microsoft.com/office/powerpoint/2010/main" val="1890273085"/>
      </p:ext>
    </p:extLst>
  </p:cSld>
</p:sld>
</file>

<file path=ppt/slides/slide66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D9DFBA-EDE1-4BC2-B96C-F87A0D374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0CBEC4-512B-4459-84A7-FE3AD17D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740118-E84C-4446-8848-C4DFABB9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7CF38FD-4DD6-4274-AC23-786B18F4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labels and run Auto Identify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b0bb713fd04d2e"/>
          <a:stretch xmlns:a="http://schemas.openxmlformats.org/drawingml/2006/main"/>
        </p:blipFill>
        <p:spPr>
          <a:xfrm xmlns:a="http://schemas.openxmlformats.org/drawingml/2006/main">
            <a:off x="5086350" y="2077536"/>
            <a:ext cx="6419850" cy="313155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4BDC6E-9FD0-4BE9-9FD6-B2A09D29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Pick Door/Window Label by layer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or colour, then generate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openings.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F5AF21-9DB4-4961-8098-7E712F35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Element List with identified opening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types.</a:t>
            </a:r>
          </a:p>
        </p:txBody>
      </p:sp>
    </p:spTree>
    <p:extLst>
      <p:ext uri="{BB962C8B-B14F-4D97-AF65-F5344CB8AC3E}">
        <p14:creationId xmlns:p14="http://schemas.microsoft.com/office/powerpoint/2010/main" val="2109092143"/>
      </p:ext>
    </p:extLst>
  </p:cSld>
</p:sld>
</file>

<file path=ppt/slides/slide66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4A6C7C-CAAC-4656-9650-9111935F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3D10F9-7AA8-46BC-9E01-8B85A326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D714EF-011F-44A1-9459-4E178DAD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7765A2A-C22C-4019-89F7-4B1DFC99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Check results and quantities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2a315b009c4e27"/>
          <a:stretch xmlns:a="http://schemas.openxmlformats.org/drawingml/2006/main"/>
        </p:blipFill>
        <p:spPr>
          <a:xfrm xmlns:a="http://schemas.openxmlformats.org/drawingml/2006/main">
            <a:off x="5086350" y="2431778"/>
            <a:ext cx="6419850" cy="242306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3C58D3-54FA-4069-8F88-0A2364FB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Review Area of Opening and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documented edge-length results.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32B54B-372C-493A-BBEA-01818ACD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An opening plan with selected labels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Auto Identify results.</a:t>
            </a:r>
          </a:p>
        </p:txBody>
      </p:sp>
    </p:spTree>
    <p:extLst>
      <p:ext uri="{BB962C8B-B14F-4D97-AF65-F5344CB8AC3E}">
        <p14:creationId xmlns:p14="http://schemas.microsoft.com/office/powerpoint/2010/main" val="2010719732"/>
      </p:ext>
    </p:extLst>
  </p:cSld>
</p:sld>
</file>

<file path=ppt/slides/slide66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078DCF-3E59-456A-A29C-D9695338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580EE3-C7EF-4D95-8AC4-172DA4D5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DB24B3-50A1-48C1-9B6D-7207F4A4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LEARNING CHECKLIST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A6ED385-9125-4094-B8E6-5B0FEAA6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Identify Door and Window Openings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70E9F1-DAE0-49CC-916E-D26EA536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52C919-2F1E-4133-BA75-79BE720C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main actions are 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BA1FBE-BE37-4639-993C-B63FAC06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or results were checked against the source document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AC06A6-BB7B-42C1-9897-AC6F5A68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554737238"/>
      </p:ext>
    </p:extLst>
  </p:cSld>
</p:sld>
</file>

<file path=ppt/slides/slide67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92ACFB-74CF-4539-B744-2C587253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6E0DA9-7735-4FC1-ABD4-DD59F2731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5A858C-FF32-4369-95F1-858E866B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LEARNING MATERIAL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919772E-8544-497C-B0F8-B9282928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Apply and Regenerate Finishes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8D5487-7A95-4C17-9502-0EFCE2A3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Import a finish schedule, apply finishes and regenerate results.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AA90A4-875D-4A6C-ADEC-FCE2E690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8BCBC7-DD32-427B-90E8-3C47B8F4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Import the Finish Schedule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8B4177-6E8B-44A5-AAAE-93ABB04E8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Assign material textures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7D1AD6-419B-4C87-BB95-D30795348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Apply finishes with Point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0F43B5-A8DB-455C-AFBD-1C793BE4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Use Regenerate Finish Entity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AC240F-018B-4D68-B011-49F7AEFD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Check the finish model and quantities</a:t>
            </a:r>
          </a:p>
        </p:txBody>
      </p:sp>
    </p:spTree>
    <p:extLst>
      <p:ext uri="{BB962C8B-B14F-4D97-AF65-F5344CB8AC3E}">
        <p14:creationId xmlns:p14="http://schemas.microsoft.com/office/powerpoint/2010/main" val="1116219943"/>
      </p:ext>
    </p:extLst>
  </p:cSld>
</p:sld>
</file>

<file path=ppt/slides/slide67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8D515F-9FBD-4A08-B876-6A3072C3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4D494C-3079-4B00-B25E-B36A4B84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9595D7-FF18-494E-99C6-2043A319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5FC0F7B-BE56-40A3-A16B-4292BD45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Import the Finish Schedule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1a954da9bc4161"/>
          <a:stretch xmlns:a="http://schemas.openxmlformats.org/drawingml/2006/main"/>
        </p:blipFill>
        <p:spPr>
          <a:xfrm xmlns:a="http://schemas.openxmlformats.org/drawingml/2006/main">
            <a:off x="5086350" y="2010606"/>
            <a:ext cx="6419850" cy="326541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F9655F-1062-4FE5-B126-FC3172D3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Open Draw &gt; Finish Schedule, select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Excel file, map columns, then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choose Identify.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D26CA3-A9FF-4E71-B7F1-30937B40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An Excel Finish Schedule and its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finish-attribute mapping table.</a:t>
            </a:r>
          </a:p>
        </p:txBody>
      </p:sp>
    </p:spTree>
    <p:extLst>
      <p:ext uri="{BB962C8B-B14F-4D97-AF65-F5344CB8AC3E}">
        <p14:creationId xmlns:p14="http://schemas.microsoft.com/office/powerpoint/2010/main" val="1827413278"/>
      </p:ext>
    </p:extLst>
  </p:cSld>
</p:sld>
</file>

<file path=ppt/slides/slide67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3E0A12-4A08-44B8-B4EC-96AA9399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BA1E53-FCA9-4C0E-AC2B-D68C0A3F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99AFF8-232F-4BCE-BC6B-CFB49337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2A32415-14DC-4AD9-BE76-EFCE7A69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Assign material textures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30aa5b11c84fdb"/>
          <a:stretch xmlns:a="http://schemas.openxmlformats.org/drawingml/2006/main"/>
        </p:blipFill>
        <p:spPr>
          <a:xfrm xmlns:a="http://schemas.openxmlformats.org/drawingml/2006/main">
            <a:off x="5331833" y="1809750"/>
            <a:ext cx="5928885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5DB28D-6891-47F9-A228-E3E70E3C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Select floor or wall finishes and attach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required textures.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427415-F3D3-4BB9-ACD9-C4E457E6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finish Attribute Editor with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material-texture options.</a:t>
            </a:r>
          </a:p>
        </p:txBody>
      </p:sp>
    </p:spTree>
    <p:extLst>
      <p:ext uri="{BB962C8B-B14F-4D97-AF65-F5344CB8AC3E}">
        <p14:creationId xmlns:p14="http://schemas.microsoft.com/office/powerpoint/2010/main" val="897910327"/>
      </p:ext>
    </p:extLst>
  </p:cSld>
</p:sld>
</file>

<file path=ppt/slides/slide67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564F34-0E3B-4096-822A-7E74234D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4EC959-849D-4E15-9DAD-053390F8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FB71E0-ABB8-4BC1-AE9B-AF7F31E0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DB463CE-D33E-49CB-8867-130AE179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Apply finishes with Point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fe4029accd4543"/>
          <a:stretch xmlns:a="http://schemas.openxmlformats.org/drawingml/2006/main"/>
        </p:blipFill>
        <p:spPr>
          <a:xfrm xmlns:a="http://schemas.openxmlformats.org/drawingml/2006/main">
            <a:off x="5086350" y="2108338"/>
            <a:ext cx="6419850" cy="306994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321F5D-BF8C-4D2E-9A63-4090E31D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Select the room on the architectural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plan to apply materials to the 3D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5AA9F0-8061-4259-9172-FD127462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 room plan for applying finishes with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Point.</a:t>
            </a:r>
          </a:p>
        </p:txBody>
      </p:sp>
    </p:spTree>
    <p:extLst>
      <p:ext uri="{BB962C8B-B14F-4D97-AF65-F5344CB8AC3E}">
        <p14:creationId xmlns:p14="http://schemas.microsoft.com/office/powerpoint/2010/main" val="574107126"/>
      </p:ext>
    </p:extLst>
  </p:cSld>
</p:sld>
</file>

<file path=ppt/slides/slide67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0FA8E3-9105-401C-99A0-86B431E4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6C13C5-04CE-47F6-859B-D55B4B213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9D5BF9-E12B-4100-A7AB-326B2743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4AFF8A3-781D-494A-9CB4-0B8F0B93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Use Regenerate Finish Entity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b8d421ed074532"/>
          <a:stretch xmlns:a="http://schemas.openxmlformats.org/drawingml/2006/main"/>
        </p:blipFill>
        <p:spPr>
          <a:xfrm xmlns:a="http://schemas.openxmlformats.org/drawingml/2006/main">
            <a:off x="5550547" y="1809750"/>
            <a:ext cx="5491455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C08649-2B99-4124-8EEF-B7050F1C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Refresh finish entities after room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finishes change.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84D4AD-78DF-47F8-A5EF-03CBE944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 3D model with floor and wall finish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materials.</a:t>
            </a:r>
          </a:p>
        </p:txBody>
      </p:sp>
    </p:spTree>
    <p:extLst>
      <p:ext uri="{BB962C8B-B14F-4D97-AF65-F5344CB8AC3E}">
        <p14:creationId xmlns:p14="http://schemas.microsoft.com/office/powerpoint/2010/main" val="199187512"/>
      </p:ext>
    </p:extLst>
  </p:cSld>
</p:sld>
</file>

<file path=ppt/slides/slide67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551BDA-C0D0-4D4E-A7BF-7E20DE4E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1EC88B-E3D8-4806-97AA-11DB1FC9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28DA1A-97F9-4F4E-B75D-141F4E5B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E90989A-34B7-48CB-A8B6-CB51937C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Check the finish model and quantities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fbefea29d648dc"/>
          <a:stretch xmlns:a="http://schemas.openxmlformats.org/drawingml/2006/main"/>
        </p:blipFill>
        <p:spPr>
          <a:xfrm xmlns:a="http://schemas.openxmlformats.org/drawingml/2006/main">
            <a:off x="5086350" y="2144802"/>
            <a:ext cx="6419850" cy="299702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856477-702F-436D-81DB-B8A5885E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Review the effects of columns,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exposed beams, room boundaries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and openings on results.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A72249-DEC2-4F7A-B946-8C22DBF8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Regenerate Finish and the updated model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area.</a:t>
            </a:r>
          </a:p>
        </p:txBody>
      </p:sp>
    </p:spTree>
    <p:extLst>
      <p:ext uri="{BB962C8B-B14F-4D97-AF65-F5344CB8AC3E}">
        <p14:creationId xmlns:p14="http://schemas.microsoft.com/office/powerpoint/2010/main" val="896452408"/>
      </p:ext>
    </p:extLst>
  </p:cSld>
</p:sld>
</file>

<file path=ppt/slides/slide67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2B16C1-5F6E-4FF2-A10B-FA9E055A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EA7319-A9B3-4E60-AB97-4865F400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62FCA1-060C-4014-ACFD-7659D33E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LEARNING CHECKLIST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A14AF79-82F5-4B00-A302-02C27E1C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Apply and Regenerate Finishes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C4140D-89A3-4789-A9C2-E03AA6FC5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9E7F4C-2D5F-4FFB-A98A-6BE3D7B0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main actions are 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BA7C0C-6C84-4E37-B9E0-6BEB0B79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or results were checked against the source document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8A4087-73E5-40F0-B0D8-7A819D58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2047244168"/>
      </p:ext>
    </p:extLst>
  </p:cSld>
</p:sld>
</file>

<file path=ppt/slides/slide67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1B8E39-E5BE-4D66-8A6E-546DCECE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3A85C1-A2CA-4953-86E8-AF197B52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AAF2E9-1684-4E42-81AB-BD6B164E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LEARNING MATERIAL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1DC2FA4-E312-4604-BBDB-871BADD8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Calculate and Verify Quantities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8D8FA6-7750-4E6E-A3BB-7A43489D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Calculate the intended scope and validate deductions visually.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7E1558-39D9-4EDE-B6CC-C00E4CA0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E3F4FA-BE2C-4E26-8A02-86946608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Choose Calculate or Calculate Selected Entity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BCDAED-E3A8-42F7-8E92-6D6B7B13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Choose floors or entities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07496F-8C96-4F97-816D-E96B456A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Run the calculation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1715D8-7697-4D06-B433-DED4354D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Open View Expression on the 3D entity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B868EF-3524-4B7A-8121-F8F4E522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Check with 3D Deduction</a:t>
            </a:r>
          </a:p>
        </p:txBody>
      </p:sp>
    </p:spTree>
    <p:extLst>
      <p:ext uri="{BB962C8B-B14F-4D97-AF65-F5344CB8AC3E}">
        <p14:creationId xmlns:p14="http://schemas.microsoft.com/office/powerpoint/2010/main" val="347581918"/>
      </p:ext>
    </p:extLst>
  </p:cSld>
</p:sld>
</file>

<file path=ppt/slides/slide67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87C193-8770-4713-8658-EB0F89BF2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DC2DEB-3EDE-4205-A9AD-0D1C19D0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5024E7-E386-4FDE-A5DE-375F2CF1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11AF775-8A65-4517-8D03-54FEEA913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Choose Calculate or Calculate Selected Entity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5074f658f442bf"/>
          <a:stretch xmlns:a="http://schemas.openxmlformats.org/drawingml/2006/main"/>
        </p:blipFill>
        <p:spPr>
          <a:xfrm xmlns:a="http://schemas.openxmlformats.org/drawingml/2006/main">
            <a:off x="5086350" y="2104179"/>
            <a:ext cx="6419850" cy="307826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62FFB1-D31D-4001-A408-C75D783C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Calculate for a floor scope or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selected-entity option for a focused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check.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41DB81-EEDE-4079-BA42-76BAE2BF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Check and its element-check list.</a:t>
            </a:r>
          </a:p>
        </p:txBody>
      </p:sp>
    </p:spTree>
    <p:extLst>
      <p:ext uri="{BB962C8B-B14F-4D97-AF65-F5344CB8AC3E}">
        <p14:creationId xmlns:p14="http://schemas.microsoft.com/office/powerpoint/2010/main" val="1953977537"/>
      </p:ext>
    </p:extLst>
  </p:cSld>
</p:sld>
</file>

<file path=ppt/slides/slide68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FE771C-2CE3-40B9-B7BF-50B1A83B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FD6509-6006-483D-83CA-F93AFE96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21178A-0667-480D-91E0-2E0658B4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9BBD36A-63E2-4A22-9B6D-9CD635D0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Choose floors or entities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e0dda5220c4305"/>
          <a:stretch xmlns:a="http://schemas.openxmlformats.org/drawingml/2006/main"/>
        </p:blipFill>
        <p:spPr>
          <a:xfrm xmlns:a="http://schemas.openxmlformats.org/drawingml/2006/main">
            <a:off x="5086350" y="2104179"/>
            <a:ext cx="6419850" cy="307826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C94210-5021-4F2B-88E0-9ED756C5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Ensure the scope includes every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change requiring an update.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7A8FFD-7635-47BF-B692-63637BF8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Check and its element-check list.</a:t>
            </a:r>
          </a:p>
        </p:txBody>
      </p:sp>
    </p:spTree>
    <p:extLst>
      <p:ext uri="{BB962C8B-B14F-4D97-AF65-F5344CB8AC3E}">
        <p14:creationId xmlns:p14="http://schemas.microsoft.com/office/powerpoint/2010/main" val="605925257"/>
      </p:ext>
    </p:extLst>
  </p:cSld>
</p:sld>
</file>

<file path=ppt/slides/slide68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3B88C1-D345-48CB-B2AC-94834456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8C827C-80D4-410E-935A-EC9A934F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8A921A-FD16-49D8-9821-A22AB6F8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7722760-A697-4324-94FB-41AFEF6F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Run the calculation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feed1764fb41a4"/>
          <a:stretch xmlns:a="http://schemas.openxmlformats.org/drawingml/2006/main"/>
        </p:blipFill>
        <p:spPr>
          <a:xfrm xmlns:a="http://schemas.openxmlformats.org/drawingml/2006/main">
            <a:off x="5086350" y="2104179"/>
            <a:ext cx="6419850" cy="307826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318F78-A00C-4775-A434-6B4779EA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Wait for results to finish updating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before verification.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F58920-ADCF-4A5D-AFE8-2E496C5D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Check and its element-check list.</a:t>
            </a:r>
          </a:p>
        </p:txBody>
      </p:sp>
    </p:spTree>
    <p:extLst>
      <p:ext uri="{BB962C8B-B14F-4D97-AF65-F5344CB8AC3E}">
        <p14:creationId xmlns:p14="http://schemas.microsoft.com/office/powerpoint/2010/main" val="34775204"/>
      </p:ext>
    </p:extLst>
  </p:cSld>
</p:sld>
</file>

<file path=ppt/slides/slide68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747D4C-8D79-4789-AAC6-3C8E4A8C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C673F8-72F0-4C21-88E0-66E5A743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91AE7E-9D27-49C3-AEAC-1352310C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B45067B-D885-4405-BB11-0E3D8E03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Open View Expression on the 3D entity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156201dc554303"/>
          <a:stretch xmlns:a="http://schemas.openxmlformats.org/drawingml/2006/main"/>
        </p:blipFill>
        <p:spPr>
          <a:xfrm xmlns:a="http://schemas.openxmlformats.org/drawingml/2006/main">
            <a:off x="5086350" y="2104179"/>
            <a:ext cx="6419850" cy="307826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FAD83B-2520-4353-82E7-4FAF6B32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Select the relevant model entity and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review the current expression.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043E6B-F0CA-425B-A76F-798C19F1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Check and its element-check list.</a:t>
            </a:r>
          </a:p>
        </p:txBody>
      </p:sp>
    </p:spTree>
    <p:extLst>
      <p:ext uri="{BB962C8B-B14F-4D97-AF65-F5344CB8AC3E}">
        <p14:creationId xmlns:p14="http://schemas.microsoft.com/office/powerpoint/2010/main" val="1825257364"/>
      </p:ext>
    </p:extLst>
  </p:cSld>
</p:sld>
</file>

<file path=ppt/slides/slide68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28BF46-72CA-4D67-90D6-98F38D10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343C2F-6D7C-4F98-B018-951C3539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45636B-22C2-43AC-8BC2-9FD17BC7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4194E2E-54F9-4216-AC27-3378E9063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Check with 3D Deduction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e34b653aa64017"/>
          <a:stretch xmlns:a="http://schemas.openxmlformats.org/drawingml/2006/main"/>
        </p:blipFill>
        <p:spPr>
          <a:xfrm xmlns:a="http://schemas.openxmlformats.org/drawingml/2006/main">
            <a:off x="5086350" y="2104179"/>
            <a:ext cx="6419850" cy="307826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0F67E6-9786-4C1F-AE04-44B606E2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Confirm that the physical deduction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agrees with the expression and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measurement rule.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C45787-1C9A-4C35-8DE3-5053F4EF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Check and its element-check list.</a:t>
            </a:r>
          </a:p>
        </p:txBody>
      </p:sp>
    </p:spTree>
    <p:extLst>
      <p:ext uri="{BB962C8B-B14F-4D97-AF65-F5344CB8AC3E}">
        <p14:creationId xmlns:p14="http://schemas.microsoft.com/office/powerpoint/2010/main" val="1372254077"/>
      </p:ext>
    </p:extLst>
  </p:cSld>
</p:sld>
</file>

<file path=ppt/slides/slide68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725FEE-6757-48A6-8252-47111CC1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B53BFB-949F-4F79-9901-DD470301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4B3AB1-C4C8-4356-8A9B-BCF6A1C0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LEARNING CHECKLIST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72EF232-CDFB-4EE4-8455-86401022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Calculate and Verify Quantities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895FF0-D1C2-4A2C-8996-9BBE6237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156FBA-EFCD-4D3D-AF63-328DE521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main actions are 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8F07E2-7498-454A-9B55-877C4D50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or results were checked against the source document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9AE574-3B28-43E4-B766-9D57D19A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1362075863"/>
      </p:ext>
    </p:extLst>
  </p:cSld>
</p:sld>
</file>

<file path=ppt/slides/slide68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B98259-B27C-4C8A-8058-DF1757C7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FE4530-E140-4DAC-9233-3D33CEB8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ED7504-A6C6-4BC0-A051-E023BEB9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LEARNING MATERIAL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D823895-769A-4E1E-944F-71675A71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Review and Configure Reports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28DC7A-DAD1-4CA1-9DF0-8E671317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Review quantities and create a verifiable report hierarchy.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3A98A5-17EF-46AA-9A6F-EF73CC88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4AD2DE-75AD-48CC-BE64-E14A31BB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Open View Quantity by Category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0D5CB0-95E8-42B1-B34F-09CE39EF1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Open Set Classification and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25FAF7-100A-440D-ADDA-8AC1AE2F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Select the required attributes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9B6F9F-F9B1-4352-8B38-A4E5B3655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Arrange the attribute hierarchy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8FA591-E444-42AA-83F6-F5411C0B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Regenerate and verify the report</a:t>
            </a:r>
          </a:p>
        </p:txBody>
      </p:sp>
    </p:spTree>
    <p:extLst>
      <p:ext uri="{BB962C8B-B14F-4D97-AF65-F5344CB8AC3E}">
        <p14:creationId xmlns:p14="http://schemas.microsoft.com/office/powerpoint/2010/main" val="806314593"/>
      </p:ext>
    </p:extLst>
  </p:cSld>
</p:sld>
</file>

<file path=ppt/slides/slide68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2F4294-3516-438C-8BA2-A0A374B4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623826-A4E3-4867-AF55-BB113885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33B8EA-87D9-4D6F-81A9-2F0048393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37C5CBF-A273-440E-BA35-899CF11C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Open View Quantity by Category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cef20d63d64ec8"/>
          <a:stretch xmlns:a="http://schemas.openxmlformats.org/drawingml/2006/main"/>
        </p:blipFill>
        <p:spPr>
          <a:xfrm xmlns:a="http://schemas.openxmlformats.org/drawingml/2006/main">
            <a:off x="5086350" y="2019507"/>
            <a:ext cx="6419850" cy="32476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7CD31C-D8F8-4E87-AAC6-06ED8C6F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Review categories, quantities and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units in the calculated results.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A903EC-9CE4-4D83-8064-7D2E9E47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model-findings list with a highlighted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problem element.</a:t>
            </a:r>
          </a:p>
        </p:txBody>
      </p:sp>
    </p:spTree>
    <p:extLst>
      <p:ext uri="{BB962C8B-B14F-4D97-AF65-F5344CB8AC3E}">
        <p14:creationId xmlns:p14="http://schemas.microsoft.com/office/powerpoint/2010/main" val="1755307026"/>
      </p:ext>
    </p:extLst>
  </p:cSld>
</p:sld>
</file>

<file path=ppt/slides/slide68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754ECC-484D-4B61-A30F-156BD91D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B5BD12-8C32-4EF2-981F-E61E07A56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27DEAA-E39C-4D24-9FC6-83E6550B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1D1BE2C-C4D0-4478-9CDF-2C8E40D70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Open Set Classification and Quantity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3f135996094237"/>
          <a:stretch xmlns:a="http://schemas.openxmlformats.org/drawingml/2006/main"/>
        </p:blipFill>
        <p:spPr>
          <a:xfrm xmlns:a="http://schemas.openxmlformats.org/drawingml/2006/main">
            <a:off x="5086350" y="2019507"/>
            <a:ext cx="6419850" cy="32476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61CDB9-BBA7-4D1F-A46A-2531F011B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this setting to define TAS report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attributes and structure.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536E7D-F8E4-450E-BE7D-11BA8F75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model-findings list with a highlighted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problem element.</a:t>
            </a:r>
          </a:p>
        </p:txBody>
      </p:sp>
    </p:spTree>
    <p:extLst>
      <p:ext uri="{BB962C8B-B14F-4D97-AF65-F5344CB8AC3E}">
        <p14:creationId xmlns:p14="http://schemas.microsoft.com/office/powerpoint/2010/main" val="1522401795"/>
      </p:ext>
    </p:extLst>
  </p:cSld>
</p:sld>
</file>

<file path=ppt/slides/slide68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A7A85F-4303-4A04-B1A5-75FBD36F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46D2F1-C58A-4656-BAC6-EA8B256A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7A61AF-A579-4437-8072-3F24921B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506AA51-8700-4537-B9F7-3DC4BA67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the required attributes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27ac568da0483e"/>
          <a:stretch xmlns:a="http://schemas.openxmlformats.org/drawingml/2006/main"/>
        </p:blipFill>
        <p:spPr>
          <a:xfrm xmlns:a="http://schemas.openxmlformats.org/drawingml/2006/main">
            <a:off x="5086350" y="2019507"/>
            <a:ext cx="6419850" cy="32476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06E605-48AC-4D56-81E8-B9EA3BAC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Include only the fields needed by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report recipient.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468599-E4CF-411E-9195-AAF1034A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model-findings list with a highlighted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problem element.</a:t>
            </a:r>
          </a:p>
        </p:txBody>
      </p:sp>
    </p:spTree>
    <p:extLst>
      <p:ext uri="{BB962C8B-B14F-4D97-AF65-F5344CB8AC3E}">
        <p14:creationId xmlns:p14="http://schemas.microsoft.com/office/powerpoint/2010/main" val="1043848471"/>
      </p:ext>
    </p:extLst>
  </p:cSld>
</p:sld>
</file>

<file path=ppt/slides/slide68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CF3533-4DEA-4C9E-AE65-40B3FD86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DFB192-181F-4AA2-9BBC-6E4A3D70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7F7170-46AD-4D80-91CA-499C4CE3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C823353-2865-46A4-A767-EAB562D2D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Arrange the attribute hierarchy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2be5c4d65b46cb"/>
          <a:stretch xmlns:a="http://schemas.openxmlformats.org/drawingml/2006/main"/>
        </p:blipFill>
        <p:spPr>
          <a:xfrm xmlns:a="http://schemas.openxmlformats.org/drawingml/2006/main">
            <a:off x="5086350" y="2019507"/>
            <a:ext cx="6419850" cy="32476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9A4B00-5AC7-4EE6-8F05-EB861C73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Move attributes up or down to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control grouping order.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601030-0625-4ECA-9E3C-2428AA59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model-findings list with a highlighted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problem element.</a:t>
            </a:r>
          </a:p>
        </p:txBody>
      </p:sp>
    </p:spTree>
    <p:extLst>
      <p:ext uri="{BB962C8B-B14F-4D97-AF65-F5344CB8AC3E}">
        <p14:creationId xmlns:p14="http://schemas.microsoft.com/office/powerpoint/2010/main" val="1764378906"/>
      </p:ext>
    </p:extLst>
  </p:cSld>
</p:sld>
</file>

<file path=ppt/slides/slide69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C40D4C-9BE0-46F1-8E82-C7BB333F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1EB777-34C4-4093-9C74-E4C13075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60670B-0985-4A9D-B93D-7ED8FBCE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CFE6D06-3847-4F75-B86C-B09BBE6D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Regenerate and verify the report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f05384f0df49df"/>
          <a:stretch xmlns:a="http://schemas.openxmlformats.org/drawingml/2006/main"/>
        </p:blipFill>
        <p:spPr>
          <a:xfrm xmlns:a="http://schemas.openxmlformats.org/drawingml/2006/main">
            <a:off x="5086350" y="2085049"/>
            <a:ext cx="6419850" cy="31165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97FFBF-F02A-4B05-B56B-0B19B08C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Check totals, units and category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structure before issuing the report.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7E3CDF-EB7B-4227-8233-BE285E6E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3D model and final quantity-check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results.</a:t>
            </a:r>
          </a:p>
        </p:txBody>
      </p:sp>
    </p:spTree>
    <p:extLst>
      <p:ext uri="{BB962C8B-B14F-4D97-AF65-F5344CB8AC3E}">
        <p14:creationId xmlns:p14="http://schemas.microsoft.com/office/powerpoint/2010/main" val="1343573261"/>
      </p:ext>
    </p:extLst>
  </p:cSld>
</p:sld>
</file>

<file path=ppt/slides/slide69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A3F6CA-574D-47E5-B704-AF09E35E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3CF19D-2B11-4F1F-9B08-0D9993F8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2F3842-0E59-4288-8110-948F0834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LEARNING CHECKLIST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6FDD9EB-FE81-4864-9B9A-03CC984A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Review and Configure Reports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1D4920-AC51-4A2C-80B0-68C0D240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C40A9A-69DD-41ED-BECC-12525C09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main actions are 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CA1F24-81D9-442F-A1ED-FCD46172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or results were checked against the source document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FCF0B7-7C9B-4F1D-9FE7-D4033252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395739229"/>
      </p:ext>
    </p:extLst>
  </p:cSld>
</p:sld>
</file>

<file path=ppt/slides/slide77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719BFF-CAD0-4029-9BAC-DC9D77A0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F79AB3-AB25-45F2-8B72-1D32F72D1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EED130-F1DC-463C-A6FF-6C848B73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TECHNICAL TUTORIAL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4710DD6-5671-4183-AFBF-B716AC96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Cubicost TRB Technical Tutorial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DDB5A6-192C-4116-AD45-D0D11719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905500" cy="1027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Learn the rebar workflow from project preparation</a:t>
            </a:r>
          </a:p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and reinforcement settings through quantity</a:t>
            </a:r>
          </a:p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calculation and reporting.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7e24cf9a204f86"/>
          <a:stretch xmlns:a="http://schemas.openxmlformats.org/drawingml/2006/main"/>
        </p:blipFill>
        <p:spPr>
          <a:xfrm xmlns:a="http://schemas.openxmlformats.org/drawingml/2006/main">
            <a:off x="7518441" y="1809750"/>
            <a:ext cx="3774994" cy="2143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39570"/>
      </p:ext>
    </p:extLst>
  </p:cSld>
</p:sld>
</file>

<file path=ppt/slides/slide77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0CBA2C-A9B8-44CF-9BA8-B3094D2D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5A3146-089C-46C4-8428-2A3F9C4F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9735D9-AC16-4930-9D78-BF786A78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LEARNING OUTCOMES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135E1D7-43FE-4B7F-A8E6-C0C27539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Learning outcomes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DB0F18-816C-4C28-923E-AD626826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710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Learn the rebar workflow from project preparation and reinforcement settings through quantity</a:t>
            </a:r>
          </a:p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calculation and reporting.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6CEC6B-40B2-46A8-8F79-F2FE17A7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2334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Prepare the TRB workflow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D19810-7F98-4BF5-A5B0-D869F55A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66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Transfer the TAS model and prepare TRB working drawings.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F96AD2-0561-44EB-90A3-F4F420CA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2286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Model structural reinforcement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98CFBC-DDF5-4569-8832-E055CE51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664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reinforcement for pile caps, columns, beams, slabs and walls.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E6DC99-D72E-4307-A4EC-89FB01BC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2238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Validate reinforcement results</a:t>
            </a:r>
          </a:p>
        </p:txBody>
      </p:sp>
    </p:spTree>
    <p:extLst>
      <p:ext uri="{BB962C8B-B14F-4D97-AF65-F5344CB8AC3E}">
        <p14:creationId xmlns:p14="http://schemas.microsoft.com/office/powerpoint/2010/main" val="836607700"/>
      </p:ext>
    </p:extLst>
  </p:cSld>
</p:sld>
</file>

<file path=ppt/slides/slide77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89352E-795A-4F06-A485-27EA2783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2B91F3-90CB-44CE-B9A2-D359314B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BFEF68-B57A-4A87-A0C5-31EBB3D6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LEARNING OUTCOMES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C96A662-BD56-4714-9AFC-6C8C2710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Learning outcomes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13A90F-8DC5-4E32-BFFD-9D9FF683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Verify rebar, review quantities and create reports.</a:t>
            </a:r>
          </a:p>
        </p:txBody>
      </p:sp>
    </p:spTree>
    <p:extLst>
      <p:ext uri="{BB962C8B-B14F-4D97-AF65-F5344CB8AC3E}">
        <p14:creationId xmlns:p14="http://schemas.microsoft.com/office/powerpoint/2010/main" val="700642599"/>
      </p:ext>
    </p:extLst>
  </p:cSld>
</p:sld>
</file>

<file path=ppt/slides/slide77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D65FE7-0676-4475-8BFC-A41C678A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C90687-E82F-4F86-A8B0-C0495834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E98990-39FD-4F76-8592-B47811EE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LEARNING MATERIAL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1264AF3-C94E-465A-9BAF-60D481BF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Understand and Export a TAS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8A7327-5877-41E1-AEB8-7F25A044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Create a TAS transfer file that matches the model scope to be developed in TRB.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21C12E-14EF-4EE2-9B80-EB0BB4A5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25DCE7-59C9-4083-BCA1-A984136E5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Define the transfer 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F243AE-3359-42D5-9D57-43C22AC63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Choose Export Model by Floor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ADDCE7-8A3B-4BBB-A119-687D2205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Use Export Model by Entity when needed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0E7B5B-25F6-42A5-9874-22939FA5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Save the model file</a:t>
            </a:r>
          </a:p>
        </p:txBody>
      </p:sp>
    </p:spTree>
    <p:extLst>
      <p:ext uri="{BB962C8B-B14F-4D97-AF65-F5344CB8AC3E}">
        <p14:creationId xmlns:p14="http://schemas.microsoft.com/office/powerpoint/2010/main" val="1868442330"/>
      </p:ext>
    </p:extLst>
  </p:cSld>
</p:sld>
</file>

<file path=ppt/slides/slide77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FEE76B-3261-44F2-9456-461D63A3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A74706-A16D-41C9-A0E3-84B499A2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1842E8-1495-4122-B500-7A4AF52B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1C7CAF1-44DC-46EB-8C2E-2A883CE9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Define the transfer scope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9eb1702782459d"/>
          <a:stretch xmlns:a="http://schemas.openxmlformats.org/drawingml/2006/main"/>
        </p:blipFill>
        <p:spPr>
          <a:xfrm xmlns:a="http://schemas.openxmlformats.org/drawingml/2006/main">
            <a:off x="5581722" y="1809750"/>
            <a:ext cx="5429107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4252A9-628A-4550-933F-C8D0C10C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the TAS-to-TRB workflow after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checking the source model, then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decide whether whole floors or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selected entities require an update.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B26DE8-5C26-4F40-B36B-09418011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TAS model-export menu for transfer to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TRB.</a:t>
            </a:r>
          </a:p>
        </p:txBody>
      </p:sp>
    </p:spTree>
    <p:extLst>
      <p:ext uri="{BB962C8B-B14F-4D97-AF65-F5344CB8AC3E}">
        <p14:creationId xmlns:p14="http://schemas.microsoft.com/office/powerpoint/2010/main" val="859241453"/>
      </p:ext>
    </p:extLst>
  </p:cSld>
</p:sld>
</file>

<file path=ppt/slides/slide78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4CB1F5-8C6D-4592-8C8F-2BDEFF70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B23355-2D33-46F6-B26A-DC00603E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7DC6B1-829A-4636-950C-73C33556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4EA3E69-D3C6-4E7A-BFAF-7E35F8DA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Choose Export Model by Floor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5e48aaa0384255"/>
          <a:stretch xmlns:a="http://schemas.openxmlformats.org/drawingml/2006/main"/>
        </p:blipFill>
        <p:spPr>
          <a:xfrm xmlns:a="http://schemas.openxmlformats.org/drawingml/2006/main">
            <a:off x="5086350" y="2062002"/>
            <a:ext cx="6419850" cy="316262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FD64D1-0AC8-4F56-96AA-66DF49D4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floor-based export when all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elements on the selected floors need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to be transferred to the TRB project.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EFCC18-19AE-40E6-9CDC-282C42D2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Export Model dialog with element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floor selections.</a:t>
            </a:r>
          </a:p>
        </p:txBody>
      </p:sp>
    </p:spTree>
    <p:extLst>
      <p:ext uri="{BB962C8B-B14F-4D97-AF65-F5344CB8AC3E}">
        <p14:creationId xmlns:p14="http://schemas.microsoft.com/office/powerpoint/2010/main" val="63745727"/>
      </p:ext>
    </p:extLst>
  </p:cSld>
</p:sld>
</file>

<file path=ppt/slides/slide78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634112-2D0C-4624-905C-B1E6281F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BE9B49-575A-4359-8985-059BE431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7D6639-74E4-4E3F-9191-E0DC7828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1A3A309-9347-4664-B1AB-24994F22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Use Export Model by Entity when needed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9b924c97d24dd9"/>
          <a:stretch xmlns:a="http://schemas.openxmlformats.org/drawingml/2006/main"/>
        </p:blipFill>
        <p:spPr>
          <a:xfrm xmlns:a="http://schemas.openxmlformats.org/drawingml/2006/main">
            <a:off x="5086350" y="2062002"/>
            <a:ext cx="6419850" cy="316262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184D19-8BE7-4DAD-8CA5-E407E544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Entity-based export is suited to partial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updates where the transfer scope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must remain limited.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729EBA-8DB4-4E9C-A4AB-76D9892C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Export Model dialog with element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floor selections.</a:t>
            </a:r>
          </a:p>
        </p:txBody>
      </p:sp>
    </p:spTree>
    <p:extLst>
      <p:ext uri="{BB962C8B-B14F-4D97-AF65-F5344CB8AC3E}">
        <p14:creationId xmlns:p14="http://schemas.microsoft.com/office/powerpoint/2010/main" val="775713341"/>
      </p:ext>
    </p:extLst>
  </p:cSld>
</p:sld>
</file>

<file path=ppt/slides/slide78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16BAD5-8110-4C6B-9D9C-B834F3EC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7565BF-E15F-4434-A035-C23D4E0D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556BF5-0E88-4E34-985E-32CF9756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0B1C6E4-9085-4AAB-8540-257C3274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Save the model file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0a1f5b121e4e55"/>
          <a:stretch xmlns:a="http://schemas.openxmlformats.org/drawingml/2006/main"/>
        </p:blipFill>
        <p:spPr>
          <a:xfrm xmlns:a="http://schemas.openxmlformats.org/drawingml/2006/main">
            <a:off x="5086350" y="2065259"/>
            <a:ext cx="6419850" cy="315610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2684A5-3485-4DD8-8FEC-EFEDE321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a filename and location that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identify the project, scope and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revision before importing 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A407FC-8663-40C0-8DAC-36A8AC43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export status and resulting model file.</a:t>
            </a:r>
          </a:p>
        </p:txBody>
      </p:sp>
    </p:spTree>
    <p:extLst>
      <p:ext uri="{BB962C8B-B14F-4D97-AF65-F5344CB8AC3E}">
        <p14:creationId xmlns:p14="http://schemas.microsoft.com/office/powerpoint/2010/main" val="1123563229"/>
      </p:ext>
    </p:extLst>
  </p:cSld>
</p:sld>
</file>

<file path=ppt/slides/slide78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5701F4-0FAE-4E38-8877-6DBBA2C3B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017C08-DE91-40B4-9AD5-754FDE07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0B3CD3-5CD7-439A-87CE-22AF91B1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LEARNING CHECKLIST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FA8F3D2-C069-4E37-8DF9-60119537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Understand and Export a TAS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BBC3C5-2F7B-43ED-A7D8-3DDEACBE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024D09-55C1-4E00-98AD-39EDC58A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Actions were checked against the source document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91DB76-6632-4F18-8B3A-D7AD766E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Element data and scope were reviewed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6BAEFD-EF1D-4920-96C6-2C60A734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905892786"/>
      </p:ext>
    </p:extLst>
  </p:cSld>
</p:sld>
</file>

<file path=ppt/slides/slide78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0C65C2-B43C-4D6B-858A-6995943D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92EF2F-DD34-48DD-A460-12DDDC26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D9BB81-B0AB-4DF2-831F-81F1505C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LEARNING MATERIAL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31F0277-46F8-41CF-A1A6-2E102F90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Import a TAS Model into TRB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DFB899-4D57-445C-8742-0B1DF241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Bring the TAS transfer file into the correct destination TRB project.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E00A76-26BE-43D3-A2DB-14F81FBE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803256-6C8C-41A8-88E4-D0C9BFE7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Open the destination TRB project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4C34BF-89E6-4269-89B0-431F7FEA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Open BIM MODEL &gt; Import 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1C67C1-7C36-4D92-AF1A-E0865C9F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Select the exported file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9A7B67-3659-4057-B0F4-3BA3A1CA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Confirm the import</a:t>
            </a:r>
          </a:p>
        </p:txBody>
      </p:sp>
    </p:spTree>
    <p:extLst>
      <p:ext uri="{BB962C8B-B14F-4D97-AF65-F5344CB8AC3E}">
        <p14:creationId xmlns:p14="http://schemas.microsoft.com/office/powerpoint/2010/main" val="534201950"/>
      </p:ext>
    </p:extLst>
  </p:cSld>
</p:sld>
</file>

<file path=ppt/slides/slide78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38C417-F75C-499F-8618-C15790D4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9EAC6F-3054-4379-A1FB-19BF7E23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80DFC7-471E-4805-A250-EDBE48CF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EEE7DA9-51B1-45EF-A13D-A99379EE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Open the destination TRB project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4920b80a224214"/>
          <a:stretch xmlns:a="http://schemas.openxmlformats.org/drawingml/2006/main"/>
        </p:blipFill>
        <p:spPr>
          <a:xfrm xmlns:a="http://schemas.openxmlformats.org/drawingml/2006/main">
            <a:off x="5086350" y="2066673"/>
            <a:ext cx="6419850" cy="315327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AEC47B-365F-4F3D-B126-CF1FDA00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Create a new project or open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correct project before bringing in TAS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DA698C-774C-424A-9044-6BA31FA8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Import Model and the TRB file-selection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dialog.</a:t>
            </a:r>
          </a:p>
        </p:txBody>
      </p:sp>
    </p:spTree>
    <p:extLst>
      <p:ext uri="{BB962C8B-B14F-4D97-AF65-F5344CB8AC3E}">
        <p14:creationId xmlns:p14="http://schemas.microsoft.com/office/powerpoint/2010/main" val="1045454540"/>
      </p:ext>
    </p:extLst>
  </p:cSld>
</p:sld>
</file>

<file path=ppt/slides/slide78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C29E58-99DA-44FF-88A4-E48A0DDF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A5CAD6-E4AB-4C03-862F-3D0B7FE8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5310C9-D901-4CF1-A139-620A1E32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63C3F3B-6AE6-4DB8-B19C-6885B3DC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Open BIM MODEL &gt; Import Model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93ecfa44fa49e8"/>
          <a:stretch xmlns:a="http://schemas.openxmlformats.org/drawingml/2006/main"/>
        </p:blipFill>
        <p:spPr>
          <a:xfrm xmlns:a="http://schemas.openxmlformats.org/drawingml/2006/main">
            <a:off x="5086350" y="2066673"/>
            <a:ext cx="6419850" cy="315327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D6C2B8-30DF-421A-A05F-6744F354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Import Model in the BIM MODEL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area to begin the transfer.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8B29C4-15AD-4FCF-8D64-92BD3F56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Import Model and the TRB file-selection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dialog.</a:t>
            </a:r>
          </a:p>
        </p:txBody>
      </p:sp>
    </p:spTree>
    <p:extLst>
      <p:ext uri="{BB962C8B-B14F-4D97-AF65-F5344CB8AC3E}">
        <p14:creationId xmlns:p14="http://schemas.microsoft.com/office/powerpoint/2010/main" val="724932629"/>
      </p:ext>
    </p:extLst>
  </p:cSld>
</p:sld>
</file>

<file path=ppt/slides/slide78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289734-D622-467A-9CBC-10A56ACF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A1F1AE-BB87-4E63-9EFC-988131B5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23EAAB-D22D-415F-A6CA-D35541CD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EF01D64-DF37-4642-B1FA-53A1AD11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the exported file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eae1e96c4844d6"/>
          <a:stretch xmlns:a="http://schemas.openxmlformats.org/drawingml/2006/main"/>
        </p:blipFill>
        <p:spPr>
          <a:xfrm xmlns:a="http://schemas.openxmlformats.org/drawingml/2006/main">
            <a:off x="5086350" y="2066673"/>
            <a:ext cx="6419850" cy="315327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848495-52AF-4635-BA4A-2B6304C7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Choose the file previously saved from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TAS and verify its name and revision.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231896-87EF-4272-9348-A5386293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Import Model and the TRB file-selection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dialog.</a:t>
            </a:r>
          </a:p>
        </p:txBody>
      </p:sp>
    </p:spTree>
    <p:extLst>
      <p:ext uri="{BB962C8B-B14F-4D97-AF65-F5344CB8AC3E}">
        <p14:creationId xmlns:p14="http://schemas.microsoft.com/office/powerpoint/2010/main" val="1073011796"/>
      </p:ext>
    </p:extLst>
  </p:cSld>
</p:sld>
</file>

<file path=ppt/slides/slide78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271F09-8415-4E79-B091-4A5C6633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EFEFB2-2549-4CAA-98A7-B0C666C2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5AA274-D3F6-48F7-85A8-CFBC4582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333E192-3B53-47F0-AC81-7917EE88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Confirm the import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9ff93ab21c4463"/>
          <a:stretch xmlns:a="http://schemas.openxmlformats.org/drawingml/2006/main"/>
        </p:blipFill>
        <p:spPr>
          <a:xfrm xmlns:a="http://schemas.openxmlformats.org/drawingml/2006/main">
            <a:off x="5086350" y="2066673"/>
            <a:ext cx="6419850" cy="315327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565F80-5E24-4FE7-B644-54EA517A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Continue only after confirming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destination project and source file.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058AE7-0966-4146-8971-BC87F2A7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Import Model and the TRB file-selection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dialog.</a:t>
            </a:r>
          </a:p>
        </p:txBody>
      </p:sp>
    </p:spTree>
    <p:extLst>
      <p:ext uri="{BB962C8B-B14F-4D97-AF65-F5344CB8AC3E}">
        <p14:creationId xmlns:p14="http://schemas.microsoft.com/office/powerpoint/2010/main" val="436805149"/>
      </p:ext>
    </p:extLst>
  </p:cSld>
</p:sld>
</file>

<file path=ppt/slides/slide78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503FF9-A83D-40A5-A0E7-BC841EA24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D44D64-1AC7-4AB9-BC52-231D99B7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C15474-46B4-4D51-AA6A-51B97838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LEARNING CHECKLIST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CF1BBA4-8866-4BDB-B5B0-D8729CEA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Import a TAS Model into TRB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B60AD0-0698-403E-88EF-BC7E6210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FDA331-69DB-4D49-8E19-A7758439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Actions were checked against the source document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B7FC50-FE00-4925-B76A-F2457C7C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Element data and scope were reviewed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392E1E-2EE6-41E4-A80F-1B0C92F7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73105219"/>
      </p:ext>
    </p:extLst>
  </p:cSld>
</p:sld>
</file>

<file path=ppt/slides/slide79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D994D0-3202-462E-A41D-5FE8DFEF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B0BEA6-4FB1-4D68-A083-67D3C7C4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ACC8E4-9D2B-4D4E-ABF5-00DE94951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LEARNING MATERIAL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5EEA054-D569-44F4-8A36-751B3F53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Match the Import Settings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D6A44F-2D7A-4F6C-A7DC-921BDD18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Align zones, floors and elements before creating the TAS model in TRB.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EDB416-4F91-4925-8F6F-D0AA406D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B67801-3A57-48EA-A2A3-F403A42B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Review zone handling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EF0C37-338C-4816-9F9B-701E8AE1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Choose the floor-height source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B1366A-849F-4BB2-9B92-DF8AF3F1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Select floors and elements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B6E32E-CE0B-4F99-B22E-A3BBC666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Continue with Next Step</a:t>
            </a:r>
          </a:p>
        </p:txBody>
      </p:sp>
    </p:spTree>
    <p:extLst>
      <p:ext uri="{BB962C8B-B14F-4D97-AF65-F5344CB8AC3E}">
        <p14:creationId xmlns:p14="http://schemas.microsoft.com/office/powerpoint/2010/main" val="1847059423"/>
      </p:ext>
    </p:extLst>
  </p:cSld>
</p:sld>
</file>

<file path=ppt/slides/slide79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34A94F-F93C-4073-8F24-6D4D6B5B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1A085A-C288-4BCA-A276-86675E38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5FB48D-D98B-4AEC-A831-0B39AB692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8408A21-6718-4278-93ED-11370FEE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Review zone handling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0db3e0e1344986"/>
          <a:stretch xmlns:a="http://schemas.openxmlformats.org/drawingml/2006/main"/>
        </p:blipFill>
        <p:spPr>
          <a:xfrm xmlns:a="http://schemas.openxmlformats.org/drawingml/2006/main">
            <a:off x="5086350" y="1904091"/>
            <a:ext cx="6419850" cy="347844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503C9D-6A56-4893-98FB-C105B6FF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Check how zones from the source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will be handled in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destination TRB project.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FD917C-D173-47D5-9C2C-2BA65CEB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import dialog with its floor list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mapping.</a:t>
            </a:r>
          </a:p>
        </p:txBody>
      </p:sp>
    </p:spTree>
    <p:extLst>
      <p:ext uri="{BB962C8B-B14F-4D97-AF65-F5344CB8AC3E}">
        <p14:creationId xmlns:p14="http://schemas.microsoft.com/office/powerpoint/2010/main" val="1800450049"/>
      </p:ext>
    </p:extLst>
  </p:cSld>
</p:sld>
</file>

<file path=ppt/slides/slide79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1939CD-91CD-4C27-BA3C-C8D7B1A1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0A0774-528C-44E2-A06C-D55D106FA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95263B-0707-4117-9224-DAC18D10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9F85534-0F68-4C77-9937-68F9429A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Choose the floor-height source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d5fae9c71c40d5"/>
          <a:stretch xmlns:a="http://schemas.openxmlformats.org/drawingml/2006/main"/>
        </p:blipFill>
        <p:spPr>
          <a:xfrm xmlns:a="http://schemas.openxmlformats.org/drawingml/2006/main">
            <a:off x="5086350" y="1904091"/>
            <a:ext cx="6419850" cy="347844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FDC173-81B9-45D4-A5C9-A96DAA15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Enable Use floor height in TAS project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only when the source floor heights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should be retained.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76F329-3CFC-418B-B89F-0311F22B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import dialog with its floor list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mapping.</a:t>
            </a:r>
          </a:p>
        </p:txBody>
      </p:sp>
    </p:spTree>
    <p:extLst>
      <p:ext uri="{BB962C8B-B14F-4D97-AF65-F5344CB8AC3E}">
        <p14:creationId xmlns:p14="http://schemas.microsoft.com/office/powerpoint/2010/main" val="1415185825"/>
      </p:ext>
    </p:extLst>
  </p:cSld>
</p:sld>
</file>

<file path=ppt/slides/slide79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BBFBD6-E715-4BA5-82D0-2542D772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2950E0-9902-414A-9C43-3C28BFF4E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F300AA-F9A2-43E4-B8FB-B3EF4CB2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D3AD9A8-9B43-4B3F-8731-2D5005F2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floors and elements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d515ac9f1d4f72"/>
          <a:stretch xmlns:a="http://schemas.openxmlformats.org/drawingml/2006/main"/>
        </p:blipFill>
        <p:spPr>
          <a:xfrm xmlns:a="http://schemas.openxmlformats.org/drawingml/2006/main">
            <a:off x="5086350" y="1999803"/>
            <a:ext cx="6419850" cy="328701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522267-FBB2-468A-B906-5EEBE683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Limit the selection to the floors and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element types included in the transfer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scope.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D8D3F1-146E-4354-8376-51148F3F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import-settings summary before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loading the model.</a:t>
            </a:r>
          </a:p>
        </p:txBody>
      </p:sp>
    </p:spTree>
    <p:extLst>
      <p:ext uri="{BB962C8B-B14F-4D97-AF65-F5344CB8AC3E}">
        <p14:creationId xmlns:p14="http://schemas.microsoft.com/office/powerpoint/2010/main" val="1204079601"/>
      </p:ext>
    </p:extLst>
  </p:cSld>
</p:sld>
</file>

<file path=ppt/slides/slide79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4290BA-C2D9-41D4-A4D3-A30CA751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092D0E-4482-454D-B2EB-D0273F6E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A1F239-38F9-48FF-A0A2-FE7F5765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577506B-6838-4EE1-8AFB-683D0D2A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Continue with Next Step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faf4ec41eb424c"/>
          <a:stretch xmlns:a="http://schemas.openxmlformats.org/drawingml/2006/main"/>
        </p:blipFill>
        <p:spPr>
          <a:xfrm xmlns:a="http://schemas.openxmlformats.org/drawingml/2006/main">
            <a:off x="5086350" y="1999803"/>
            <a:ext cx="6419850" cy="328701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DE2571-3672-4B06-8CBA-77158D98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Review the mapping before moving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to the next confirmation stage.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936C5F-5DAF-47E3-89BB-1FA0FB31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import-settings summary before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loading the model.</a:t>
            </a:r>
          </a:p>
        </p:txBody>
      </p:sp>
    </p:spTree>
    <p:extLst>
      <p:ext uri="{BB962C8B-B14F-4D97-AF65-F5344CB8AC3E}">
        <p14:creationId xmlns:p14="http://schemas.microsoft.com/office/powerpoint/2010/main" val="1352329349"/>
      </p:ext>
    </p:extLst>
  </p:cSld>
</p:sld>
</file>

<file path=ppt/slides/slide79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1BC5CB-62AC-4C34-B109-B8A53E64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4105C4-FD58-4297-8DCC-B949028B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07D2EB-33A0-4C99-8D18-88798AEF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LEARNING CHECKLIST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E935A85-822A-42AD-BF64-C532BF2A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Match the Import Settings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37B760-1783-4E0E-A785-D58A9B5D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516552-D8E4-440D-AAD5-89F63922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Actions were checked against the source document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93F817-E194-41D2-BB3F-AF563C7B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Element data and scope were reviewed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E3AD6B-D6A8-4C26-8032-0A4C8BCE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148187199"/>
      </p:ext>
    </p:extLst>
  </p:cSld>
</p:sld>
</file>

<file path=ppt/slides/slide79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EF9E4E-CE60-40C9-B411-1F699BB0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644B7F-55D0-4B0B-8E3F-4BB23A7B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D463D8-05BC-4213-AA09-46BE45A5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LEARNING MATERIAL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DE89E11-EB9D-4ACC-AC4E-7BCA0DE3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Check the Model and Prepare Drawings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510F5F-2FB1-4A03-BE24-8ADEDD23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Confirm that the model displays correctly and drawings are ready for identification.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8D05ED-C4FA-4749-9410-3D38D1CAE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B73833-5E65-4834-8FAB-91B9847D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Control entity display with F12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C7CD12-57BE-442F-ADC9-F72899C5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Check the transferred 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582CDC-1729-4B33-8B0C-028708F8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Add the building plan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2DE6D3-E9EA-4FAD-9DDC-2BD46911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Split and relocate the drawing</a:t>
            </a:r>
          </a:p>
        </p:txBody>
      </p:sp>
    </p:spTree>
    <p:extLst>
      <p:ext uri="{BB962C8B-B14F-4D97-AF65-F5344CB8AC3E}">
        <p14:creationId xmlns:p14="http://schemas.microsoft.com/office/powerpoint/2010/main" val="1916600660"/>
      </p:ext>
    </p:extLst>
  </p:cSld>
</p:sld>
</file>

<file path=ppt/slides/slide79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3689E7-455D-4DDB-9ACE-39AC1AE5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09E45F-C79F-4D5B-8D30-276DFCCD8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32E067-3D14-4E86-A0E0-8D3A8833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7A2EC9F-DD1B-4ECF-9770-349B2CF8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Control entity display with F12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4d77659d694462"/>
          <a:stretch xmlns:a="http://schemas.openxmlformats.org/drawingml/2006/main"/>
        </p:blipFill>
        <p:spPr>
          <a:xfrm xmlns:a="http://schemas.openxmlformats.org/drawingml/2006/main">
            <a:off x="5086350" y="1914095"/>
            <a:ext cx="6419850" cy="345843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B22803-3385-480A-9209-D1223813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the display controls to show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entities required for the current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review.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9952E2-3DA0-4E21-B766-80C74FE8E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building model and Element Entity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Display Settings.</a:t>
            </a:r>
          </a:p>
        </p:txBody>
      </p:sp>
    </p:spTree>
    <p:extLst>
      <p:ext uri="{BB962C8B-B14F-4D97-AF65-F5344CB8AC3E}">
        <p14:creationId xmlns:p14="http://schemas.microsoft.com/office/powerpoint/2010/main" val="487201231"/>
      </p:ext>
    </p:extLst>
  </p:cSld>
</p:sld>
</file>

<file path=ppt/slides/slide79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D14B8-457D-4B88-BD15-C94E0182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8DF4F9-CA04-47FD-827A-4B498CC9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356FA3-EEF3-40EE-9B0F-B6D379F3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2B2D13C-2216-4239-B4BD-107DDA22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Check the transferred model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80f9405d9c4645"/>
          <a:stretch xmlns:a="http://schemas.openxmlformats.org/drawingml/2006/main"/>
        </p:blipFill>
        <p:spPr>
          <a:xfrm xmlns:a="http://schemas.openxmlformats.org/drawingml/2006/main">
            <a:off x="5086350" y="1914095"/>
            <a:ext cx="6419850" cy="345843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74B576-FC69-400E-9719-2CF62B27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Display the required entities and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confirm their floors and main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geometry.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081F9C-81B0-484D-890A-30363941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building model and Element Entity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Display Settings.</a:t>
            </a:r>
          </a:p>
        </p:txBody>
      </p:sp>
    </p:spTree>
    <p:extLst>
      <p:ext uri="{BB962C8B-B14F-4D97-AF65-F5344CB8AC3E}">
        <p14:creationId xmlns:p14="http://schemas.microsoft.com/office/powerpoint/2010/main" val="216837575"/>
      </p:ext>
    </p:extLst>
  </p:cSld>
</p:sld>
</file>

<file path=ppt/slides/slide79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149E49-FCE8-4DBE-8554-42C4F50C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A4A901-11F1-44EB-9D9E-BF3D8C055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295DCE-F9FC-4271-857A-F3D88588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D70CD6D-EB77-4DA8-9AD0-EB25C959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Add the building plan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e7400d06a148ad"/>
          <a:stretch xmlns:a="http://schemas.openxmlformats.org/drawingml/2006/main"/>
        </p:blipFill>
        <p:spPr>
          <a:xfrm xmlns:a="http://schemas.openxmlformats.org/drawingml/2006/main">
            <a:off x="5086350" y="2368022"/>
            <a:ext cx="6419850" cy="255058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471F8A-DB95-42AA-B823-AF9A1763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Open the building plan, then use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IDENTIFY &gt; Add Drawing to add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reference drawing.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11FD99-EF1E-4BBA-8E77-6B2DFF6A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Drawing Manager with a structural drawing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in the workspace.</a:t>
            </a:r>
          </a:p>
        </p:txBody>
      </p:sp>
    </p:spTree>
    <p:extLst>
      <p:ext uri="{BB962C8B-B14F-4D97-AF65-F5344CB8AC3E}">
        <p14:creationId xmlns:p14="http://schemas.microsoft.com/office/powerpoint/2010/main" val="891779145"/>
      </p:ext>
    </p:extLst>
  </p:cSld>
</p:sld>
</file>

<file path=ppt/slides/slide80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E0C75E-9B7B-43B8-A219-82693D42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0816BC-184E-4016-BE5A-B58C54D2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3E13AA-0A00-4A12-BBD5-FD132F40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4C06FAA-BF15-4CD6-9304-E0753581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Split and relocate the drawing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feffa6801c4cec"/>
          <a:stretch xmlns:a="http://schemas.openxmlformats.org/drawingml/2006/main"/>
        </p:blipFill>
        <p:spPr>
          <a:xfrm xmlns:a="http://schemas.openxmlformats.org/drawingml/2006/main">
            <a:off x="5086350" y="2368022"/>
            <a:ext cx="6419850" cy="255058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5737AF-80B0-4EA6-872E-AD8D7ED3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Arrange drawing portions on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correct floors before reinforcement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modelling begins.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7622A4-585F-44FB-BE46-1FDF5943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Drawing Manager with a structural drawing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in the workspace.</a:t>
            </a:r>
          </a:p>
        </p:txBody>
      </p:sp>
    </p:spTree>
    <p:extLst>
      <p:ext uri="{BB962C8B-B14F-4D97-AF65-F5344CB8AC3E}">
        <p14:creationId xmlns:p14="http://schemas.microsoft.com/office/powerpoint/2010/main" val="1707620791"/>
      </p:ext>
    </p:extLst>
  </p:cSld>
</p:sld>
</file>

<file path=ppt/slides/slide80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162CBB-78AB-41EA-8937-3AF88CC8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78B2FC-BF94-4421-B7B3-44399788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27F3DB-EBCB-4039-BCF5-1139D8BA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LEARNING CHECKLIST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9DAD823-3817-403D-9B4A-44C9569D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Check the Model and Prepare Drawings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F3A6ED-A112-4498-9635-C97EEF72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174064-E9B0-4682-9CAD-FADBE0C9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Actions were checked against the source document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C2FD27-694A-49EF-ACF9-68EF5AAF0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Element data and scope were reviewed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4094B2-C329-424D-AE12-77F1579F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1528732951"/>
      </p:ext>
    </p:extLst>
  </p:cSld>
</p:sld>
</file>

<file path=ppt/slides/slide80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22F356-5430-4F24-A5B3-D167FBD3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8BB823-AE89-4963-9083-835E90CA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13C20D-E4A2-426D-A11D-8AB0F251E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LEARNING MATERIAL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609ABB3-9FC6-4AE2-A0C9-FE36F6554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Define Pile Cap Reinforcement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FB1C6D-0C8E-4C30-8760-8A2ACD7C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Assign pile-cap reinforcement data to the correct elements.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B0F22C-FB9A-460E-AF81-15EA7BD7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B7A78A-97AB-4760-899E-8E013863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Select the pile cap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BDD109-001B-4AD6-9226-4A405449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Open the reinforcement settings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C6A2AB-5FED-4A00-8B45-9B55693D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Enter the reinforcement 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CB57CC-D30E-4DAC-925D-F0314A72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Review the result</a:t>
            </a:r>
          </a:p>
        </p:txBody>
      </p:sp>
    </p:spTree>
    <p:extLst>
      <p:ext uri="{BB962C8B-B14F-4D97-AF65-F5344CB8AC3E}">
        <p14:creationId xmlns:p14="http://schemas.microsoft.com/office/powerpoint/2010/main" val="1644041136"/>
      </p:ext>
    </p:extLst>
  </p:cSld>
</p:sld>
</file>

<file path=ppt/slides/slide80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32C9E3-AA7C-4D1F-BC38-CE84610C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CDC97E-171C-40E4-920F-A9025A97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F26A84-4518-4CAB-8568-3C956F13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E9B3512-8F2F-4A91-B717-3CA49D52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the pile cap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7effc4662f4b38"/>
          <a:stretch xmlns:a="http://schemas.openxmlformats.org/drawingml/2006/main"/>
        </p:blipFill>
        <p:spPr>
          <a:xfrm xmlns:a="http://schemas.openxmlformats.org/drawingml/2006/main">
            <a:off x="5086350" y="2095791"/>
            <a:ext cx="6419850" cy="309504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524869-BFB1-4BFD-9C7A-FE9C5660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Confirm that the active element and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floor match the reinforcement detail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being applied.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63F6DF-7230-4AB8-96E9-7DD56C23B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pile-cap Attribute Editor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 mode.</a:t>
            </a:r>
          </a:p>
        </p:txBody>
      </p:sp>
    </p:spTree>
    <p:extLst>
      <p:ext uri="{BB962C8B-B14F-4D97-AF65-F5344CB8AC3E}">
        <p14:creationId xmlns:p14="http://schemas.microsoft.com/office/powerpoint/2010/main" val="1349997222"/>
      </p:ext>
    </p:extLst>
  </p:cSld>
</p:sld>
</file>

<file path=ppt/slides/slide80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E9452C-F463-4AF0-B952-602598C5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F371C1-2B42-4506-A3D4-24AA3208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65AF06-DA79-4C59-812F-4605685A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0407931-4DC4-46D8-9E96-A507DB86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Open the reinforcement settings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30ad8788fb431b"/>
          <a:stretch xmlns:a="http://schemas.openxmlformats.org/drawingml/2006/main"/>
        </p:blipFill>
        <p:spPr>
          <a:xfrm xmlns:a="http://schemas.openxmlformats.org/drawingml/2006/main">
            <a:off x="5086350" y="2178380"/>
            <a:ext cx="6419850" cy="292986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AFE73E-BEAE-4507-B8CB-56CADDDB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Open the pile-cap reinforcement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settings and use data from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approved structural detail.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F293F6-1413-46CE-A834-37F10EC7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pile-cap Attribute Editor and Slab Style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 diagram.</a:t>
            </a:r>
          </a:p>
        </p:txBody>
      </p:sp>
    </p:spTree>
    <p:extLst>
      <p:ext uri="{BB962C8B-B14F-4D97-AF65-F5344CB8AC3E}">
        <p14:creationId xmlns:p14="http://schemas.microsoft.com/office/powerpoint/2010/main" val="1425551562"/>
      </p:ext>
    </p:extLst>
  </p:cSld>
</p:sld>
</file>

<file path=ppt/slides/slide80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5DFF94-1E37-4AE1-9DF8-309E0BAF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53A8A-E64E-461A-AC29-716B0C10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F4A213-D251-4504-BDBA-FABB0475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C363F8E-93F2-4E39-9909-3A803CFD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Enter the reinforcement data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2e6e5536764fa4"/>
          <a:stretch xmlns:a="http://schemas.openxmlformats.org/drawingml/2006/main"/>
        </p:blipFill>
        <p:spPr>
          <a:xfrm xmlns:a="http://schemas.openxmlformats.org/drawingml/2006/main">
            <a:off x="5086350" y="2178380"/>
            <a:ext cx="6419850" cy="292986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C2F3A3-524C-45E4-9973-4262F54E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Enter the parameters shown in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detail without assuming unavailable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values.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933221-6C35-40AE-8963-CCA45041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pile-cap Attribute Editor and Slab Style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 diagram.</a:t>
            </a:r>
          </a:p>
        </p:txBody>
      </p:sp>
    </p:spTree>
    <p:extLst>
      <p:ext uri="{BB962C8B-B14F-4D97-AF65-F5344CB8AC3E}">
        <p14:creationId xmlns:p14="http://schemas.microsoft.com/office/powerpoint/2010/main" val="1511159996"/>
      </p:ext>
    </p:extLst>
  </p:cSld>
</p:sld>
</file>

<file path=ppt/slides/slide80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C66343-F14F-4E71-BD96-4D67459C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7776CE-451C-45D6-8426-DF2AFD17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C19986-068B-4E83-9A10-A8362EE7A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67723B8-2B23-467C-A09B-41193F5B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Review the result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cc3bcfce4f48aa"/>
          <a:stretch xmlns:a="http://schemas.openxmlformats.org/drawingml/2006/main"/>
        </p:blipFill>
        <p:spPr>
          <a:xfrm xmlns:a="http://schemas.openxmlformats.org/drawingml/2006/main">
            <a:off x="5086350" y="2178380"/>
            <a:ext cx="6419850" cy="292986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412BDB-04CB-4B8C-BA8C-9ADF34E3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Check the resulting arrangement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against the source drawing.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8FAB6D-BD8C-4D12-B72C-B69F3317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pile-cap Attribute Editor and Slab Style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 diagram.</a:t>
            </a:r>
          </a:p>
        </p:txBody>
      </p:sp>
    </p:spTree>
    <p:extLst>
      <p:ext uri="{BB962C8B-B14F-4D97-AF65-F5344CB8AC3E}">
        <p14:creationId xmlns:p14="http://schemas.microsoft.com/office/powerpoint/2010/main" val="1196962962"/>
      </p:ext>
    </p:extLst>
  </p:cSld>
</p:sld>
</file>

<file path=ppt/slides/slide80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44CA90-6DDE-4A6A-8D27-6885FEFE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A2C275-A2A6-47A3-8182-2E43833D2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098EC1-4BF5-4636-BA7F-4A6E859C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LEARNING CHECKLIST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E9E98B4-3CF5-48B7-A1D3-2E6A87F6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Define Pile Cap Reinforcement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5AB9FA-0A19-4F1F-8A6D-D1F0FA90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52ACB7-82DC-4AC7-A317-DA12F307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Actions were checked against the source document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B469D3-C516-4ED1-B923-1A982FF3D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Element data and scope were reviewed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BAE639-5E78-42CD-84CD-848DE5F6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1324704166"/>
      </p:ext>
    </p:extLst>
  </p:cSld>
</p:sld>
</file>

<file path=ppt/slides/slide80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6A4586-C464-4989-83A8-5726615D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457837-39CB-497F-992C-544F33B6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8F84CA-1DDB-498E-88B5-E7339D18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LEARNING MATERIAL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6B053D6-E468-4FDB-B7EE-E296D03D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Check Data and Create an Irregular Pile Cap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2FC11E-A3C9-4281-A066-55B40C68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Validate pile-cap data and handle irregular shapes according to the source geometry.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6E4230-1EE0-43CD-AB4A-FF50D8A7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1B9483-BD73-45C5-B08D-75C35194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Run the data 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6C7C51-0063-4BBA-9F3F-5827691A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Review the findings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BFF67A-BDC8-42C3-883A-34F931BA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Create the irregular boundary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B6EE1D-3E66-464B-8951-8BB19360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Check the shape and reinforcement data</a:t>
            </a:r>
          </a:p>
        </p:txBody>
      </p:sp>
    </p:spTree>
    <p:extLst>
      <p:ext uri="{BB962C8B-B14F-4D97-AF65-F5344CB8AC3E}">
        <p14:creationId xmlns:p14="http://schemas.microsoft.com/office/powerpoint/2010/main" val="400259388"/>
      </p:ext>
    </p:extLst>
  </p:cSld>
</p:sld>
</file>

<file path=ppt/slides/slide81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D169E2-B201-4989-B8F5-DA3EF84D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79B301-64AE-4494-A6D1-044E479D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DC8069-62FF-4E1C-8C35-295572FF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56FA4F8-0F83-4E33-BA9A-66805F1A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Run the data check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5fc9c0ee4042fe"/>
          <a:stretch xmlns:a="http://schemas.openxmlformats.org/drawingml/2006/main"/>
        </p:blipFill>
        <p:spPr>
          <a:xfrm xmlns:a="http://schemas.openxmlformats.org/drawingml/2006/main">
            <a:off x="5145594" y="1809750"/>
            <a:ext cx="6301362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FA0577-FF46-45A3-B52C-92DABC93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the documented check to find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incomplete or inconsistent 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D54C02-8B05-431B-8915-AC59E02C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Pile-cap data and the reinforcement view.</a:t>
            </a:r>
          </a:p>
        </p:txBody>
      </p:sp>
    </p:spTree>
    <p:extLst>
      <p:ext uri="{BB962C8B-B14F-4D97-AF65-F5344CB8AC3E}">
        <p14:creationId xmlns:p14="http://schemas.microsoft.com/office/powerpoint/2010/main" val="429683329"/>
      </p:ext>
    </p:extLst>
  </p:cSld>
</p:sld>
</file>

<file path=ppt/slides/slide81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341A03-1ADA-4288-93ED-A1FC35F2B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5BC659-1B49-4336-9255-2469CE11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E39F48-227C-43B2-A15C-8D0C0CCD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B937289-A4A0-4D0F-85E4-8E2D1058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Review the findings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17322202d041c5"/>
          <a:stretch xmlns:a="http://schemas.openxmlformats.org/drawingml/2006/main"/>
        </p:blipFill>
        <p:spPr>
          <a:xfrm xmlns:a="http://schemas.openxmlformats.org/drawingml/2006/main">
            <a:off x="5145594" y="1809750"/>
            <a:ext cx="6301362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1B0573-7428-468C-9B3E-5CD9D003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Relate each finding to the relevant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element and structural detail before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correcting 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F3844D-6211-44FF-BAF6-1358EFB1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Pile-cap data and the reinforcement view.</a:t>
            </a:r>
          </a:p>
        </p:txBody>
      </p:sp>
    </p:spTree>
    <p:extLst>
      <p:ext uri="{BB962C8B-B14F-4D97-AF65-F5344CB8AC3E}">
        <p14:creationId xmlns:p14="http://schemas.microsoft.com/office/powerpoint/2010/main" val="1168673431"/>
      </p:ext>
    </p:extLst>
  </p:cSld>
</p:sld>
</file>

<file path=ppt/slides/slide81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50F39B-EBF2-454C-915A-40887C8A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34B02A-234A-49FD-B415-74A70113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698842-51B2-4E5E-8D19-B682F991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CC6B67E-585A-43D5-A281-F00775BF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Create the irregular boundary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314bd8caf24124"/>
          <a:stretch xmlns:a="http://schemas.openxmlformats.org/drawingml/2006/main"/>
        </p:blipFill>
        <p:spPr>
          <a:xfrm xmlns:a="http://schemas.openxmlformats.org/drawingml/2006/main">
            <a:off x="5086350" y="2121778"/>
            <a:ext cx="6419850" cy="304306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F178A6-5A83-49FA-926A-E08AB4D5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Follow the pile-cap geometry in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drawing when a standard shape does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not represent the model.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64C131-524F-4214-8E89-5E02D3BB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Pile-cap check results in the model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table.</a:t>
            </a:r>
          </a:p>
        </p:txBody>
      </p:sp>
    </p:spTree>
    <p:extLst>
      <p:ext uri="{BB962C8B-B14F-4D97-AF65-F5344CB8AC3E}">
        <p14:creationId xmlns:p14="http://schemas.microsoft.com/office/powerpoint/2010/main" val="253206694"/>
      </p:ext>
    </p:extLst>
  </p:cSld>
</p:sld>
</file>

<file path=ppt/slides/slide81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95A8E9-B306-49BA-AA11-A8DBEAED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D8FAC2-CBC3-4D1C-85AC-F33C9819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CB288A-7652-4089-BC87-76887C56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5248AC0-3787-400A-A9D0-EB573BA1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Check the shape and reinforcement data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bba9bdc16d4771"/>
          <a:stretch xmlns:a="http://schemas.openxmlformats.org/drawingml/2006/main"/>
        </p:blipFill>
        <p:spPr>
          <a:xfrm xmlns:a="http://schemas.openxmlformats.org/drawingml/2006/main">
            <a:off x="5086350" y="2121778"/>
            <a:ext cx="6419850" cy="304306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F53C53-EC24-42C3-B025-DE4FBEF2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Confirm that the element boundary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and reinforcement data refer to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same detail.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466321-82D5-42C2-B191-13501DCD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Pile-cap check results in the model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table.</a:t>
            </a:r>
          </a:p>
        </p:txBody>
      </p:sp>
    </p:spTree>
    <p:extLst>
      <p:ext uri="{BB962C8B-B14F-4D97-AF65-F5344CB8AC3E}">
        <p14:creationId xmlns:p14="http://schemas.microsoft.com/office/powerpoint/2010/main" val="392442043"/>
      </p:ext>
    </p:extLst>
  </p:cSld>
</p:sld>
</file>

<file path=ppt/slides/slide81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92F4A8-42FE-4B21-A9AE-76EFDC6A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019ED2-0A31-457D-BA4A-E5D9F8A7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7AE292-EDB0-4A85-B4E8-75B67772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LEARNING CHECKLIST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C96FB0F-0BB5-47FB-B54E-0B0E0F45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Check Data and Create an Irregular Pile Cap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F04FA2-2ADC-40ED-98AB-DBCAAC34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7E8A37-DDF6-45B5-9C16-DC4A5151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Actions were checked against the source document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28C17E-AD31-4BFA-9B26-781A11EAE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Element data and scope were reviewed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0F4E8C-6533-4FCE-9A53-747C8B71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151141154"/>
      </p:ext>
    </p:extLst>
  </p:cSld>
</p:sld>
</file>

<file path=ppt/slides/slide81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3E7138-FC6F-4B56-B067-8937BAF5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E241B6-AF20-4EB6-BFDD-C2245A24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484FD5-F8AD-4445-BB18-D418B764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LEARNING MATERIAL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93CFEF7-6839-478A-A4BE-D83F7D0D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Define Column Reinforcement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4FA8F5-1685-413A-BA33-452D4EC9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Apply column reinforcement data and check it on the correct elements.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BACDFD-5AF1-48B8-8E3D-32B6EC25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7C040F-D670-468D-9C3B-FDD46E86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Select the correct column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7F5343-04A3-4B75-B66A-0014A5D4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Open the reinforcement definition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689E12-EC65-48F3-A117-ACA84D1D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Enter longitudinal bars and ties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7E1DF9-55D6-456E-BA7C-D9C9B0D1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Check the column arrangement</a:t>
            </a:r>
          </a:p>
        </p:txBody>
      </p:sp>
    </p:spTree>
    <p:extLst>
      <p:ext uri="{BB962C8B-B14F-4D97-AF65-F5344CB8AC3E}">
        <p14:creationId xmlns:p14="http://schemas.microsoft.com/office/powerpoint/2010/main" val="269103388"/>
      </p:ext>
    </p:extLst>
  </p:cSld>
</p:sld>
</file>

<file path=ppt/slides/slide81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7FEE78-94EB-47AE-9527-638E2A8A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5BBB2B-965B-462F-A987-15417403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EB3B97-B08E-4E35-A511-24A67B73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5EA4C21-A14C-4061-979B-3FA41050C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the correct column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b4773ed4af408f"/>
          <a:stretch xmlns:a="http://schemas.openxmlformats.org/drawingml/2006/main"/>
        </p:blipFill>
        <p:spPr>
          <a:xfrm xmlns:a="http://schemas.openxmlformats.org/drawingml/2006/main">
            <a:off x="5086350" y="1971899"/>
            <a:ext cx="6419850" cy="33428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8E828D-8328-4E10-8D46-E0736E81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Match the column type and floor to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source detail or schedule.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20C93D-C415-472E-B5B5-F35A8502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column Attribute Editor with All Main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Bars, Links, and Legs.</a:t>
            </a:r>
          </a:p>
        </p:txBody>
      </p:sp>
    </p:spTree>
    <p:extLst>
      <p:ext uri="{BB962C8B-B14F-4D97-AF65-F5344CB8AC3E}">
        <p14:creationId xmlns:p14="http://schemas.microsoft.com/office/powerpoint/2010/main" val="1264819620"/>
      </p:ext>
    </p:extLst>
  </p:cSld>
</p:sld>
</file>

<file path=ppt/slides/slide81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FAC849-6D57-4BCD-BA89-04A5EAE3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3F8A17-A96D-496B-8BA4-70F6E74DF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E76EB7-31AC-4618-94A8-B665DC0E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EAF6E73-768A-44E7-82EC-65DA851E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Open the reinforcement definition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4de59d62074c66"/>
          <a:stretch xmlns:a="http://schemas.openxmlformats.org/drawingml/2006/main"/>
        </p:blipFill>
        <p:spPr>
          <a:xfrm xmlns:a="http://schemas.openxmlformats.org/drawingml/2006/main">
            <a:off x="5086350" y="2032724"/>
            <a:ext cx="6419850" cy="322117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F40513-8967-4F8F-8D1F-2F51CF77C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the column reinforcement data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area shown in the manual.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EF0692-A1DD-4BE4-AC8D-9EAAA2786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Rebar Input Helper for main bars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links.</a:t>
            </a:r>
          </a:p>
        </p:txBody>
      </p:sp>
    </p:spTree>
    <p:extLst>
      <p:ext uri="{BB962C8B-B14F-4D97-AF65-F5344CB8AC3E}">
        <p14:creationId xmlns:p14="http://schemas.microsoft.com/office/powerpoint/2010/main" val="467204993"/>
      </p:ext>
    </p:extLst>
  </p:cSld>
</p:sld>
</file>

<file path=ppt/slides/slide81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04DE92-C4CA-421A-BD31-4F5EFC85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E01BD0-D369-477A-BEB8-92BCC768E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D8E677-D969-4B77-8C8F-CD08F4A6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BD22934-D9EC-432D-9096-F3E80267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Enter longitudinal bars and ties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b44eae20c94f79"/>
          <a:stretch xmlns:a="http://schemas.openxmlformats.org/drawingml/2006/main"/>
        </p:blipFill>
        <p:spPr>
          <a:xfrm xmlns:a="http://schemas.openxmlformats.org/drawingml/2006/main">
            <a:off x="5086350" y="1992211"/>
            <a:ext cx="6419850" cy="330220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7C282F-DACF-415B-BCB9-02985610D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Transfer the parameters from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structural documents while retaining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project units.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B690BA-944C-4EE4-891D-868DD028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section editor with Corner Bar, Side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Bar, and Draw Link.</a:t>
            </a:r>
          </a:p>
        </p:txBody>
      </p:sp>
    </p:spTree>
    <p:extLst>
      <p:ext uri="{BB962C8B-B14F-4D97-AF65-F5344CB8AC3E}">
        <p14:creationId xmlns:p14="http://schemas.microsoft.com/office/powerpoint/2010/main" val="1233866545"/>
      </p:ext>
    </p:extLst>
  </p:cSld>
</p:sld>
</file>

<file path=ppt/slides/slide81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A1F92A-728E-46CE-BAA0-67183136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0E5B2C-A471-40E1-BBE4-34781AF8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1C7ED8-4534-4143-B099-D1EF69EDB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3D5998D-FFAB-46A0-81F4-65970579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Check the column arrangement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6d106423a945db"/>
          <a:stretch xmlns:a="http://schemas.openxmlformats.org/drawingml/2006/main"/>
        </p:blipFill>
        <p:spPr>
          <a:xfrm xmlns:a="http://schemas.openxmlformats.org/drawingml/2006/main">
            <a:off x="5086350" y="1992211"/>
            <a:ext cx="6419850" cy="330220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EE7750-E9E7-4FF0-B54A-CB6F9ADC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Review bar quantity, position and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range against the source detail.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E525AC-8591-4DE6-81D4-D6E9C27A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section editor with Corner Bar, Side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Bar, and Draw Link.</a:t>
            </a:r>
          </a:p>
        </p:txBody>
      </p:sp>
    </p:spTree>
    <p:extLst>
      <p:ext uri="{BB962C8B-B14F-4D97-AF65-F5344CB8AC3E}">
        <p14:creationId xmlns:p14="http://schemas.microsoft.com/office/powerpoint/2010/main" val="419851670"/>
      </p:ext>
    </p:extLst>
  </p:cSld>
</p:sld>
</file>

<file path=ppt/slides/slide82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3A1AE2-9C70-4ABE-9B2B-3251E339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785916-CCA1-4FDC-B794-5B3C2F7F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6C0017-D159-4A24-AC65-B718C432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LEARNING CHECKLIST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4F5C229-8361-4D6C-8563-68E957E6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Define Column Reinforcement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D1473A-4332-4CB7-A0E2-0D41D8D7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BE83AE-AC1E-4FE1-A47C-4934F80E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Actions were checked against the source document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8868A9-B1F5-42C0-8A55-8D304668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Element data and scope were reviewed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07F0BE-9F2B-4EA9-946F-513833C3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1396813574"/>
      </p:ext>
    </p:extLst>
  </p:cSld>
</p:sld>
</file>

<file path=ppt/slides/slide82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579FE7-F2C6-4F97-BF2C-BDFD0DE1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011121-7280-41DA-AA8B-308FB730F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61ABFF-4326-4F50-B714-A8CAD7E95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LEARNING MATERIAL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6862BCA-D354-4076-8994-A94A00D3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Import and Synchronise a Column Schedule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D33A8D-0AFC-40FF-880C-4DD9304C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a column schedule to align column reinforcement data.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C7B85B-A0C3-4A6C-8123-A790D69E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DA1B05-35B2-431B-A500-8CC64A7D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Prepare the column schedule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A8994A-6DA5-4288-A9E9-D8EC5544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Import the schedule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1BE80F-57AA-4FF8-A19B-2C01A2E5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Map the column information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AE7E77-78C9-458A-82FC-9117CA6A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Synchronise with the 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1CDA14-E208-4829-8716-09D4CB64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Check the synchronised result</a:t>
            </a:r>
          </a:p>
        </p:txBody>
      </p:sp>
    </p:spTree>
    <p:extLst>
      <p:ext uri="{BB962C8B-B14F-4D97-AF65-F5344CB8AC3E}">
        <p14:creationId xmlns:p14="http://schemas.microsoft.com/office/powerpoint/2010/main" val="1440558654"/>
      </p:ext>
    </p:extLst>
  </p:cSld>
</p:sld>
</file>

<file path=ppt/slides/slide82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8BB3E7-02F1-4E12-BAFE-495609FD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80393C-B5E6-481A-8FC7-1BA0C9AB8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C6FC96-F3D2-4905-B1C4-167B273C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7F6B2A6-F64B-4C5B-BED2-ACE0204F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Prepare the column schedule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752c8119214654"/>
          <a:stretch xmlns:a="http://schemas.openxmlformats.org/drawingml/2006/main"/>
        </p:blipFill>
        <p:spPr>
          <a:xfrm xmlns:a="http://schemas.openxmlformats.org/drawingml/2006/main">
            <a:off x="5086350" y="2151688"/>
            <a:ext cx="6419850" cy="298324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9D16CD-2A69-4DDD-B036-C7E4AC63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Ensure the source table is legible and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contains only the relevant schedule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area.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927C41-0318-4348-9123-DA481757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Identify Column Schedule choices for Excel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or CAD/PDF.</a:t>
            </a:r>
          </a:p>
        </p:txBody>
      </p:sp>
    </p:spTree>
    <p:extLst>
      <p:ext uri="{BB962C8B-B14F-4D97-AF65-F5344CB8AC3E}">
        <p14:creationId xmlns:p14="http://schemas.microsoft.com/office/powerpoint/2010/main" val="447722296"/>
      </p:ext>
    </p:extLst>
  </p:cSld>
</p:sld>
</file>

<file path=ppt/slides/slide82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D59CC8-F165-48B7-BF87-B7B964EC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33EDD8-764B-4A80-A7E7-5F294A00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BF32FA-020E-4AF3-A687-D6BAE5D1C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3917B8C-D8F0-4A72-950A-36C23179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Import the schedule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bbd95a96974811"/>
          <a:stretch xmlns:a="http://schemas.openxmlformats.org/drawingml/2006/main"/>
        </p:blipFill>
        <p:spPr>
          <a:xfrm xmlns:a="http://schemas.openxmlformats.org/drawingml/2006/main">
            <a:off x="5086350" y="2096013"/>
            <a:ext cx="6419850" cy="309459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E6843D-8351-43DF-B6D8-8732F5B6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Choose the correct column schedule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and retain its relationship to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source drawing.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26D998-600C-4AFC-9A82-FE25C1A7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An Excel schedule, heading mapping,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Delete Row.</a:t>
            </a:r>
          </a:p>
        </p:txBody>
      </p:sp>
    </p:spTree>
    <p:extLst>
      <p:ext uri="{BB962C8B-B14F-4D97-AF65-F5344CB8AC3E}">
        <p14:creationId xmlns:p14="http://schemas.microsoft.com/office/powerpoint/2010/main" val="1432517171"/>
      </p:ext>
    </p:extLst>
  </p:cSld>
</p:sld>
</file>

<file path=ppt/slides/slide82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8704AF-ABCB-4844-9EAE-8BCD56906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9BACD0-AC33-4B08-8E97-71BA0A0E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0F767A-8B31-438F-B5EC-A23B8D80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DECA6E8-CA9C-43EA-9986-CC98F32B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Map the column information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127f8d7187484d"/>
          <a:stretch xmlns:a="http://schemas.openxmlformats.org/drawingml/2006/main"/>
        </p:blipFill>
        <p:spPr>
          <a:xfrm xmlns:a="http://schemas.openxmlformats.org/drawingml/2006/main">
            <a:off x="5086350" y="2000644"/>
            <a:ext cx="6419850" cy="328533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B6C98F-76BF-4D5A-AC4D-BA0019D7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Match schedule columns to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documented TRB attributes.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8053A5-6984-4A5E-81B9-48F4A232F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Identify Schedule with a floor picker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Generate in Column Schedule.</a:t>
            </a:r>
          </a:p>
        </p:txBody>
      </p:sp>
    </p:spTree>
    <p:extLst>
      <p:ext uri="{BB962C8B-B14F-4D97-AF65-F5344CB8AC3E}">
        <p14:creationId xmlns:p14="http://schemas.microsoft.com/office/powerpoint/2010/main" val="96972692"/>
      </p:ext>
    </p:extLst>
  </p:cSld>
</p:sld>
</file>

<file path=ppt/slides/slide82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B35642-381B-43D9-8D10-554C2EDB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AA5686-AF71-4F28-92DE-70193B35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59E44B-F680-4328-AB5E-D6E84962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BB18332-480E-4DB4-AB48-3B4328D15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Synchronise with the model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927cd7a67e40d9"/>
          <a:stretch xmlns:a="http://schemas.openxmlformats.org/drawingml/2006/main"/>
        </p:blipFill>
        <p:spPr>
          <a:xfrm xmlns:a="http://schemas.openxmlformats.org/drawingml/2006/main">
            <a:off x="5086350" y="2000644"/>
            <a:ext cx="6419850" cy="328533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D64D1E-3DE5-44B7-A576-57C1DB824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Apply the data only after confirming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that column types and identities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match.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950745-BA6B-4AA4-8460-8163506D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Define Column Schedule with Sync to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Entity.</a:t>
            </a:r>
          </a:p>
        </p:txBody>
      </p:sp>
    </p:spTree>
    <p:extLst>
      <p:ext uri="{BB962C8B-B14F-4D97-AF65-F5344CB8AC3E}">
        <p14:creationId xmlns:p14="http://schemas.microsoft.com/office/powerpoint/2010/main" val="1422374152"/>
      </p:ext>
    </p:extLst>
  </p:cSld>
</p:sld>
</file>

<file path=ppt/slides/slide82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B69721-A152-4479-83ED-52A6D770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8144F8-E9F4-4FB1-8264-5BF23CB2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4C3C49-254D-4F5B-A530-518F8D1E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DB5DD1E-8663-411F-AE88-6A48546B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Check the synchronised result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42163c0ce64acb"/>
          <a:stretch xmlns:a="http://schemas.openxmlformats.org/drawingml/2006/main"/>
        </p:blipFill>
        <p:spPr>
          <a:xfrm xmlns:a="http://schemas.openxmlformats.org/drawingml/2006/main">
            <a:off x="5099151" y="1809750"/>
            <a:ext cx="6394247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462805-5070-4650-9471-523ED9CB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Review sample columns to ensure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data agrees with the schedule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rows.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40ED08-3180-476B-B323-8DC5A9A8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Column Schedule with Generate from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Element and Sync to Entity.</a:t>
            </a:r>
          </a:p>
        </p:txBody>
      </p:sp>
    </p:spTree>
    <p:extLst>
      <p:ext uri="{BB962C8B-B14F-4D97-AF65-F5344CB8AC3E}">
        <p14:creationId xmlns:p14="http://schemas.microsoft.com/office/powerpoint/2010/main" val="1915637573"/>
      </p:ext>
    </p:extLst>
  </p:cSld>
</p:sld>
</file>

<file path=ppt/slides/slide82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388D8E-7C5D-40E2-9160-A843ED62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356752-9143-4335-9B44-18D0D574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DDEEC5-829B-4D2C-AE98-FFE6CDB0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LEARNING CHECKLIST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2006389-41F6-4646-8718-A9247427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Import and Synchronise a Column Schedule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B4B7CD-953B-4005-B5FF-A33F9CC1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CAC4C8-D62B-4B3F-A3EB-A4E6148B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Actions were checked against the source document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7C664C-E2D2-48BD-BDF0-546987C2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Element data and scope were reviewed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DD4329-D86F-458C-BCF4-DA24CA50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1199553730"/>
      </p:ext>
    </p:extLst>
  </p:cSld>
</p:sld>
</file>

<file path=ppt/slides/slide82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AC846E-998B-47A3-8301-B0E919D4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C984E8-987A-4F07-AB65-22EDF211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CFE63A-5586-4BF3-9ABC-990DBC47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LEARNING MATERIAL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9EFC2C1-722E-415D-966A-A971D053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Define Beam Reinforcement with Side Label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5FF338-D1A2-4090-8C6F-9FE230BA8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Read and apply beam Side Labels with the + and / separators correctly.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CFC8AF-FC45-4427-B8E6-0EAB4814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A42D5C-548F-4A37-95BB-210F5CB8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Select the beam and Side Label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3FB651-B2D2-4595-9CC7-4866F0ED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Interpret notation using 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9BEBD4-2AC9-4D1E-BC83-344EDC43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Interpret notation using /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876456-08F0-48C1-AF24-1C12D8C5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Check the Side Label result</a:t>
            </a:r>
          </a:p>
        </p:txBody>
      </p:sp>
    </p:spTree>
    <p:extLst>
      <p:ext uri="{BB962C8B-B14F-4D97-AF65-F5344CB8AC3E}">
        <p14:creationId xmlns:p14="http://schemas.microsoft.com/office/powerpoint/2010/main" val="958224664"/>
      </p:ext>
    </p:extLst>
  </p:cSld>
</p:sld>
</file>

<file path=ppt/slides/slide82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39BA1C-1A2C-4240-BAE0-B45CEC03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71DA40-1509-4C83-942B-427CCC5B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F26F5D-398F-4465-92DA-3F4B942A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E1807CD-5EB0-4458-84CC-A4F0E42E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the beam and Side Label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c171257bf64b24"/>
          <a:stretch xmlns:a="http://schemas.openxmlformats.org/drawingml/2006/main"/>
        </p:blipFill>
        <p:spPr>
          <a:xfrm xmlns:a="http://schemas.openxmlformats.org/drawingml/2006/main">
            <a:off x="5086350" y="1859270"/>
            <a:ext cx="6419850" cy="356808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DD8D96-909F-4890-AA33-D99A8D13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the label that belongs to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beam currently being defined.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2D6366-A043-48EA-91DD-599657FC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 beam-section detail and reinforcement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fields.</a:t>
            </a:r>
          </a:p>
        </p:txBody>
      </p:sp>
    </p:spTree>
    <p:extLst>
      <p:ext uri="{BB962C8B-B14F-4D97-AF65-F5344CB8AC3E}">
        <p14:creationId xmlns:p14="http://schemas.microsoft.com/office/powerpoint/2010/main" val="1860013344"/>
      </p:ext>
    </p:extLst>
  </p:cSld>
</p:sld>
</file>

<file path=ppt/slides/slide83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861419-B10B-4F30-87DD-690A6218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D33CAB-D101-46F2-B2E5-6BC247F1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9AE3DB-B8D8-4A02-8462-C031E5EE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71F4663-679A-454F-BBDE-D3451D82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Interpret notation using +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318bbad77c4a41"/>
          <a:stretch xmlns:a="http://schemas.openxmlformats.org/drawingml/2006/main"/>
        </p:blipFill>
        <p:spPr>
          <a:xfrm xmlns:a="http://schemas.openxmlformats.org/drawingml/2006/main">
            <a:off x="5086350" y="1926775"/>
            <a:ext cx="6419850" cy="34330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12FEB5-6703-4C34-B1E5-341CC65F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In the manual example, + combines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bar groups at the same position;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retain that grouping when entering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D7771E-E706-4A57-BDA3-8E580C44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 comparison of plus and slash notation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for beam bars.</a:t>
            </a:r>
          </a:p>
        </p:txBody>
      </p:sp>
    </p:spTree>
    <p:extLst>
      <p:ext uri="{BB962C8B-B14F-4D97-AF65-F5344CB8AC3E}">
        <p14:creationId xmlns:p14="http://schemas.microsoft.com/office/powerpoint/2010/main" val="1371052300"/>
      </p:ext>
    </p:extLst>
  </p:cSld>
</p:sld>
</file>

<file path=ppt/slides/slide83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102262-556A-4C3C-9510-EA2FDDAA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F3F18C-29A7-488F-9825-9388A9D3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67BA44-5C66-4A91-B0AD-02518D2F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A2ED058-6483-4D1D-AF67-8741175E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Interpret notation using /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f4739b0c0a437e"/>
          <a:stretch xmlns:a="http://schemas.openxmlformats.org/drawingml/2006/main"/>
        </p:blipFill>
        <p:spPr>
          <a:xfrm xmlns:a="http://schemas.openxmlformats.org/drawingml/2006/main">
            <a:off x="5086350" y="1926775"/>
            <a:ext cx="6419850" cy="34330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0B5138-49D7-42AE-84A6-BC659269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In the manual example, / separates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bars between layers; do not treat it as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 single-layer addition.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064E3E-8A97-411B-964E-F212B93E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 comparison of plus and slash notation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for beam bars.</a:t>
            </a:r>
          </a:p>
        </p:txBody>
      </p:sp>
    </p:spTree>
    <p:extLst>
      <p:ext uri="{BB962C8B-B14F-4D97-AF65-F5344CB8AC3E}">
        <p14:creationId xmlns:p14="http://schemas.microsoft.com/office/powerpoint/2010/main" val="53971832"/>
      </p:ext>
    </p:extLst>
  </p:cSld>
</p:sld>
</file>

<file path=ppt/slides/slide83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608614-77C7-42E6-B093-1AB71E53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6191B2-7961-4C5D-B0F5-CF23CBC8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7EB137-D990-4A74-97DE-A2C72DE6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BE32DD5-F48C-4581-A915-89D2E938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Check the Side Label result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66698ff52345df"/>
          <a:stretch xmlns:a="http://schemas.openxmlformats.org/drawingml/2006/main"/>
        </p:blipFill>
        <p:spPr>
          <a:xfrm xmlns:a="http://schemas.openxmlformats.org/drawingml/2006/main">
            <a:off x="5086350" y="2054845"/>
            <a:ext cx="6419850" cy="317693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FF5E40-D50E-4814-96AC-D9BB74D6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Compare the resulting arrangement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with the source beam label and detail.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EE97C4-2B55-4626-9849-2B1437DD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 Side Label, selected beam,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 input table.</a:t>
            </a:r>
          </a:p>
        </p:txBody>
      </p:sp>
    </p:spTree>
    <p:extLst>
      <p:ext uri="{BB962C8B-B14F-4D97-AF65-F5344CB8AC3E}">
        <p14:creationId xmlns:p14="http://schemas.microsoft.com/office/powerpoint/2010/main" val="46055584"/>
      </p:ext>
    </p:extLst>
  </p:cSld>
</p:sld>
</file>

<file path=ppt/slides/slide83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C9C38E-C8D6-4B65-908E-E49A26D5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6A7B6E-09B6-47AC-90FD-90841DDC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A2D716-4795-47A7-B986-235F0133A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LEARNING CHECKLIST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7DB5113-10B5-4F17-96A8-191F977B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Define Beam Reinforcement with Side Label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F37546-B964-4DE2-8ECF-6450EF53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82EE7A-A3D0-48D8-A9CA-C421EE5D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Actions were checked against the source document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C32161-4B70-44D9-931E-939A909D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Element data and scope were reviewed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9DCAD9-1AC1-4E68-B2C3-5D4F52B9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740519770"/>
      </p:ext>
    </p:extLst>
  </p:cSld>
</p:sld>
</file>

<file path=ppt/slides/slide83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302AB4-7092-4717-B8A5-4C4D5A81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BF6685-CACC-4778-B38C-6AB1A772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EA478D-DB17-4A45-8C83-97848D762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LEARNING MATERIAL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51EE932-2FDC-418D-98D4-D5688B73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Import or Create Beams from a Beam Schedule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135425-4BF4-44DE-B75D-2313BC2C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710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Choose between synchronising existing beams and generating elements that have not been</a:t>
            </a:r>
          </a:p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modelled.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A307A5-5C33-4443-94F8-6C01B887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2334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1A36EA-299E-4367-B984-99BB9BD2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66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Import the beam schedule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25A029-A58F-40BF-BE49-CBD9FECF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22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Map the schedule columns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87A396-92F6-4720-8718-B773AF01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578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Synchronise an existing beam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D473E5-7210-45DF-B1B2-C59C45FC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34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Generate an unmodelled beam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5CC3F6-A4F1-49A0-9530-80DA3380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906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Check the result scope</a:t>
            </a:r>
          </a:p>
        </p:txBody>
      </p:sp>
    </p:spTree>
    <p:extLst>
      <p:ext uri="{BB962C8B-B14F-4D97-AF65-F5344CB8AC3E}">
        <p14:creationId xmlns:p14="http://schemas.microsoft.com/office/powerpoint/2010/main" val="843146553"/>
      </p:ext>
    </p:extLst>
  </p:cSld>
</p:sld>
</file>

<file path=ppt/slides/slide83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CE2D77-C2FC-491D-AF55-5FBC2479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618EA8-0A43-4E27-944E-1EF80156E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E6F836-8DA0-4D18-A95F-D82939561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568DAC0-EA1E-4709-BF12-FCD7E669A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Import the beam schedule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233419815041d3"/>
          <a:stretch xmlns:a="http://schemas.openxmlformats.org/drawingml/2006/main"/>
        </p:blipFill>
        <p:spPr>
          <a:xfrm xmlns:a="http://schemas.openxmlformats.org/drawingml/2006/main">
            <a:off x="5086350" y="2108671"/>
            <a:ext cx="6419850" cy="306928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35055A-969F-41A3-BD57-34C9B0C7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Choose the correct table and ensure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beam identities can be mapped.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58B67A-EF28-4697-A32A-0D19FDC1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Beam Schedule and its import or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export controls.</a:t>
            </a:r>
          </a:p>
        </p:txBody>
      </p:sp>
    </p:spTree>
    <p:extLst>
      <p:ext uri="{BB962C8B-B14F-4D97-AF65-F5344CB8AC3E}">
        <p14:creationId xmlns:p14="http://schemas.microsoft.com/office/powerpoint/2010/main" val="1841801190"/>
      </p:ext>
    </p:extLst>
  </p:cSld>
</p:sld>
</file>

<file path=ppt/slides/slide83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7B057F-5EB7-4405-8671-20948349C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A31F9F-33CA-4543-AC6C-12A80A3A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70462B-6816-4C93-BA3C-43117CFB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3AD9114-8B47-448E-9DC2-A4B540B0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Map the schedule columns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e570ee39464db7"/>
          <a:stretch xmlns:a="http://schemas.openxmlformats.org/drawingml/2006/main"/>
        </p:blipFill>
        <p:spPr>
          <a:xfrm xmlns:a="http://schemas.openxmlformats.org/drawingml/2006/main">
            <a:off x="5086350" y="2072832"/>
            <a:ext cx="6419850" cy="314096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11910D-9CC1-4F63-9290-2F13472FA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Connect labels and reinforcement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data to the attributes shown in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schedule workflow.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D1E4AB-4BDD-42A3-85E0-28BD832A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beam-schedule mapping table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 fields.</a:t>
            </a:r>
          </a:p>
        </p:txBody>
      </p:sp>
    </p:spTree>
    <p:extLst>
      <p:ext uri="{BB962C8B-B14F-4D97-AF65-F5344CB8AC3E}">
        <p14:creationId xmlns:p14="http://schemas.microsoft.com/office/powerpoint/2010/main" val="1670211447"/>
      </p:ext>
    </p:extLst>
  </p:cSld>
</p:sld>
</file>

<file path=ppt/slides/slide83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10F384-55B5-46C9-B837-3C985C47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78B4A7-CC03-4230-A770-45AE1F53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96FF88-A243-40D1-882C-D9E54A2C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60E1D72-1B5D-4EC5-A376-3CD0A610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Synchronise an existing beam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91476978824625"/>
          <a:stretch xmlns:a="http://schemas.openxmlformats.org/drawingml/2006/main"/>
        </p:blipFill>
        <p:spPr>
          <a:xfrm xmlns:a="http://schemas.openxmlformats.org/drawingml/2006/main">
            <a:off x="5086350" y="2079669"/>
            <a:ext cx="6419850" cy="312728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B61D26-C4F6-4E13-84C4-516D235A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If the beam is already modelled,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update its information without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creating a duplicate element.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65F279-28E9-4F07-9C83-BDC9671B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workflow from Excel to Generate in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Beam Schedule.</a:t>
            </a:r>
          </a:p>
        </p:txBody>
      </p:sp>
    </p:spTree>
    <p:extLst>
      <p:ext uri="{BB962C8B-B14F-4D97-AF65-F5344CB8AC3E}">
        <p14:creationId xmlns:p14="http://schemas.microsoft.com/office/powerpoint/2010/main" val="274041660"/>
      </p:ext>
    </p:extLst>
  </p:cSld>
</p:sld>
</file>

<file path=ppt/slides/slide83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8F5745-DF51-4EB4-AE1E-47BD05EE8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A3B803-6DD3-48D0-A280-83FBE227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25C9CE-7667-4EBE-8DD4-6A99DE96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A887158-7A5F-4D87-8A5C-A44BF780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Generate an unmodelled beam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bde8e7d5684fff"/>
          <a:stretch xmlns:a="http://schemas.openxmlformats.org/drawingml/2006/main"/>
        </p:blipFill>
        <p:spPr>
          <a:xfrm xmlns:a="http://schemas.openxmlformats.org/drawingml/2006/main">
            <a:off x="5086350" y="2236503"/>
            <a:ext cx="6419850" cy="281361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4C3257-4068-4F3E-AA92-D9B393CE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If the element does not exist, use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schedule result to generate the beam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through the documented workflow.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7E88FE-A5E5-47DE-8CFB-0CAE1832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Generate Element and Sync Beam Info in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Beam Schedule.</a:t>
            </a:r>
          </a:p>
        </p:txBody>
      </p:sp>
    </p:spTree>
    <p:extLst>
      <p:ext uri="{BB962C8B-B14F-4D97-AF65-F5344CB8AC3E}">
        <p14:creationId xmlns:p14="http://schemas.microsoft.com/office/powerpoint/2010/main" val="1828153661"/>
      </p:ext>
    </p:extLst>
  </p:cSld>
</p:sld>
</file>

<file path=ppt/slides/slide83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E86DF2-0F6B-4821-9075-F6F86F4B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2C8BC8-607E-4698-B79D-15FE14D6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E41B0E-B151-4F6B-80A1-842142D8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25A8AAB-3CEA-46F4-B7DD-8934DC13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Check the result scope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b657de7fc44a09"/>
          <a:stretch xmlns:a="http://schemas.openxmlformats.org/drawingml/2006/main"/>
        </p:blipFill>
        <p:spPr>
          <a:xfrm xmlns:a="http://schemas.openxmlformats.org/drawingml/2006/main">
            <a:off x="5086350" y="2236503"/>
            <a:ext cx="6419850" cy="281361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A8766A-7469-4FFC-93C8-B9B84D2C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Ensure each schedule row produces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intended update or element, not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both.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A0C0EE-7A90-40DF-B120-E8189FF5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Generate Element and Sync Beam Info in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Beam Schedule.</a:t>
            </a:r>
          </a:p>
        </p:txBody>
      </p:sp>
    </p:spTree>
    <p:extLst>
      <p:ext uri="{BB962C8B-B14F-4D97-AF65-F5344CB8AC3E}">
        <p14:creationId xmlns:p14="http://schemas.microsoft.com/office/powerpoint/2010/main" val="1265136494"/>
      </p:ext>
    </p:extLst>
  </p:cSld>
</p:sld>
</file>

<file path=ppt/slides/slide84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C15E78-2829-4289-AE16-F437DAB4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DFEC9B-2A19-4EEF-A58B-3B25920C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91D48A-2694-4376-9DF1-DE3F6961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LEARNING CHECKLIST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83547BC-7B79-4D5A-8E60-C63A3724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Import or Create Beams from a Beam Schedule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53128A-CAF2-4A5F-A90C-AF68D444C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DB5988-AFB2-4C36-BF1D-6A95DA1E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Actions were checked against the source document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37D66E-276C-4E7F-A2DF-03715E15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Element data and scope were reviewed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CD977F-AF30-4279-BED1-40F5BBA7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526686065"/>
      </p:ext>
    </p:extLst>
  </p:cSld>
</p:sld>
</file>

<file path=ppt/slides/slide84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EACC32-DF6C-4B7A-A33A-43FC7E5E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1C57AF-201E-45D9-B408-99B4683B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291DB5-6D0D-48B4-9FC2-B1DDF95C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LEARNING MATERIAL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5B0F35C-1238-4EFF-9164-DED0EE8F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Check Beam Supports and Reinforcement Layout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A54F63-F3FF-43BC-99E9-C488441C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Confirm that beam supports and reinforcement layout match the model condition.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1EEC77-AE5B-41A0-9B33-C0B5D618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C2CDA3-E169-439E-A364-17DC4D2D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Check beam supports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AE74AD-8B10-4223-A400-95A76019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Review the reinforcement layout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0D38AA-A36B-485B-BD8B-A840462E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Correct data mismatches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5EDCFB-BC3D-4BAD-951E-E239339A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Validate the final result</a:t>
            </a:r>
          </a:p>
        </p:txBody>
      </p:sp>
    </p:spTree>
    <p:extLst>
      <p:ext uri="{BB962C8B-B14F-4D97-AF65-F5344CB8AC3E}">
        <p14:creationId xmlns:p14="http://schemas.microsoft.com/office/powerpoint/2010/main" val="974580443"/>
      </p:ext>
    </p:extLst>
  </p:cSld>
</p:sld>
</file>

<file path=ppt/slides/slide84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857A7F-B49C-4936-8262-FA513223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96E6EF-80E9-48B4-9810-036C39DA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373845-CC38-4968-9FF7-E2182092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89CF5E2-E45E-481A-9FE7-B75515AF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Check beam supports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0fba2cb7c840fc"/>
          <a:stretch xmlns:a="http://schemas.openxmlformats.org/drawingml/2006/main"/>
        </p:blipFill>
        <p:spPr>
          <a:xfrm xmlns:a="http://schemas.openxmlformats.org/drawingml/2006/main">
            <a:off x="5520439" y="1809750"/>
            <a:ext cx="5551672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931EF8-35C1-4EFE-BBDC-024E2F92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Confirm that beam-end relationships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are recognised before reviewing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 ranges.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F67D5C-9EF7-4092-B145-C34C439E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Beam-support relationships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 ranges.</a:t>
            </a:r>
          </a:p>
        </p:txBody>
      </p:sp>
    </p:spTree>
    <p:extLst>
      <p:ext uri="{BB962C8B-B14F-4D97-AF65-F5344CB8AC3E}">
        <p14:creationId xmlns:p14="http://schemas.microsoft.com/office/powerpoint/2010/main" val="1424232162"/>
      </p:ext>
    </p:extLst>
  </p:cSld>
</p:sld>
</file>

<file path=ppt/slides/slide84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40676D-BA82-4192-8EB4-9F901F66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262D1A-47DC-4554-8813-6DF4743C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8B62EE-FC2F-4306-8703-177B1A77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D53DFEF-49DC-4553-9EE9-69F3176B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Review the reinforcement layout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4c3c2f4b43435f"/>
          <a:stretch xmlns:a="http://schemas.openxmlformats.org/drawingml/2006/main"/>
        </p:blipFill>
        <p:spPr>
          <a:xfrm xmlns:a="http://schemas.openxmlformats.org/drawingml/2006/main">
            <a:off x="5086350" y="2054994"/>
            <a:ext cx="6419850" cy="317663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9A3166-E970-44E2-A99A-297962DBD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Check top, bottom and related bar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positions against the source detail.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72EC2D-1095-488F-853F-F21A21EC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 selected beam and its Rebar Layout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result.</a:t>
            </a:r>
          </a:p>
        </p:txBody>
      </p:sp>
    </p:spTree>
    <p:extLst>
      <p:ext uri="{BB962C8B-B14F-4D97-AF65-F5344CB8AC3E}">
        <p14:creationId xmlns:p14="http://schemas.microsoft.com/office/powerpoint/2010/main" val="1564132198"/>
      </p:ext>
    </p:extLst>
  </p:cSld>
</p:sld>
</file>

<file path=ppt/slides/slide84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591D1D-0726-475D-A118-07ADAAB6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2E8625-4B2A-4AB2-BEB1-761A1B4D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4CEE7D-8CC8-4ADF-8FD1-9686E7D6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8053D41-6D5C-4491-BB2A-7C0555B6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Correct data mismatches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d58695908b4162"/>
          <a:stretch xmlns:a="http://schemas.openxmlformats.org/drawingml/2006/main"/>
        </p:blipFill>
        <p:spPr>
          <a:xfrm xmlns:a="http://schemas.openxmlformats.org/drawingml/2006/main">
            <a:off x="5086350" y="2054994"/>
            <a:ext cx="6419850" cy="317663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7837B5-3088-4737-8E92-85361E33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Update only data that can be traced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to the schedule or structural detail.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B3529E-3168-46AF-8CB5-D5B17BDA6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 selected beam and its Rebar Layout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result.</a:t>
            </a:r>
          </a:p>
        </p:txBody>
      </p:sp>
    </p:spTree>
    <p:extLst>
      <p:ext uri="{BB962C8B-B14F-4D97-AF65-F5344CB8AC3E}">
        <p14:creationId xmlns:p14="http://schemas.microsoft.com/office/powerpoint/2010/main" val="1978916855"/>
      </p:ext>
    </p:extLst>
  </p:cSld>
</p:sld>
</file>

<file path=ppt/slides/slide84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8A16DD-07DE-4CAB-B994-4BBE2CBE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A08624-6705-467A-9E8E-87864618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B73B74-AEC8-498F-B165-E698F2DB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855B6AC-1382-4E51-A232-315FC8D8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Validate the final result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964a57d73c4159"/>
          <a:stretch xmlns:a="http://schemas.openxmlformats.org/drawingml/2006/main"/>
        </p:blipFill>
        <p:spPr>
          <a:xfrm xmlns:a="http://schemas.openxmlformats.org/drawingml/2006/main">
            <a:off x="5520439" y="1809750"/>
            <a:ext cx="5551672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450F4A-FB42-4928-A70C-6AEA05FC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Confirm that supports and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 ranges remain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consistent after correction.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A54382-211F-4D32-ADE1-C6E3721E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Beam-support relationships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 ranges.</a:t>
            </a:r>
          </a:p>
        </p:txBody>
      </p:sp>
    </p:spTree>
    <p:extLst>
      <p:ext uri="{BB962C8B-B14F-4D97-AF65-F5344CB8AC3E}">
        <p14:creationId xmlns:p14="http://schemas.microsoft.com/office/powerpoint/2010/main" val="974040101"/>
      </p:ext>
    </p:extLst>
  </p:cSld>
</p:sld>
</file>

<file path=ppt/slides/slide84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509E99-711D-4F66-80AE-6FFBF85E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93E535-6141-4B78-863C-EC1DA552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5D4876-2C90-4B5B-8796-62700ACC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LEARNING CHECKLIST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47FB430-FEB3-4463-A629-D4CF1813E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Check Beam Supports and Reinforcement Layout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A9CEE8-F394-4669-843A-F2448A16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89443F-B4F5-4D72-A957-AC6F5787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Actions were checked against the source document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2E8AA2-82D5-465F-8BF3-78880C95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Element data and scope were reviewed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17D422-E7C0-48B1-A6CE-0D5B9354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125335696"/>
      </p:ext>
    </p:extLst>
  </p:cSld>
</p:sld>
</file>

<file path=ppt/slides/slide84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561327-FFDD-40DC-A14C-55C6B5CE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EFA795-B720-4048-B3AD-B02FB529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8AAF73-57E6-4AEA-96F3-3DEC5574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LEARNING MATERIAL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5FF21C2-370A-46D3-A894-4E039C20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Define and Arrange Slab Main Bars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600667-ACF5-40C0-9B53-1FC6E973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Define slab main reinforcement and adjust its placement area.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2E5179-8E39-44BC-AEF2-6444C7B1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010E2F-71D7-4A17-982D-E825D6CD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Select the slab and bar direction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D54471-D84C-4C7D-8C56-00592A41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Define the main bars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4D9780-D0FA-42A7-8177-86F9B5B3D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Set the placement area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480466-9D60-4889-8DA5-92295DA1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Adjust the bar arrangement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17A6F5-2342-425E-86AE-4EB4DA7B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Check the slab result</a:t>
            </a:r>
          </a:p>
        </p:txBody>
      </p:sp>
    </p:spTree>
    <p:extLst>
      <p:ext uri="{BB962C8B-B14F-4D97-AF65-F5344CB8AC3E}">
        <p14:creationId xmlns:p14="http://schemas.microsoft.com/office/powerpoint/2010/main" val="1260252908"/>
      </p:ext>
    </p:extLst>
  </p:cSld>
</p:sld>
</file>

<file path=ppt/slides/slide84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CFE5B1-9F4F-40A4-82FF-E81734E6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0115C7-3CFF-4043-A107-B894CA51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8AFE1D-12C2-4192-B306-87C6FE80F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EB05890-EEBB-4409-83B4-74F692FB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the slab and bar direction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b889dbd65a4dce"/>
          <a:stretch xmlns:a="http://schemas.openxmlformats.org/drawingml/2006/main"/>
        </p:blipFill>
        <p:spPr>
          <a:xfrm xmlns:a="http://schemas.openxmlformats.org/drawingml/2006/main">
            <a:off x="5086350" y="2095791"/>
            <a:ext cx="6419850" cy="309504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1F8982-1753-4074-BBD0-E2077AFE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Confirm the slab area and spanning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direction from the structural drawing.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12F825-A9D6-4590-9D93-A67A4073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Slab Main Bar Element List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 plan.</a:t>
            </a:r>
          </a:p>
        </p:txBody>
      </p:sp>
    </p:spTree>
    <p:extLst>
      <p:ext uri="{BB962C8B-B14F-4D97-AF65-F5344CB8AC3E}">
        <p14:creationId xmlns:p14="http://schemas.microsoft.com/office/powerpoint/2010/main" val="190326414"/>
      </p:ext>
    </p:extLst>
  </p:cSld>
</p:sld>
</file>

<file path=ppt/slides/slide84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E4ECA2-2CDA-4386-BD4E-B39D3100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9004F7-F4E8-4695-87FA-D5EFA0AB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2288A2-76F7-4139-8D6B-079D2351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45A5FED-A5FB-4432-8541-C8D4E0CC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Define the main bars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dbaf7e05234731"/>
          <a:stretch xmlns:a="http://schemas.openxmlformats.org/drawingml/2006/main"/>
        </p:blipFill>
        <p:spPr>
          <a:xfrm xmlns:a="http://schemas.openxmlformats.org/drawingml/2006/main">
            <a:off x="5086350" y="2028863"/>
            <a:ext cx="6419850" cy="322889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80CBBE-D3F0-46AB-99C9-0B3F06C1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Enter diameter and spacing from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detail without estimating missing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values.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695A41-63DE-44B7-A9F8-01DEE514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slab Attribute Editor and D10-200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labels.</a:t>
            </a:r>
          </a:p>
        </p:txBody>
      </p:sp>
    </p:spTree>
    <p:extLst>
      <p:ext uri="{BB962C8B-B14F-4D97-AF65-F5344CB8AC3E}">
        <p14:creationId xmlns:p14="http://schemas.microsoft.com/office/powerpoint/2010/main" val="16450793"/>
      </p:ext>
    </p:extLst>
  </p:cSld>
</p:sld>
</file>

<file path=ppt/slides/slide85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C46BDB-41F8-4065-9AD2-8077C6C4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861E3E-20D8-45B8-BD11-68B7D264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9FA7B6-A7CE-4425-97BA-5D9448D8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90301D2-0895-40E1-B02B-4A99B6211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Set the placement area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c05c0fa70a4311"/>
          <a:stretch xmlns:a="http://schemas.openxmlformats.org/drawingml/2006/main"/>
        </p:blipFill>
        <p:spPr>
          <a:xfrm xmlns:a="http://schemas.openxmlformats.org/drawingml/2006/main">
            <a:off x="5086350" y="1980358"/>
            <a:ext cx="6419850" cy="332590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540D5E-73E2-4657-96F4-698EABC0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Adjust the layout boundary so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 applies to the intended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slab area.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5327FC-64ED-4699-84B4-AAAABC5C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Main-bar controls and their placement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area.</a:t>
            </a:r>
          </a:p>
        </p:txBody>
      </p:sp>
    </p:spTree>
    <p:extLst>
      <p:ext uri="{BB962C8B-B14F-4D97-AF65-F5344CB8AC3E}">
        <p14:creationId xmlns:p14="http://schemas.microsoft.com/office/powerpoint/2010/main" val="329416239"/>
      </p:ext>
    </p:extLst>
  </p:cSld>
</p:sld>
</file>

<file path=ppt/slides/slide85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D3F1C7-36A1-4AC3-8A7E-07C731B0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BE5D9F-0B57-444E-BA89-0F8F071A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6A0F27-795D-491C-AEB5-7104C6D4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DDC1A15-57C4-4760-ADE1-BB3D3054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Adjust the bar arrangement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fa9d8c648444ef"/>
          <a:stretch xmlns:a="http://schemas.openxmlformats.org/drawingml/2006/main"/>
        </p:blipFill>
        <p:spPr>
          <a:xfrm xmlns:a="http://schemas.openxmlformats.org/drawingml/2006/main">
            <a:off x="5086350" y="1929848"/>
            <a:ext cx="6419850" cy="342692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1D0AEC-01DC-4868-AE82-D6C21A21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the documented layout controls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to follow edge and span conditions.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3F29AE-F902-443A-9C2C-74F53288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Parametric Arrangement with raft-type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choices.</a:t>
            </a:r>
          </a:p>
        </p:txBody>
      </p:sp>
    </p:spTree>
    <p:extLst>
      <p:ext uri="{BB962C8B-B14F-4D97-AF65-F5344CB8AC3E}">
        <p14:creationId xmlns:p14="http://schemas.microsoft.com/office/powerpoint/2010/main" val="282807814"/>
      </p:ext>
    </p:extLst>
  </p:cSld>
</p:sld>
</file>

<file path=ppt/slides/slide85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09EAAA-E8F1-4868-A8A0-AE546982A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4249A6-3ACB-48DC-AFD4-D659E6D85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CA01F7-024D-4EAE-AB92-98873D8F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22615EB-C8C9-48E7-A0E2-BC2E7A72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Check the slab result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d3364d79644ce8"/>
          <a:stretch xmlns:a="http://schemas.openxmlformats.org/drawingml/2006/main"/>
        </p:blipFill>
        <p:spPr>
          <a:xfrm xmlns:a="http://schemas.openxmlformats.org/drawingml/2006/main">
            <a:off x="5288638" y="1809750"/>
            <a:ext cx="601527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20F4D7-C47F-49D4-AA7E-478CB780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Compare direction, spacing and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coverage with the source drawing.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D91BFB-7569-455E-B2DF-7F83801A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reinforcement arrangement on the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slab plan.</a:t>
            </a:r>
          </a:p>
        </p:txBody>
      </p:sp>
    </p:spTree>
    <p:extLst>
      <p:ext uri="{BB962C8B-B14F-4D97-AF65-F5344CB8AC3E}">
        <p14:creationId xmlns:p14="http://schemas.microsoft.com/office/powerpoint/2010/main" val="700628821"/>
      </p:ext>
    </p:extLst>
  </p:cSld>
</p:sld>
</file>

<file path=ppt/slides/slide85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76E047-57CF-4C40-8B1F-DD17E490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C74B4B-560D-4F2D-9A21-A5E696A7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2E3DDC-2E4E-4EE7-9E4C-BD3E05B3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LEARNING CHECKLIST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B93D418-D5BE-476C-A11F-2FC36F7F0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Define and Arrange Slab Main Bars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B457D3-F0B6-41BC-9B2C-56F52909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2A837E-8B2B-4D23-8C69-EB92559D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Actions were checked against the source document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2545E0-CB41-4FF0-8095-80444465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Element data and scope were reviewed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426073-69FD-4513-B554-4758E248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1862016174"/>
      </p:ext>
    </p:extLst>
  </p:cSld>
</p:sld>
</file>

<file path=ppt/slides/slide85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31490E-3BB7-4C91-9354-E087EDDD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71CEE6-48A6-40D9-98ED-B8C46FFC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EC15F2-1FC5-49BA-9AAF-D5A5EE58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LEARNING MATERIAL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CFC8CAC-6C09-4BCE-AEBA-3FBFCF59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Arrange Slab Support Bars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AE8019-4C7B-4612-A8EA-4F161F5C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Place slab support bars on the correct lines and ranges.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3E8FD4-0A14-4E00-A0ED-416706E4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3B0504-0204-4782-8BB5-A67BB831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Define the support 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E506AE-5CB6-403A-8221-F27EF57A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Enter support-bar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35C15F-76FE-44FE-9DBA-E7202464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Set the placement extent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5D4EFB-8FDE-4C3C-ACC2-88702F22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Check the relationship to main bars</a:t>
            </a:r>
          </a:p>
        </p:txBody>
      </p:sp>
    </p:spTree>
    <p:extLst>
      <p:ext uri="{BB962C8B-B14F-4D97-AF65-F5344CB8AC3E}">
        <p14:creationId xmlns:p14="http://schemas.microsoft.com/office/powerpoint/2010/main" val="711697370"/>
      </p:ext>
    </p:extLst>
  </p:cSld>
</p:sld>
</file>

<file path=ppt/slides/slide85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2B2C67-4F4B-473A-9099-54F6A4D1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CB7555-9B4E-41F3-9AAD-CD27CCB8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C54A3C-FCED-483D-8172-578B1F4C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BFC8D71-7D7A-47B6-B9B5-7A5B1034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Define the support line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d95f065a774c50"/>
          <a:stretch xmlns:a="http://schemas.openxmlformats.org/drawingml/2006/main"/>
        </p:blipFill>
        <p:spPr>
          <a:xfrm xmlns:a="http://schemas.openxmlformats.org/drawingml/2006/main">
            <a:off x="5086350" y="1978657"/>
            <a:ext cx="6419850" cy="33293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701AB8-F81B-4060-B14B-81DC46B7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Select the support that matches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negative or support reinforcement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detail.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1A9FC0-C43C-45EC-AFBD-21477C22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Support-bar controls and support lines.</a:t>
            </a:r>
          </a:p>
        </p:txBody>
      </p:sp>
    </p:spTree>
    <p:extLst>
      <p:ext uri="{BB962C8B-B14F-4D97-AF65-F5344CB8AC3E}">
        <p14:creationId xmlns:p14="http://schemas.microsoft.com/office/powerpoint/2010/main" val="175543965"/>
      </p:ext>
    </p:extLst>
  </p:cSld>
</p:sld>
</file>

<file path=ppt/slides/slide85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8E9E03-81A4-45DD-A3CA-4D5C950D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05BF7C-6112-4157-886D-5CCA1AAC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936E0B-B72F-4EA3-950B-A0937218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AE5CF47-6526-44DD-B9AB-FB8BC4D3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Enter support-bar data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d8a560217e49f7"/>
          <a:stretch xmlns:a="http://schemas.openxmlformats.org/drawingml/2006/main"/>
        </p:blipFill>
        <p:spPr>
          <a:xfrm xmlns:a="http://schemas.openxmlformats.org/drawingml/2006/main">
            <a:off x="5086350" y="1978657"/>
            <a:ext cx="6419850" cy="33293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7856DF-4EC6-4229-B31B-A1CF9F1C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the diameter, spacing and range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stated in the source documents.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811431-DA36-44BC-832D-A013DD42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Support-bar controls and support lines.</a:t>
            </a:r>
          </a:p>
        </p:txBody>
      </p:sp>
    </p:spTree>
    <p:extLst>
      <p:ext uri="{BB962C8B-B14F-4D97-AF65-F5344CB8AC3E}">
        <p14:creationId xmlns:p14="http://schemas.microsoft.com/office/powerpoint/2010/main" val="102206796"/>
      </p:ext>
    </p:extLst>
  </p:cSld>
</p:sld>
</file>

<file path=ppt/slides/slide85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3FB6DD-505D-4BFE-AAD1-7F89FF88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09A250-F5D4-4B82-B940-3AD17872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EA5106-158C-422A-911A-30848F57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3A7CE3D-2019-4423-BF20-C645A849B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Set the placement extent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49da260cec4746"/>
          <a:stretch xmlns:a="http://schemas.openxmlformats.org/drawingml/2006/main"/>
        </p:blipFill>
        <p:spPr>
          <a:xfrm xmlns:a="http://schemas.openxmlformats.org/drawingml/2006/main">
            <a:off x="5086350" y="1929848"/>
            <a:ext cx="6419850" cy="342692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6EE39C-1B6B-4E4A-BB22-0A34E674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Ensure placement length and side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follow the support condition.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27E177-9489-4BBE-BABB-D062ACEB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support-bar result with spacing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extents.</a:t>
            </a:r>
          </a:p>
        </p:txBody>
      </p:sp>
    </p:spTree>
    <p:extLst>
      <p:ext uri="{BB962C8B-B14F-4D97-AF65-F5344CB8AC3E}">
        <p14:creationId xmlns:p14="http://schemas.microsoft.com/office/powerpoint/2010/main" val="1678120912"/>
      </p:ext>
    </p:extLst>
  </p:cSld>
</p:sld>
</file>

<file path=ppt/slides/slide85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7F8E83-229E-4C5D-8C20-861A10DB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2507E8-5A48-45D2-A65E-F84CC2DA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ED0BF0-6340-411F-A7A1-AED14F6B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0E3045F-11A4-47A8-8CC8-E14AA5609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Check the relationship to main bars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c5e09c8108408a"/>
          <a:stretch xmlns:a="http://schemas.openxmlformats.org/drawingml/2006/main"/>
        </p:blipFill>
        <p:spPr>
          <a:xfrm xmlns:a="http://schemas.openxmlformats.org/drawingml/2006/main">
            <a:off x="5086350" y="1929848"/>
            <a:ext cx="6419850" cy="342692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816AE5-B933-4B2F-97B9-FD5E8482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Review whether support and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main-bar layouts cover the intended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areas.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73889C-09B7-4607-BFFF-326A863E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support-bar result with spacing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extents.</a:t>
            </a:r>
          </a:p>
        </p:txBody>
      </p:sp>
    </p:spTree>
    <p:extLst>
      <p:ext uri="{BB962C8B-B14F-4D97-AF65-F5344CB8AC3E}">
        <p14:creationId xmlns:p14="http://schemas.microsoft.com/office/powerpoint/2010/main" val="1674184706"/>
      </p:ext>
    </p:extLst>
  </p:cSld>
</p:sld>
</file>

<file path=ppt/slides/slide85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CC37A7-C9EA-4FC7-9E2D-C3EB8C0C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013D05-FD2E-40F5-8005-727EB4AA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5DB989-D7E9-4C56-B304-59178B8A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LEARNING CHECKLIST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AC05AD3-90F4-45C5-A769-A6BB6DEF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Arrange Slab Support Bars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CC70B5-292B-44CF-A47E-AC18E0FE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839FDF-2D8E-4BDB-AE14-D4AB0149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Actions were checked against the source document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8099D9-B4C8-4A7E-9402-52316D02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Element data and scope were reviewed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6DECC3-C5A6-400B-944C-A7B75C2F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2128117745"/>
      </p:ext>
    </p:extLst>
  </p:cSld>
</p:sld>
</file>

<file path=ppt/slides/slide86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D641CB-F7CB-441A-B122-01FC5988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0B576E-F2AF-43D3-BCD0-B2A5A1CD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B79EF9-1A35-4182-9F09-44A9AE41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LEARNING MATERIAL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48E7FD6-2072-48B2-8EEB-067A72367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Define Wall Reinforcement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E8B082-EA61-4238-8CCA-90D0B448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Apply wall reinforcement according to direction, layer and model area.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38D2B8-7865-4680-9776-79FBFB33C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05CF95-446E-48FB-AD87-C3BBB80C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Select the correct wall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5223C4-DAB0-4B5C-B50C-86718EF7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Define vertical reinforcement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9E6DEF-16C7-46A7-8732-0E4DEA94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Define horizontal reinforcement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BF3944-B081-41B2-A9D8-78395F0F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Review areas and layers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7D95FD-AE23-47FC-950E-85EC46DF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Check the wall result</a:t>
            </a:r>
          </a:p>
        </p:txBody>
      </p:sp>
    </p:spTree>
    <p:extLst>
      <p:ext uri="{BB962C8B-B14F-4D97-AF65-F5344CB8AC3E}">
        <p14:creationId xmlns:p14="http://schemas.microsoft.com/office/powerpoint/2010/main" val="462769932"/>
      </p:ext>
    </p:extLst>
  </p:cSld>
</p:sld>
</file>

<file path=ppt/slides/slide86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E8A8B4-7ABC-4EC5-8B5D-11E4A617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F9D6FB-FF42-4B31-BAC1-1EACCB67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2D6196-A5B4-4AD6-9ED3-5FBBDB95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D3B753B-7803-4E0C-960C-7A144246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the correct wall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2e18f8c34445a2"/>
          <a:stretch xmlns:a="http://schemas.openxmlformats.org/drawingml/2006/main"/>
        </p:blipFill>
        <p:spPr>
          <a:xfrm xmlns:a="http://schemas.openxmlformats.org/drawingml/2006/main">
            <a:off x="5086350" y="1989920"/>
            <a:ext cx="6419850" cy="330678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2E547C-E601-459D-B8DF-45822F43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Check wall type, floor and extent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before entering reinforcement.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BAEEED-E965-4917-A275-28462D2DD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RC Wall in the Element List and a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shear-wall detail.</a:t>
            </a:r>
          </a:p>
        </p:txBody>
      </p:sp>
    </p:spTree>
    <p:extLst>
      <p:ext uri="{BB962C8B-B14F-4D97-AF65-F5344CB8AC3E}">
        <p14:creationId xmlns:p14="http://schemas.microsoft.com/office/powerpoint/2010/main" val="146622939"/>
      </p:ext>
    </p:extLst>
  </p:cSld>
</p:sld>
</file>

<file path=ppt/slides/slide86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5E8B44-0D81-4BED-BB70-980A8548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16447F-B42B-414A-9DC7-A2E5C5FEE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73C408-CED6-48EA-8622-63E9FABE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CC2DA83-E9ED-4DD5-8D12-49D2F83B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Define vertical reinforcement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f4e5f55cf1421f"/>
          <a:stretch xmlns:a="http://schemas.openxmlformats.org/drawingml/2006/main"/>
        </p:blipFill>
        <p:spPr>
          <a:xfrm xmlns:a="http://schemas.openxmlformats.org/drawingml/2006/main">
            <a:off x="5406466" y="1809750"/>
            <a:ext cx="5779619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57FA3B-F224-435C-863D-071F05DA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Enter vertical reinforcement data from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applicable wall detail.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8B0DFE-4755-46F0-8F89-8A2F1998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RC Wall Attribute Editor with vertical,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horizontal, hooks, and cover fields.</a:t>
            </a:r>
          </a:p>
        </p:txBody>
      </p:sp>
    </p:spTree>
    <p:extLst>
      <p:ext uri="{BB962C8B-B14F-4D97-AF65-F5344CB8AC3E}">
        <p14:creationId xmlns:p14="http://schemas.microsoft.com/office/powerpoint/2010/main" val="1097378723"/>
      </p:ext>
    </p:extLst>
  </p:cSld>
</p:sld>
</file>

<file path=ppt/slides/slide86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0F7D88-9B72-4E6E-9644-91CFA470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44D147-99AF-40BF-8926-60606812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09687D-FA6D-403A-ADB1-3F02A602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44F4B4B-63D0-4926-8432-595AC16D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Define horizontal reinforcement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a81c81d7d54f3d"/>
          <a:stretch xmlns:a="http://schemas.openxmlformats.org/drawingml/2006/main"/>
        </p:blipFill>
        <p:spPr>
          <a:xfrm xmlns:a="http://schemas.openxmlformats.org/drawingml/2006/main">
            <a:off x="5406466" y="1809750"/>
            <a:ext cx="5779619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5FB4D2-4902-4564-B632-8512A567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the horizontal data for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direction and layer specified in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drawing.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BE0BF4-6EB6-43AF-AFB5-1F21FFD1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RC Wall Attribute Editor with vertical,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horizontal, hooks, and cover fields.</a:t>
            </a:r>
          </a:p>
        </p:txBody>
      </p:sp>
    </p:spTree>
    <p:extLst>
      <p:ext uri="{BB962C8B-B14F-4D97-AF65-F5344CB8AC3E}">
        <p14:creationId xmlns:p14="http://schemas.microsoft.com/office/powerpoint/2010/main" val="974511591"/>
      </p:ext>
    </p:extLst>
  </p:cSld>
</p:sld>
</file>

<file path=ppt/slides/slide86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9C42C8-75BC-41B6-8DF3-8FC54F07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32AF74-171E-48B3-B0F0-211E1C2C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AFBFA4-AEE4-4C45-ADF4-0D863618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2AB688E-2E20-435E-8E5E-78B55DE82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Review areas and layers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21ed1931934fa9"/>
          <a:stretch xmlns:a="http://schemas.openxmlformats.org/drawingml/2006/main"/>
        </p:blipFill>
        <p:spPr>
          <a:xfrm xmlns:a="http://schemas.openxmlformats.org/drawingml/2006/main">
            <a:off x="5086350" y="2111141"/>
            <a:ext cx="6419850" cy="306434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73560C-0E0C-491E-84C4-10834F3D7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Confirm that reinforcement is on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correct wall sides and extents.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0C84FB-31FD-4ABC-A6CF-E1DB1771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 shear-wall detail with highlighted wall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segments.</a:t>
            </a:r>
          </a:p>
        </p:txBody>
      </p:sp>
    </p:spTree>
    <p:extLst>
      <p:ext uri="{BB962C8B-B14F-4D97-AF65-F5344CB8AC3E}">
        <p14:creationId xmlns:p14="http://schemas.microsoft.com/office/powerpoint/2010/main" val="2074374912"/>
      </p:ext>
    </p:extLst>
  </p:cSld>
</p:sld>
</file>

<file path=ppt/slides/slide86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76FD99-9D6B-4C63-99B5-CB3F22400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3F5D3C-F46F-4D04-A256-6A4209B1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44A922-DC76-491B-857C-6445EDBA1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B3E9431-EE30-4852-9661-7EB718D5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Check the wall result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ced5d9545f46bc"/>
          <a:stretch xmlns:a="http://schemas.openxmlformats.org/drawingml/2006/main"/>
        </p:blipFill>
        <p:spPr>
          <a:xfrm xmlns:a="http://schemas.openxmlformats.org/drawingml/2006/main">
            <a:off x="5086350" y="2032724"/>
            <a:ext cx="6419850" cy="322117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C57E54-2114-4C41-B251-5DC6F8B6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Compare the final arrangement with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source detail before continuing.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FAED6D-F5FC-4155-B8D2-1B4A9246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Calculation Rules for a wall end connected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to a column.</a:t>
            </a:r>
          </a:p>
        </p:txBody>
      </p:sp>
    </p:spTree>
    <p:extLst>
      <p:ext uri="{BB962C8B-B14F-4D97-AF65-F5344CB8AC3E}">
        <p14:creationId xmlns:p14="http://schemas.microsoft.com/office/powerpoint/2010/main" val="709389271"/>
      </p:ext>
    </p:extLst>
  </p:cSld>
</p:sld>
</file>

<file path=ppt/slides/slide86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C22042-0931-47A6-843C-9659D59E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C0A047-ACB6-4356-A00C-D9A34D1D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333A25-F050-4D57-9FC6-596679D0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LEARNING CHECKLIST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AB9599F-3E4E-4743-AC7C-0933F538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Define Wall Reinforcement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0EEE62-06E8-4F03-AC48-3FEFE5F9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CA96FB-E8B5-4CCC-9040-24A8FA9C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Actions were checked against the source document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BF2E9E-35D6-4B5D-B3B7-EFEAA6EA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Element data and scope were reviewed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7854A4-5FC6-496D-95D6-A638191D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574515943"/>
      </p:ext>
    </p:extLst>
  </p:cSld>
</p:sld>
</file>

<file path=ppt/slides/slide86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0ED493-429F-4414-9A31-B6AE56F1A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3D54C4-E3B5-4C40-8A51-A94C2479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E7C8B2-0E30-4F26-8789-051D34F0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LEARNING MATERIAL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E80BBB0-00C9-4E85-8447-DFE12085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Calculate by Floor or Entity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11E37E-5786-48B6-8EE9-E83DDA579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Run calculation for the appropriate floor or entity scope.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690175-2E54-4ADD-A6BE-18C6FCD2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068543-92D8-4251-B320-DBFE4006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Choose the calculation 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DC1688-AE8F-4195-B762-50A20101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Select floors or entities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29306C-C1A9-46BF-8D65-87D8A434E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Run the calculation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F8D6A8-23EE-4959-B95E-12915B9A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Confirm the result is updated</a:t>
            </a:r>
          </a:p>
        </p:txBody>
      </p:sp>
    </p:spTree>
    <p:extLst>
      <p:ext uri="{BB962C8B-B14F-4D97-AF65-F5344CB8AC3E}">
        <p14:creationId xmlns:p14="http://schemas.microsoft.com/office/powerpoint/2010/main" val="1399895392"/>
      </p:ext>
    </p:extLst>
  </p:cSld>
</p:sld>
</file>

<file path=ppt/slides/slide86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828C25-21A0-49AE-AA27-A3E6F868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2B357F-FDA9-4640-9E28-CB215F6A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B3FE51-F07D-4E07-97C1-07125190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8EDC721-2C60-4920-9BB1-7A9F1529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Choose the calculation scope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c6cf9e6d1f432d"/>
          <a:stretch xmlns:a="http://schemas.openxmlformats.org/drawingml/2006/main"/>
        </p:blipFill>
        <p:spPr>
          <a:xfrm xmlns:a="http://schemas.openxmlformats.org/drawingml/2006/main">
            <a:off x="5466496" y="1809750"/>
            <a:ext cx="5659559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EDACAE-4A9A-4537-B6C8-0EC65A1A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Choose floors for a broad scope or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entities for a focused check.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9A6171-6D04-43A3-A1AA-11D92D195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Quantity menu with Calculate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Calculate Selected Entity.</a:t>
            </a:r>
          </a:p>
        </p:txBody>
      </p:sp>
    </p:spTree>
    <p:extLst>
      <p:ext uri="{BB962C8B-B14F-4D97-AF65-F5344CB8AC3E}">
        <p14:creationId xmlns:p14="http://schemas.microsoft.com/office/powerpoint/2010/main" val="700595318"/>
      </p:ext>
    </p:extLst>
  </p:cSld>
</p:sld>
</file>

<file path=ppt/slides/slide87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B8DA01-4428-4CF9-A7AD-3BF8E892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366C59-701A-480B-AF25-467804AB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88B480-C516-42CC-BF2C-82E637EE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2B50702-687E-443D-8D30-01ACC605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floors or entities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12523f852d4a4c"/>
          <a:stretch xmlns:a="http://schemas.openxmlformats.org/drawingml/2006/main"/>
        </p:blipFill>
        <p:spPr>
          <a:xfrm xmlns:a="http://schemas.openxmlformats.org/drawingml/2006/main">
            <a:off x="5466496" y="1809750"/>
            <a:ext cx="5659559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ECA6A4-4F76-4674-84F0-60B4A4CB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Ensure the selection includes every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 model that requires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updating.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EE20EA-6B52-4CAD-A6AC-AC1218B7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Quantity menu with Calculate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Calculate Selected Entity.</a:t>
            </a:r>
          </a:p>
        </p:txBody>
      </p:sp>
    </p:spTree>
    <p:extLst>
      <p:ext uri="{BB962C8B-B14F-4D97-AF65-F5344CB8AC3E}">
        <p14:creationId xmlns:p14="http://schemas.microsoft.com/office/powerpoint/2010/main" val="479816908"/>
      </p:ext>
    </p:extLst>
  </p:cSld>
</p:sld>
</file>

<file path=ppt/slides/slide87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891293-F646-45D2-85E6-A94CB6956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E1145D-8F6C-4BDF-BE60-BB6FE36C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B21CBE-0AAF-49B8-BE91-DF131421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A118B08-DE71-4833-BCCD-1393A6FA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Run the calculation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8c3a9cb380434c"/>
          <a:stretch xmlns:a="http://schemas.openxmlformats.org/drawingml/2006/main"/>
        </p:blipFill>
        <p:spPr>
          <a:xfrm xmlns:a="http://schemas.openxmlformats.org/drawingml/2006/main">
            <a:off x="5466496" y="1809750"/>
            <a:ext cx="5659559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A8015B-7751-41EE-A7E3-20D378C42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Start the process after checking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scope and model 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003A1B-7008-4270-8559-81A69745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Quantity menu with Calculate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Calculate Selected Entity.</a:t>
            </a:r>
          </a:p>
        </p:txBody>
      </p:sp>
    </p:spTree>
    <p:extLst>
      <p:ext uri="{BB962C8B-B14F-4D97-AF65-F5344CB8AC3E}">
        <p14:creationId xmlns:p14="http://schemas.microsoft.com/office/powerpoint/2010/main" val="1475546308"/>
      </p:ext>
    </p:extLst>
  </p:cSld>
</p:sld>
</file>

<file path=ppt/slides/slide87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FCBDAE-200C-4645-8924-31F800C6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054272-B9FD-489A-A09C-44E8E6EE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C4273F-557F-493F-9610-5AEF5F736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8BE22C3-58B1-4BB7-B388-46C223A6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Confirm the result is updated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12775b33be48e1"/>
          <a:stretch xmlns:a="http://schemas.openxmlformats.org/drawingml/2006/main"/>
        </p:blipFill>
        <p:spPr>
          <a:xfrm xmlns:a="http://schemas.openxmlformats.org/drawingml/2006/main">
            <a:off x="5466496" y="1809750"/>
            <a:ext cx="5659559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51E280-2284-4FCD-91EF-7DCBAD3B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Wait for completion before opening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checks or reports.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AB2D45-5D41-49A0-A17A-37FCE737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Quantity menu with Calculate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Calculate Selected Entity.</a:t>
            </a:r>
          </a:p>
        </p:txBody>
      </p:sp>
    </p:spTree>
    <p:extLst>
      <p:ext uri="{BB962C8B-B14F-4D97-AF65-F5344CB8AC3E}">
        <p14:creationId xmlns:p14="http://schemas.microsoft.com/office/powerpoint/2010/main" val="1177120793"/>
      </p:ext>
    </p:extLst>
  </p:cSld>
</p:sld>
</file>

<file path=ppt/slides/slide87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D1AF89-6E82-4083-8167-BE94DA3F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6C3D50-0D78-4781-9216-32BB6C8D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CD3503-7121-4105-940B-93333266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LEARNING CHECKLIST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2DD9223-6455-4AD9-AD20-7FDAE913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Calculate by Floor or Entity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F93876-1D82-4161-98E8-83DFEB26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ADC83B-C403-4BF2-B71C-3FAD207C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Actions were checked against the source document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897D42-A384-41F2-8355-68395CB2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Element data and scope were reviewed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E1F148-4F54-43CF-AD1A-D0993F0B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1579590047"/>
      </p:ext>
    </p:extLst>
  </p:cSld>
</p:sld>
</file>

<file path=ppt/slides/slide87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8AD11D-DCE7-4DB5-B206-EC5BB222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5D68DD-1DFF-46FD-BB4F-CFC06E0D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70F73-BACE-4790-B600-F17E3525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LEARNING MATERIAL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3FF0B94-1215-48CE-9D8F-0330E6FC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Check Reinforcement with Edit Rebar and Rebar 3D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3347F9-1FD9-4912-B042-123DDFE4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Check reinforcement data and geometry before using quantity results.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FC1110-C76B-401D-B980-2CE427855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AC632C-A2C5-40E2-B57E-3C6E7CCF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Select an element to 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A82BAF-CD98-44A5-AF43-D3D57D035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Open Edit Rebar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DAE92F-AA9D-4283-AEC8-BC658B33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Display Rebar 3D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B4EADF-0BC8-4DE5-95D0-B8D7E154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Record and correct findings</a:t>
            </a:r>
          </a:p>
        </p:txBody>
      </p:sp>
    </p:spTree>
    <p:extLst>
      <p:ext uri="{BB962C8B-B14F-4D97-AF65-F5344CB8AC3E}">
        <p14:creationId xmlns:p14="http://schemas.microsoft.com/office/powerpoint/2010/main" val="1871211758"/>
      </p:ext>
    </p:extLst>
  </p:cSld>
</p:sld>
</file>

<file path=ppt/slides/slide87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D52BA7-76D0-4C87-9949-2CC83681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0F46E3-E419-455C-8183-CA6755BB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37FE3D-36E7-4AD1-ACCE-B6D3DC00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D0F599B-36FF-4928-9D6D-1D09A76A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an element to check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afceb800db4847"/>
          <a:stretch xmlns:a="http://schemas.openxmlformats.org/drawingml/2006/main"/>
        </p:blipFill>
        <p:spPr>
          <a:xfrm xmlns:a="http://schemas.openxmlformats.org/drawingml/2006/main">
            <a:off x="5424358" y="1809750"/>
            <a:ext cx="574383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7815CB-0B0D-4D6A-978B-0FF9D852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samples representing important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 types and conditions.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93C15C-AC81-4F49-82DB-4507263E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Edit Rebar and a 3D wall-reinforcement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model.</a:t>
            </a:r>
          </a:p>
        </p:txBody>
      </p:sp>
    </p:spTree>
    <p:extLst>
      <p:ext uri="{BB962C8B-B14F-4D97-AF65-F5344CB8AC3E}">
        <p14:creationId xmlns:p14="http://schemas.microsoft.com/office/powerpoint/2010/main" val="1306842103"/>
      </p:ext>
    </p:extLst>
  </p:cSld>
</p:sld>
</file>

<file path=ppt/slides/slide87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8601B5-9A64-4910-9B93-1608BD7DB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C9ED33-A15A-4C7F-967B-A55254B5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36EE5B-6B90-4C47-A504-57FA32B4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E614CD1-849F-441B-9F8A-2CB1A70B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Open Edit Rebar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1c6715aba04644"/>
          <a:stretch xmlns:a="http://schemas.openxmlformats.org/drawingml/2006/main"/>
        </p:blipFill>
        <p:spPr>
          <a:xfrm xmlns:a="http://schemas.openxmlformats.org/drawingml/2006/main">
            <a:off x="5424358" y="1809750"/>
            <a:ext cx="574383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5B2F87-EC6E-45F4-9874-DE6BFE0E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Review bar data on the selected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element and compare it with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source detail.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A3B502-2880-4A02-8176-7C796E93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Edit Rebar and a 3D wall-reinforcement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model.</a:t>
            </a:r>
          </a:p>
        </p:txBody>
      </p:sp>
    </p:spTree>
    <p:extLst>
      <p:ext uri="{BB962C8B-B14F-4D97-AF65-F5344CB8AC3E}">
        <p14:creationId xmlns:p14="http://schemas.microsoft.com/office/powerpoint/2010/main" val="1298780125"/>
      </p:ext>
    </p:extLst>
  </p:cSld>
</p:sld>
</file>

<file path=ppt/slides/slide87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670281-B59A-4950-BA4B-04321993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CADF3A-F5C4-48F7-8443-B938A82A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7C7B6A-E106-4D05-BC22-13D02FCC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3F8545E-4BC1-491B-A08B-D5AEF54A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Display Rebar 3D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f4c7183bb94694"/>
          <a:stretch xmlns:a="http://schemas.openxmlformats.org/drawingml/2006/main"/>
        </p:blipFill>
        <p:spPr>
          <a:xfrm xmlns:a="http://schemas.openxmlformats.org/drawingml/2006/main">
            <a:off x="5086350" y="1944240"/>
            <a:ext cx="6419850" cy="339814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9A2064-B76C-45D1-BD7F-25CC542E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the three-dimensional view to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check bar positions, directions and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extents.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A0B168-6971-4C2B-B7EE-916984F81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Rebar Layout views for beams, walls,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columns.</a:t>
            </a:r>
          </a:p>
        </p:txBody>
      </p:sp>
    </p:spTree>
    <p:extLst>
      <p:ext uri="{BB962C8B-B14F-4D97-AF65-F5344CB8AC3E}">
        <p14:creationId xmlns:p14="http://schemas.microsoft.com/office/powerpoint/2010/main" val="2041749233"/>
      </p:ext>
    </p:extLst>
  </p:cSld>
</p:sld>
</file>

<file path=ppt/slides/slide87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AC15EC-0EE5-4B16-B6A9-0CDDBBAE4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E170B2-BDE3-4E2B-8C06-795E7485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05E443-61DC-444D-A8C0-9E1AA5BC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8F667B8-C40D-4BE1-819C-336DCDC2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Record and correct findings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3488a013e54de7"/>
          <a:stretch xmlns:a="http://schemas.openxmlformats.org/drawingml/2006/main"/>
        </p:blipFill>
        <p:spPr>
          <a:xfrm xmlns:a="http://schemas.openxmlformats.org/drawingml/2006/main">
            <a:off x="5086350" y="1944240"/>
            <a:ext cx="6419850" cy="339814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C47234-C041-42A8-97AC-9F2442B3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Correct source model data before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recalculating affected quantities.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67632F-A585-4443-8D70-7F844D50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Rebar Layout views for beams, walls,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columns.</a:t>
            </a:r>
          </a:p>
        </p:txBody>
      </p:sp>
    </p:spTree>
    <p:extLst>
      <p:ext uri="{BB962C8B-B14F-4D97-AF65-F5344CB8AC3E}">
        <p14:creationId xmlns:p14="http://schemas.microsoft.com/office/powerpoint/2010/main" val="897453058"/>
      </p:ext>
    </p:extLst>
  </p:cSld>
</p:sld>
</file>

<file path=ppt/slides/slide87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BF8460-A5B2-45CC-A7BB-AB171C3E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F6035D-B738-4CE0-A0F8-54980C43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215F4E-2BBF-48F1-98C4-995DDC94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LEARNING CHECKLIST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3217A6A-4CDD-435F-9266-FE999863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Check Reinforcement with Edit Rebar and Rebar 3D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164887-2025-417D-A717-A40892BD6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8F4BA8-7974-426A-9603-D4055333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Actions were checked against the source document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A98134-3CF1-4EDE-A46B-7FAE93E9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Element data and scope were reviewed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2B82C7-B862-4534-90CD-92256B9D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1762227786"/>
      </p:ext>
    </p:extLst>
  </p:cSld>
</p:sld>
</file>

<file path=ppt/slides/slide88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38C6CF-0C78-4C55-86E4-DF083084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2AF0CB-47D0-4F69-8CD4-7CE93DDB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9E0AC6-73EE-4506-A65D-A80A9702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LEARNING MATERIAL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B730E0E-B228-4650-86F7-FDD16088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Review Reinforcement Quantity Results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A2E1F4-81E1-429A-94C2-3C434157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Review reinforcement quantity results in the calculated model.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6208D6-C9D0-458F-A7E6-E5056DB0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424D81-410E-4BDA-ABB5-F4481140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Confirm calculation is current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A5D16F-1DA7-4B37-B34A-E6FDBCDDE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Open View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3BEE0A-728F-491E-BF44-FF7017C8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Review result details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FE3B87-BAA2-47B5-B855-8E2A7A7E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Perform sample checks</a:t>
            </a:r>
          </a:p>
        </p:txBody>
      </p:sp>
    </p:spTree>
    <p:extLst>
      <p:ext uri="{BB962C8B-B14F-4D97-AF65-F5344CB8AC3E}">
        <p14:creationId xmlns:p14="http://schemas.microsoft.com/office/powerpoint/2010/main" val="1876018534"/>
      </p:ext>
    </p:extLst>
  </p:cSld>
</p:sld>
</file>

<file path=ppt/slides/slide88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8E72BA-B05E-48DD-8104-B9778740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04C699-5B7F-4885-A414-18697A4A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4D1902-A9B3-47DA-82A2-A9D3C68A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89F15CF-724F-4B85-911E-DF899F57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Confirm calculation is current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861d55bc064904"/>
          <a:stretch xmlns:a="http://schemas.openxmlformats.org/drawingml/2006/main"/>
        </p:blipFill>
        <p:spPr>
          <a:xfrm xmlns:a="http://schemas.openxmlformats.org/drawingml/2006/main">
            <a:off x="5086350" y="1971107"/>
            <a:ext cx="6419850" cy="33444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1A6F90-60A5-4C8D-B246-EECD5FFF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results updated after the latest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reinforcement model changes.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3FFB8F-128C-47F5-B558-3D2DDC93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View Quantity with bar and formula details.</a:t>
            </a:r>
          </a:p>
        </p:txBody>
      </p:sp>
    </p:spTree>
    <p:extLst>
      <p:ext uri="{BB962C8B-B14F-4D97-AF65-F5344CB8AC3E}">
        <p14:creationId xmlns:p14="http://schemas.microsoft.com/office/powerpoint/2010/main" val="2141826545"/>
      </p:ext>
    </p:extLst>
  </p:cSld>
</p:sld>
</file>

<file path=ppt/slides/slide88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812BB8-132A-4C8B-A7DD-5336B887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D72362-067E-4F5D-BDF9-DCA985B5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971EAE-6CBC-43C2-90C2-15FD2107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64E16C6-50C3-4F65-84FC-D5BE14CC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Open View Quantity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53cd24006849ec"/>
          <a:stretch xmlns:a="http://schemas.openxmlformats.org/drawingml/2006/main"/>
        </p:blipFill>
        <p:spPr>
          <a:xfrm xmlns:a="http://schemas.openxmlformats.org/drawingml/2006/main">
            <a:off x="5086350" y="1971107"/>
            <a:ext cx="6419850" cy="33444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06E66C-FDEC-4948-9B03-15ABEA7A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Display quantity results for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element or scope under review.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B2E03B-634B-4532-85F4-9EF143B2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View Quantity with bar and formula details.</a:t>
            </a:r>
          </a:p>
        </p:txBody>
      </p:sp>
    </p:spTree>
    <p:extLst>
      <p:ext uri="{BB962C8B-B14F-4D97-AF65-F5344CB8AC3E}">
        <p14:creationId xmlns:p14="http://schemas.microsoft.com/office/powerpoint/2010/main" val="155169842"/>
      </p:ext>
    </p:extLst>
  </p:cSld>
</p:sld>
</file>

<file path=ppt/slides/slide88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24453E-5A7C-4458-9E16-72C417FB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B5416C-CC87-41DD-A140-80DCF1B8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E85C5A-DFC7-4024-B227-A294AAF5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A609206-5D40-4826-9A33-D418D68D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Review result details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372e68e79e4799"/>
          <a:stretch xmlns:a="http://schemas.openxmlformats.org/drawingml/2006/main"/>
        </p:blipFill>
        <p:spPr>
          <a:xfrm xmlns:a="http://schemas.openxmlformats.org/drawingml/2006/main">
            <a:off x="5086350" y="1971107"/>
            <a:ext cx="6419850" cy="33444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AD8F28-E124-4AAD-A479-7E55A369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Check bar types, values and units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against the selected model element.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2D01D1-068A-4372-B3A4-155F1F31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View Quantity with bar and formula details.</a:t>
            </a:r>
          </a:p>
        </p:txBody>
      </p:sp>
    </p:spTree>
    <p:extLst>
      <p:ext uri="{BB962C8B-B14F-4D97-AF65-F5344CB8AC3E}">
        <p14:creationId xmlns:p14="http://schemas.microsoft.com/office/powerpoint/2010/main" val="1106845550"/>
      </p:ext>
    </p:extLst>
  </p:cSld>
</p:sld>
</file>

<file path=ppt/slides/slide88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242CF8-FF11-4407-979B-BD025527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5AEF87-A393-4CD2-A994-AF1A6465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FE9E85-5620-40E0-A09B-00D3D9D6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01657F3-3741-472A-960F-3D165C63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Perform sample checks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8e012867614d06"/>
          <a:stretch xmlns:a="http://schemas.openxmlformats.org/drawingml/2006/main"/>
        </p:blipFill>
        <p:spPr>
          <a:xfrm xmlns:a="http://schemas.openxmlformats.org/drawingml/2006/main">
            <a:off x="5086350" y="1971107"/>
            <a:ext cx="6419850" cy="33444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39964-D0B0-4A57-B9A6-376323F3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Compare representative results with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data before creating a report.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E99616-876A-4059-A99F-FB6071EE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View Quantity with bar and formula details.</a:t>
            </a:r>
          </a:p>
        </p:txBody>
      </p:sp>
    </p:spTree>
    <p:extLst>
      <p:ext uri="{BB962C8B-B14F-4D97-AF65-F5344CB8AC3E}">
        <p14:creationId xmlns:p14="http://schemas.microsoft.com/office/powerpoint/2010/main" val="1964297850"/>
      </p:ext>
    </p:extLst>
  </p:cSld>
</p:sld>
</file>

<file path=ppt/slides/slide88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276022-B6C8-4025-8F48-62F3FE12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4CBA53-80CD-4F7A-8210-ABE730D5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67F145-F7C0-479D-B267-0C7C35DE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LEARNING CHECKLIST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3AA454E-C9EB-4F97-A7BF-5BC9DD97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Review Reinforcement Quantity Results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B7B1E8-9CE5-4B1E-A132-70BBEE667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4F877C-F7D0-421C-964C-CDE736F4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Actions were checked against the source document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3F4152-9708-440A-B64A-FE41580DA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Element data and scope were reviewed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E1821E-D383-4A64-B146-7CD4FBAB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1860497843"/>
      </p:ext>
    </p:extLst>
  </p:cSld>
</p:sld>
</file>

<file path=ppt/slides/slide88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5812CE-582F-405B-B76F-30B42D92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C0DE5A-AEA6-4081-A807-04D6955C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F58B2B-B2B8-441B-9615-B6CDA7B8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LEARNING MATERIAL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F241A87-6C65-4B29-B314-04D1D8B7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Classify Quantities and Create Reports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15FFC3-CADF-4452-AEAD-B1A0D8E2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Configure classification and produce a reviewable reinforcement report.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766415-61A2-47E5-BF76-E43AA430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58DDD4-0579-418A-8EAB-B0153E844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Open Set Classification Condition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6FF827-2A32-4C97-B016-4FD8437D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Choose classification conditions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E06B7E-DEB9-46E8-8B22-E47FB47D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Apply the grouping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D5CB7E-D951-425E-8DF8-04FF6F66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Create the report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C27370-2809-4404-8C1B-7B9AA23F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Verify the final report</a:t>
            </a:r>
          </a:p>
        </p:txBody>
      </p:sp>
    </p:spTree>
    <p:extLst>
      <p:ext uri="{BB962C8B-B14F-4D97-AF65-F5344CB8AC3E}">
        <p14:creationId xmlns:p14="http://schemas.microsoft.com/office/powerpoint/2010/main" val="1533254784"/>
      </p:ext>
    </p:extLst>
  </p:cSld>
</p:sld>
</file>

<file path=ppt/slides/slide88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400A2E-241B-4EBB-87F6-07118A16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906E24-A597-48FA-B2F5-5A6E5DA5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BC63A2-EAF1-4DDE-822D-92AD7783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3BBE103-7286-47AB-8C09-6427500B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Open Set Classification Condition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01877015ef46c6"/>
          <a:stretch xmlns:a="http://schemas.openxmlformats.org/drawingml/2006/main"/>
        </p:blipFill>
        <p:spPr>
          <a:xfrm xmlns:a="http://schemas.openxmlformats.org/drawingml/2006/main">
            <a:off x="5086350" y="2060403"/>
            <a:ext cx="6419850" cy="316581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88B839-6B6D-4F38-B223-38C9EA42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this TRB command to define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grouping structure for results.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373ADD-299B-488F-BD20-F0AE0F857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View Quantity by Category and Set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Classification Condition.</a:t>
            </a:r>
          </a:p>
        </p:txBody>
      </p:sp>
    </p:spTree>
    <p:extLst>
      <p:ext uri="{BB962C8B-B14F-4D97-AF65-F5344CB8AC3E}">
        <p14:creationId xmlns:p14="http://schemas.microsoft.com/office/powerpoint/2010/main" val="881141761"/>
      </p:ext>
    </p:extLst>
  </p:cSld>
</p:sld>
</file>

<file path=ppt/slides/slide88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9D5D7A-BC0F-4B6A-9544-0C08E13E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134E98-4302-4A95-9522-A263AED5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210DA8-E6AB-4B65-B38A-CCDF927B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AA24809-6E50-4A8A-A0DE-3A11BA4E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Choose classification conditions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4743667ab0446c"/>
          <a:stretch xmlns:a="http://schemas.openxmlformats.org/drawingml/2006/main"/>
        </p:blipFill>
        <p:spPr>
          <a:xfrm xmlns:a="http://schemas.openxmlformats.org/drawingml/2006/main">
            <a:off x="5086350" y="2060403"/>
            <a:ext cx="6419850" cy="316581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AB17DD-7CB6-4C54-B246-F25E374C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Arrange the required attributes for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report purpose and project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standard.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2B627E-1A1F-4370-82E6-6F644675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View Quantity by Category and Set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Classification Condition.</a:t>
            </a:r>
          </a:p>
        </p:txBody>
      </p:sp>
    </p:spTree>
    <p:extLst>
      <p:ext uri="{BB962C8B-B14F-4D97-AF65-F5344CB8AC3E}">
        <p14:creationId xmlns:p14="http://schemas.microsoft.com/office/powerpoint/2010/main" val="1588856929"/>
      </p:ext>
    </p:extLst>
  </p:cSld>
</p:sld>
</file>

<file path=ppt/slides/slide88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A223E3-5870-430E-8284-62D14898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687DE2-A1F0-4DCB-9622-D8AA77D1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833658-D817-4103-8239-78E5DECE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4E09A14-5096-4E82-85B6-1F0573A9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Apply the grouping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b36869ba5e433b"/>
          <a:stretch xmlns:a="http://schemas.openxmlformats.org/drawingml/2006/main"/>
        </p:blipFill>
        <p:spPr>
          <a:xfrm xmlns:a="http://schemas.openxmlformats.org/drawingml/2006/main">
            <a:off x="5086350" y="2043948"/>
            <a:ext cx="6419850" cy="319872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388D61-12A0-41C7-8B5E-12050CDD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Review the resulting hierarchy before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generating the final output.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4E4D2D-E47B-4EF0-862A-AFFFAD744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Report panel with Rebar Schedule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element summaries.</a:t>
            </a:r>
          </a:p>
        </p:txBody>
      </p:sp>
    </p:spTree>
    <p:extLst>
      <p:ext uri="{BB962C8B-B14F-4D97-AF65-F5344CB8AC3E}">
        <p14:creationId xmlns:p14="http://schemas.microsoft.com/office/powerpoint/2010/main" val="1438751615"/>
      </p:ext>
    </p:extLst>
  </p:cSld>
</p:sld>
</file>

<file path=ppt/slides/slide89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788927-8B4B-4306-906D-88F23D17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407472-1016-4A43-8CBA-F8794D25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F79DDC-7DB8-4B18-9EA9-C57DCB26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76D0CCD-378A-4953-961F-632B023D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Create the report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7a3a4fc0634c45"/>
          <a:stretch xmlns:a="http://schemas.openxmlformats.org/drawingml/2006/main"/>
        </p:blipFill>
        <p:spPr>
          <a:xfrm xmlns:a="http://schemas.openxmlformats.org/drawingml/2006/main">
            <a:off x="5086350" y="2043948"/>
            <a:ext cx="6419850" cy="319872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D3AAFB-D163-49CF-BA86-DCF94384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Generate the reinforcement-weight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report with verified scope and units.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6DEBC1-148C-4E43-B769-EB71C253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Report panel with Rebar Schedule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element summaries.</a:t>
            </a:r>
          </a:p>
        </p:txBody>
      </p:sp>
    </p:spTree>
    <p:extLst>
      <p:ext uri="{BB962C8B-B14F-4D97-AF65-F5344CB8AC3E}">
        <p14:creationId xmlns:p14="http://schemas.microsoft.com/office/powerpoint/2010/main" val="1037184108"/>
      </p:ext>
    </p:extLst>
  </p:cSld>
</p:sld>
</file>

<file path=ppt/slides/slide89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C79EC5-C01C-48A2-9AED-738B95E2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99A94D-17E7-40AC-BAFA-249B3ECC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0A3848-8C34-480C-B26B-41D191B7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61ED25A-F208-47A9-8EF7-664367DE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Verify the final report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e5e37ee005458c"/>
          <a:stretch xmlns:a="http://schemas.openxmlformats.org/drawingml/2006/main"/>
        </p:blipFill>
        <p:spPr>
          <a:xfrm xmlns:a="http://schemas.openxmlformats.org/drawingml/2006/main">
            <a:off x="5086350" y="2043948"/>
            <a:ext cx="6419850" cy="319872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5FA09D-19D2-4874-86FE-CAD0D381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Check totals, classifications, units and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revision before the report is used.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5B5505-4C9E-4BBC-A1BD-8C60B77B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Report panel with Rebar Schedule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element summaries.</a:t>
            </a:r>
          </a:p>
        </p:txBody>
      </p:sp>
    </p:spTree>
    <p:extLst>
      <p:ext uri="{BB962C8B-B14F-4D97-AF65-F5344CB8AC3E}">
        <p14:creationId xmlns:p14="http://schemas.microsoft.com/office/powerpoint/2010/main" val="1078753104"/>
      </p:ext>
    </p:extLst>
  </p:cSld>
</p:sld>
</file>

<file path=ppt/slides/slide89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991EB7-5D3F-479C-8C07-DD196764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56242A-725C-49E7-B235-76BA2EB1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9A5942-3EB3-47E0-984E-624C3A78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9A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269AD"/>
                </a:solidFill>
                <a:latin typeface="Segoe UI"/>
                <a:ea typeface="Segoe UI"/>
                <a:cs typeface="Segoe UI"/>
              </a:rPr>
              <a:t>TRB · LEARNING CHECKLIST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5A54AA3-79B1-472C-A023-AE8EBE1B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Classify Quantities and Create Reports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42835E-C62A-4FE6-9E8B-23648475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082544-B98B-45D3-AE1D-F82B22C43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Actions were checked against the source document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45B15F-D5DD-4649-A849-0E193AEB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Element data and scope were reviewed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DCA3A2-A7A3-4E3F-9AF4-8ED9476A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18513585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2026-10-13T09:51:46.6740000Z</dcterms:created>
  <dcterms:modified xsi:type="dcterms:W3CDTF">2026-10-13T09:51:46.6740000Z</dcterms:modified>
</coreProperties>
</file>