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  <Override PartName="/ppt/slides/slide276.xml" ContentType="application/vnd.openxmlformats-officedocument.presentationml.slide+xml"/>
  <Override PartName="/ppt/notesSlides/notesSlide276.xml" ContentType="application/vnd.openxmlformats-officedocument.presentationml.notesSlide+xml"/>
  <Override PartName="/ppt/slides/slide277.xml" ContentType="application/vnd.openxmlformats-officedocument.presentationml.slide+xml"/>
  <Override PartName="/ppt/notesSlides/notesSlide277.xml" ContentType="application/vnd.openxmlformats-officedocument.presentationml.notesSlide+xml"/>
  <Override PartName="/ppt/slides/slide278.xml" ContentType="application/vnd.openxmlformats-officedocument.presentationml.slide+xml"/>
  <Override PartName="/ppt/notesSlides/notesSlide278.xml" ContentType="application/vnd.openxmlformats-officedocument.presentationml.notesSlide+xml"/>
  <Override PartName="/ppt/slides/slide279.xml" ContentType="application/vnd.openxmlformats-officedocument.presentationml.slide+xml"/>
  <Override PartName="/ppt/notesSlides/notesSlide279.xml" ContentType="application/vnd.openxmlformats-officedocument.presentationml.notesSlide+xml"/>
  <Override PartName="/ppt/slides/slide280.xml" ContentType="application/vnd.openxmlformats-officedocument.presentationml.slide+xml"/>
  <Override PartName="/ppt/notesSlides/notesSlide280.xml" ContentType="application/vnd.openxmlformats-officedocument.presentationml.notesSlide+xml"/>
  <Override PartName="/ppt/slides/slide281.xml" ContentType="application/vnd.openxmlformats-officedocument.presentationml.slide+xml"/>
  <Override PartName="/ppt/notesSlides/notesSlide281.xml" ContentType="application/vnd.openxmlformats-officedocument.presentationml.notesSlide+xml"/>
  <Override PartName="/ppt/slides/slide282.xml" ContentType="application/vnd.openxmlformats-officedocument.presentationml.slide+xml"/>
  <Override PartName="/ppt/notesSlides/notesSlide282.xml" ContentType="application/vnd.openxmlformats-officedocument.presentationml.notesSlide+xml"/>
  <Override PartName="/ppt/slides/slide283.xml" ContentType="application/vnd.openxmlformats-officedocument.presentationml.slide+xml"/>
  <Override PartName="/ppt/notesSlides/notesSlide283.xml" ContentType="application/vnd.openxmlformats-officedocument.presentationml.notesSlide+xml"/>
  <Override PartName="/ppt/slides/slide284.xml" ContentType="application/vnd.openxmlformats-officedocument.presentationml.slide+xml"/>
  <Override PartName="/ppt/notesSlides/notesSlide284.xml" ContentType="application/vnd.openxmlformats-officedocument.presentationml.notesSlide+xml"/>
  <Override PartName="/ppt/slides/slide285.xml" ContentType="application/vnd.openxmlformats-officedocument.presentationml.slide+xml"/>
  <Override PartName="/ppt/notesSlides/notesSlide285.xml" ContentType="application/vnd.openxmlformats-officedocument.presentationml.notesSlide+xml"/>
  <Override PartName="/ppt/slides/slide286.xml" ContentType="application/vnd.openxmlformats-officedocument.presentationml.slide+xml"/>
  <Override PartName="/ppt/notesSlides/notesSlide286.xml" ContentType="application/vnd.openxmlformats-officedocument.presentationml.notesSlide+xml"/>
  <Override PartName="/ppt/slides/slide287.xml" ContentType="application/vnd.openxmlformats-officedocument.presentationml.slide+xml"/>
  <Override PartName="/ppt/notesSlides/notesSlide287.xml" ContentType="application/vnd.openxmlformats-officedocument.presentationml.notesSlide+xml"/>
  <Override PartName="/ppt/slides/slide288.xml" ContentType="application/vnd.openxmlformats-officedocument.presentationml.slide+xml"/>
  <Override PartName="/ppt/notesSlides/notesSlide288.xml" ContentType="application/vnd.openxmlformats-officedocument.presentationml.notesSlide+xml"/>
  <Override PartName="/ppt/slides/slide289.xml" ContentType="application/vnd.openxmlformats-officedocument.presentationml.slide+xml"/>
  <Override PartName="/ppt/notesSlides/notesSlide289.xml" ContentType="application/vnd.openxmlformats-officedocument.presentationml.notesSlide+xml"/>
  <Override PartName="/ppt/slides/slide290.xml" ContentType="application/vnd.openxmlformats-officedocument.presentationml.slide+xml"/>
  <Override PartName="/ppt/notesSlides/notesSlide290.xml" ContentType="application/vnd.openxmlformats-officedocument.presentationml.notesSlide+xml"/>
  <Override PartName="/ppt/slides/slide291.xml" ContentType="application/vnd.openxmlformats-officedocument.presentationml.slide+xml"/>
  <Override PartName="/ppt/notesSlides/notesSlide291.xml" ContentType="application/vnd.openxmlformats-officedocument.presentationml.notesSlide+xml"/>
  <Override PartName="/ppt/slides/slide292.xml" ContentType="application/vnd.openxmlformats-officedocument.presentationml.slide+xml"/>
  <Override PartName="/ppt/notesSlides/notesSlide292.xml" ContentType="application/vnd.openxmlformats-officedocument.presentationml.notesSlide+xml"/>
  <Override PartName="/ppt/slides/slide293.xml" ContentType="application/vnd.openxmlformats-officedocument.presentationml.slide+xml"/>
  <Override PartName="/ppt/notesSlides/notesSlide293.xml" ContentType="application/vnd.openxmlformats-officedocument.presentationml.notesSlide+xml"/>
  <Override PartName="/ppt/slides/slide294.xml" ContentType="application/vnd.openxmlformats-officedocument.presentationml.slide+xml"/>
  <Override PartName="/ppt/notesSlides/notesSlide294.xml" ContentType="application/vnd.openxmlformats-officedocument.presentationml.notesSlide+xml"/>
  <Override PartName="/ppt/slides/slide295.xml" ContentType="application/vnd.openxmlformats-officedocument.presentationml.slide+xml"/>
  <Override PartName="/ppt/notesSlides/notesSlide295.xml" ContentType="application/vnd.openxmlformats-officedocument.presentationml.notesSlide+xml"/>
  <Override PartName="/ppt/slides/slide296.xml" ContentType="application/vnd.openxmlformats-officedocument.presentationml.slide+xml"/>
  <Override PartName="/ppt/notesSlides/notesSlide296.xml" ContentType="application/vnd.openxmlformats-officedocument.presentationml.notesSlide+xml"/>
  <Override PartName="/ppt/slides/slide297.xml" ContentType="application/vnd.openxmlformats-officedocument.presentationml.slide+xml"/>
  <Override PartName="/ppt/notesSlides/notesSlide297.xml" ContentType="application/vnd.openxmlformats-officedocument.presentationml.notesSlide+xml"/>
  <Override PartName="/ppt/slides/slide298.xml" ContentType="application/vnd.openxmlformats-officedocument.presentationml.slide+xml"/>
  <Override PartName="/ppt/notesSlides/notesSlide298.xml" ContentType="application/vnd.openxmlformats-officedocument.presentationml.notesSlide+xml"/>
  <Override PartName="/ppt/slides/slide299.xml" ContentType="application/vnd.openxmlformats-officedocument.presentationml.slide+xml"/>
  <Override PartName="/ppt/notesSlides/notesSlide299.xml" ContentType="application/vnd.openxmlformats-officedocument.presentationml.notesSlide+xml"/>
  <Override PartName="/ppt/slides/slide300.xml" ContentType="application/vnd.openxmlformats-officedocument.presentationml.slide+xml"/>
  <Override PartName="/ppt/notesSlides/notesSlide300.xml" ContentType="application/vnd.openxmlformats-officedocument.presentationml.notesSlide+xml"/>
  <Override PartName="/ppt/slides/slide301.xml" ContentType="application/vnd.openxmlformats-officedocument.presentationml.slide+xml"/>
  <Override PartName="/ppt/notesSlides/notesSlide301.xml" ContentType="application/vnd.openxmlformats-officedocument.presentationml.notesSlide+xml"/>
  <Override PartName="/ppt/slides/slide302.xml" ContentType="application/vnd.openxmlformats-officedocument.presentationml.slide+xml"/>
  <Override PartName="/ppt/notesSlides/notesSlide302.xml" ContentType="application/vnd.openxmlformats-officedocument.presentationml.notesSlide+xml"/>
  <Override PartName="/ppt/slides/slide303.xml" ContentType="application/vnd.openxmlformats-officedocument.presentationml.slide+xml"/>
  <Override PartName="/ppt/notesSlides/notesSlide303.xml" ContentType="application/vnd.openxmlformats-officedocument.presentationml.notesSlide+xml"/>
  <Override PartName="/ppt/slides/slide304.xml" ContentType="application/vnd.openxmlformats-officedocument.presentationml.slide+xml"/>
  <Override PartName="/ppt/notesSlides/notesSlide304.xml" ContentType="application/vnd.openxmlformats-officedocument.presentationml.notesSlide+xml"/>
  <Override PartName="/ppt/slides/slide305.xml" ContentType="application/vnd.openxmlformats-officedocument.presentationml.slide+xml"/>
  <Override PartName="/ppt/notesSlides/notesSlide305.xml" ContentType="application/vnd.openxmlformats-officedocument.presentationml.notesSlide+xml"/>
  <Override PartName="/ppt/slides/slide306.xml" ContentType="application/vnd.openxmlformats-officedocument.presentationml.slide+xml"/>
  <Override PartName="/ppt/notesSlides/notesSlide306.xml" ContentType="application/vnd.openxmlformats-officedocument.presentationml.notesSlide+xml"/>
  <Override PartName="/ppt/slides/slide307.xml" ContentType="application/vnd.openxmlformats-officedocument.presentationml.slide+xml"/>
  <Override PartName="/ppt/notesSlides/notesSlide307.xml" ContentType="application/vnd.openxmlformats-officedocument.presentationml.notesSlide+xml"/>
  <Override PartName="/ppt/slides/slide308.xml" ContentType="application/vnd.openxmlformats-officedocument.presentationml.slide+xml"/>
  <Override PartName="/ppt/notesSlides/notesSlide308.xml" ContentType="application/vnd.openxmlformats-officedocument.presentationml.notesSlide+xml"/>
  <Override PartName="/ppt/slides/slide309.xml" ContentType="application/vnd.openxmlformats-officedocument.presentationml.slide+xml"/>
  <Override PartName="/ppt/notesSlides/notesSlide309.xml" ContentType="application/vnd.openxmlformats-officedocument.presentationml.notesSlide+xml"/>
  <Override PartName="/ppt/slides/slide310.xml" ContentType="application/vnd.openxmlformats-officedocument.presentationml.slide+xml"/>
  <Override PartName="/ppt/notesSlides/notesSlide310.xml" ContentType="application/vnd.openxmlformats-officedocument.presentationml.notesSlide+xml"/>
  <Override PartName="/ppt/slides/slide311.xml" ContentType="application/vnd.openxmlformats-officedocument.presentationml.slide+xml"/>
  <Override PartName="/ppt/notesSlides/notesSlide311.xml" ContentType="application/vnd.openxmlformats-officedocument.presentationml.notesSlide+xml"/>
  <Override PartName="/ppt/slides/slide312.xml" ContentType="application/vnd.openxmlformats-officedocument.presentationml.slide+xml"/>
  <Override PartName="/ppt/notesSlides/notesSlide312.xml" ContentType="application/vnd.openxmlformats-officedocument.presentationml.notesSlide+xml"/>
  <Override PartName="/ppt/slides/slide313.xml" ContentType="application/vnd.openxmlformats-officedocument.presentationml.slide+xml"/>
  <Override PartName="/ppt/notesSlides/notesSlide313.xml" ContentType="application/vnd.openxmlformats-officedocument.presentationml.notesSlide+xml"/>
  <Override PartName="/ppt/slides/slide314.xml" ContentType="application/vnd.openxmlformats-officedocument.presentationml.slide+xml"/>
  <Override PartName="/ppt/notesSlides/notesSlide314.xml" ContentType="application/vnd.openxmlformats-officedocument.presentationml.notesSlide+xml"/>
  <Override PartName="/ppt/slides/slide315.xml" ContentType="application/vnd.openxmlformats-officedocument.presentationml.slide+xml"/>
  <Override PartName="/ppt/notesSlides/notesSlide315.xml" ContentType="application/vnd.openxmlformats-officedocument.presentationml.notesSlide+xml"/>
  <Override PartName="/ppt/slides/slide316.xml" ContentType="application/vnd.openxmlformats-officedocument.presentationml.slide+xml"/>
  <Override PartName="/ppt/notesSlides/notesSlide316.xml" ContentType="application/vnd.openxmlformats-officedocument.presentationml.notesSlide+xml"/>
  <Override PartName="/ppt/slides/slide317.xml" ContentType="application/vnd.openxmlformats-officedocument.presentationml.slide+xml"/>
  <Override PartName="/ppt/notesSlides/notesSlide317.xml" ContentType="application/vnd.openxmlformats-officedocument.presentationml.notesSlide+xml"/>
  <Override PartName="/ppt/slides/slide318.xml" ContentType="application/vnd.openxmlformats-officedocument.presentationml.slide+xml"/>
  <Override PartName="/ppt/notesSlides/notesSlide318.xml" ContentType="application/vnd.openxmlformats-officedocument.presentationml.notesSlide+xml"/>
  <Override PartName="/ppt/slides/slide319.xml" ContentType="application/vnd.openxmlformats-officedocument.presentationml.slide+xml"/>
  <Override PartName="/ppt/notesSlides/notesSlide319.xml" ContentType="application/vnd.openxmlformats-officedocument.presentationml.notesSlide+xml"/>
  <Override PartName="/ppt/slides/slide320.xml" ContentType="application/vnd.openxmlformats-officedocument.presentationml.slide+xml"/>
  <Override PartName="/ppt/notesSlides/notesSlide320.xml" ContentType="application/vnd.openxmlformats-officedocument.presentationml.notesSlide+xml"/>
  <Override PartName="/ppt/slides/slide321.xml" ContentType="application/vnd.openxmlformats-officedocument.presentationml.slide+xml"/>
  <Override PartName="/ppt/notesSlides/notesSlide321.xml" ContentType="application/vnd.openxmlformats-officedocument.presentationml.notesSlide+xml"/>
  <Override PartName="/ppt/slides/slide322.xml" ContentType="application/vnd.openxmlformats-officedocument.presentationml.slide+xml"/>
  <Override PartName="/ppt/notesSlides/notesSlide322.xml" ContentType="application/vnd.openxmlformats-officedocument.presentationml.notesSlide+xml"/>
  <Override PartName="/ppt/slides/slide323.xml" ContentType="application/vnd.openxmlformats-officedocument.presentationml.slide+xml"/>
  <Override PartName="/ppt/notesSlides/notesSlide323.xml" ContentType="application/vnd.openxmlformats-officedocument.presentationml.notesSlide+xml"/>
  <Override PartName="/ppt/slides/slide324.xml" ContentType="application/vnd.openxmlformats-officedocument.presentationml.slide+xml"/>
  <Override PartName="/ppt/notesSlides/notesSlide324.xml" ContentType="application/vnd.openxmlformats-officedocument.presentationml.notesSlide+xml"/>
  <Override PartName="/ppt/slides/slide325.xml" ContentType="application/vnd.openxmlformats-officedocument.presentationml.slide+xml"/>
  <Override PartName="/ppt/notesSlides/notesSlide325.xml" ContentType="application/vnd.openxmlformats-officedocument.presentationml.notesSlide+xml"/>
  <Override PartName="/ppt/slides/slide326.xml" ContentType="application/vnd.openxmlformats-officedocument.presentationml.slide+xml"/>
  <Override PartName="/ppt/notesSlides/notesSlide326.xml" ContentType="application/vnd.openxmlformats-officedocument.presentationml.notesSlide+xml"/>
  <Override PartName="/ppt/slides/slide327.xml" ContentType="application/vnd.openxmlformats-officedocument.presentationml.slide+xml"/>
  <Override PartName="/ppt/notesSlides/notesSlide327.xml" ContentType="application/vnd.openxmlformats-officedocument.presentationml.notesSlide+xml"/>
  <Override PartName="/ppt/slides/slide328.xml" ContentType="application/vnd.openxmlformats-officedocument.presentationml.slide+xml"/>
  <Override PartName="/ppt/notesSlides/notesSlide328.xml" ContentType="application/vnd.openxmlformats-officedocument.presentationml.notesSlide+xml"/>
  <Override PartName="/ppt/slides/slide329.xml" ContentType="application/vnd.openxmlformats-officedocument.presentationml.slide+xml"/>
  <Override PartName="/ppt/notesSlides/notesSlide329.xml" ContentType="application/vnd.openxmlformats-officedocument.presentationml.notesSlide+xml"/>
  <Override PartName="/ppt/slides/slide330.xml" ContentType="application/vnd.openxmlformats-officedocument.presentationml.slide+xml"/>
  <Override PartName="/ppt/notesSlides/notesSlide330.xml" ContentType="application/vnd.openxmlformats-officedocument.presentationml.notesSlide+xml"/>
  <Override PartName="/ppt/slides/slide331.xml" ContentType="application/vnd.openxmlformats-officedocument.presentationml.slide+xml"/>
  <Override PartName="/ppt/notesSlides/notesSlide331.xml" ContentType="application/vnd.openxmlformats-officedocument.presentationml.notesSlide+xml"/>
  <Override PartName="/ppt/slides/slide332.xml" ContentType="application/vnd.openxmlformats-officedocument.presentationml.slide+xml"/>
  <Override PartName="/ppt/notesSlides/notesSlide332.xml" ContentType="application/vnd.openxmlformats-officedocument.presentationml.notesSlide+xml"/>
  <Override PartName="/ppt/slides/slide333.xml" ContentType="application/vnd.openxmlformats-officedocument.presentationml.slide+xml"/>
  <Override PartName="/ppt/notesSlides/notesSlide333.xml" ContentType="application/vnd.openxmlformats-officedocument.presentationml.notesSlide+xml"/>
  <Override PartName="/ppt/slides/slide334.xml" ContentType="application/vnd.openxmlformats-officedocument.presentationml.slide+xml"/>
  <Override PartName="/ppt/notesSlides/notesSlide334.xml" ContentType="application/vnd.openxmlformats-officedocument.presentationml.notesSlide+xml"/>
  <Override PartName="/ppt/slides/slide774.xml" ContentType="application/vnd.openxmlformats-officedocument.presentationml.slide+xml"/>
  <Override PartName="/ppt/notesSlides/notesSlide774.xml" ContentType="application/vnd.openxmlformats-officedocument.presentationml.notesSlide+xml"/>
  <Override PartName="/ppt/slides/slide775.xml" ContentType="application/vnd.openxmlformats-officedocument.presentationml.slide+xml"/>
  <Override PartName="/ppt/notesSlides/notesSlide775.xml" ContentType="application/vnd.openxmlformats-officedocument.presentationml.notesSlide+xml"/>
  <Override PartName="/ppt/slides/slide776.xml" ContentType="application/vnd.openxmlformats-officedocument.presentationml.slide+xml"/>
  <Override PartName="/ppt/notesSlides/notesSlide776.xml" ContentType="application/vnd.openxmlformats-officedocument.presentationml.notesSlide+xml"/>
  <Override PartName="/ppt/slides/slide777.xml" ContentType="application/vnd.openxmlformats-officedocument.presentationml.slide+xml"/>
  <Override PartName="/ppt/notesSlides/notesSlide777.xml" ContentType="application/vnd.openxmlformats-officedocument.presentationml.notesSlide+xml"/>
  <Override PartName="/ppt/slides/slide778.xml" ContentType="application/vnd.openxmlformats-officedocument.presentationml.slide+xml"/>
  <Override PartName="/ppt/notesSlides/notesSlide778.xml" ContentType="application/vnd.openxmlformats-officedocument.presentationml.notesSlide+xml"/>
  <Override PartName="/ppt/slides/slide779.xml" ContentType="application/vnd.openxmlformats-officedocument.presentationml.slide+xml"/>
  <Override PartName="/ppt/notesSlides/notesSlide779.xml" ContentType="application/vnd.openxmlformats-officedocument.presentationml.notesSlide+xml"/>
  <Override PartName="/ppt/slides/slide780.xml" ContentType="application/vnd.openxmlformats-officedocument.presentationml.slide+xml"/>
  <Override PartName="/ppt/notesSlides/notesSlide780.xml" ContentType="application/vnd.openxmlformats-officedocument.presentationml.notesSlide+xml"/>
  <Override PartName="/ppt/slides/slide781.xml" ContentType="application/vnd.openxmlformats-officedocument.presentationml.slide+xml"/>
  <Override PartName="/ppt/notesSlides/notesSlide781.xml" ContentType="application/vnd.openxmlformats-officedocument.presentationml.notesSlide+xml"/>
  <Override PartName="/ppt/slides/slide782.xml" ContentType="application/vnd.openxmlformats-officedocument.presentationml.slide+xml"/>
  <Override PartName="/ppt/notesSlides/notesSlide782.xml" ContentType="application/vnd.openxmlformats-officedocument.presentationml.notesSlide+xml"/>
  <Override PartName="/ppt/slides/slide783.xml" ContentType="application/vnd.openxmlformats-officedocument.presentationml.slide+xml"/>
  <Override PartName="/ppt/notesSlides/notesSlide783.xml" ContentType="application/vnd.openxmlformats-officedocument.presentationml.notesSlide+xml"/>
  <Override PartName="/ppt/slides/slide784.xml" ContentType="application/vnd.openxmlformats-officedocument.presentationml.slide+xml"/>
  <Override PartName="/ppt/notesSlides/notesSlide784.xml" ContentType="application/vnd.openxmlformats-officedocument.presentationml.notesSlide+xml"/>
  <Override PartName="/ppt/slides/slide785.xml" ContentType="application/vnd.openxmlformats-officedocument.presentationml.slide+xml"/>
  <Override PartName="/ppt/notesSlides/notesSlide785.xml" ContentType="application/vnd.openxmlformats-officedocument.presentationml.notesSlide+xml"/>
  <Override PartName="/ppt/slides/slide786.xml" ContentType="application/vnd.openxmlformats-officedocument.presentationml.slide+xml"/>
  <Override PartName="/ppt/notesSlides/notesSlide786.xml" ContentType="application/vnd.openxmlformats-officedocument.presentationml.notesSlide+xml"/>
  <Override PartName="/ppt/slides/slide787.xml" ContentType="application/vnd.openxmlformats-officedocument.presentationml.slide+xml"/>
  <Override PartName="/ppt/notesSlides/notesSlide787.xml" ContentType="application/vnd.openxmlformats-officedocument.presentationml.notesSlide+xml"/>
  <Override PartName="/ppt/slides/slide788.xml" ContentType="application/vnd.openxmlformats-officedocument.presentationml.slide+xml"/>
  <Override PartName="/ppt/notesSlides/notesSlide788.xml" ContentType="application/vnd.openxmlformats-officedocument.presentationml.notesSlide+xml"/>
  <Override PartName="/ppt/slides/slide789.xml" ContentType="application/vnd.openxmlformats-officedocument.presentationml.slide+xml"/>
  <Override PartName="/ppt/notesSlides/notesSlide789.xml" ContentType="application/vnd.openxmlformats-officedocument.presentationml.notesSlide+xml"/>
  <Override PartName="/ppt/slides/slide790.xml" ContentType="application/vnd.openxmlformats-officedocument.presentationml.slide+xml"/>
  <Override PartName="/ppt/notesSlides/notesSlide790.xml" ContentType="application/vnd.openxmlformats-officedocument.presentationml.notesSlide+xml"/>
  <Override PartName="/ppt/slides/slide791.xml" ContentType="application/vnd.openxmlformats-officedocument.presentationml.slide+xml"/>
  <Override PartName="/ppt/notesSlides/notesSlide791.xml" ContentType="application/vnd.openxmlformats-officedocument.presentationml.notesSlide+xml"/>
  <Override PartName="/ppt/slides/slide792.xml" ContentType="application/vnd.openxmlformats-officedocument.presentationml.slide+xml"/>
  <Override PartName="/ppt/notesSlides/notesSlide792.xml" ContentType="application/vnd.openxmlformats-officedocument.presentationml.notesSlide+xml"/>
  <Override PartName="/ppt/slides/slide793.xml" ContentType="application/vnd.openxmlformats-officedocument.presentationml.slide+xml"/>
  <Override PartName="/ppt/notesSlides/notesSlide793.xml" ContentType="application/vnd.openxmlformats-officedocument.presentationml.notesSlide+xml"/>
  <Override PartName="/ppt/slides/slide794.xml" ContentType="application/vnd.openxmlformats-officedocument.presentationml.slide+xml"/>
  <Override PartName="/ppt/notesSlides/notesSlide794.xml" ContentType="application/vnd.openxmlformats-officedocument.presentationml.notesSlide+xml"/>
  <Override PartName="/ppt/slides/slide795.xml" ContentType="application/vnd.openxmlformats-officedocument.presentationml.slide+xml"/>
  <Override PartName="/ppt/notesSlides/notesSlide795.xml" ContentType="application/vnd.openxmlformats-officedocument.presentationml.notesSlide+xml"/>
  <Override PartName="/ppt/slides/slide796.xml" ContentType="application/vnd.openxmlformats-officedocument.presentationml.slide+xml"/>
  <Override PartName="/ppt/notesSlides/notesSlide796.xml" ContentType="application/vnd.openxmlformats-officedocument.presentationml.notesSlide+xml"/>
  <Override PartName="/ppt/slides/slide797.xml" ContentType="application/vnd.openxmlformats-officedocument.presentationml.slide+xml"/>
  <Override PartName="/ppt/notesSlides/notesSlide797.xml" ContentType="application/vnd.openxmlformats-officedocument.presentationml.notesSlide+xml"/>
  <Override PartName="/ppt/slides/slide798.xml" ContentType="application/vnd.openxmlformats-officedocument.presentationml.slide+xml"/>
  <Override PartName="/ppt/notesSlides/notesSlide798.xml" ContentType="application/vnd.openxmlformats-officedocument.presentationml.notesSlide+xml"/>
  <Override PartName="/ppt/slides/slide799.xml" ContentType="application/vnd.openxmlformats-officedocument.presentationml.slide+xml"/>
  <Override PartName="/ppt/notesSlides/notesSlide799.xml" ContentType="application/vnd.openxmlformats-officedocument.presentationml.notesSlide+xml"/>
  <Override PartName="/ppt/slides/slide800.xml" ContentType="application/vnd.openxmlformats-officedocument.presentationml.slide+xml"/>
  <Override PartName="/ppt/notesSlides/notesSlide800.xml" ContentType="application/vnd.openxmlformats-officedocument.presentationml.notesSlide+xml"/>
  <Override PartName="/ppt/slides/slide801.xml" ContentType="application/vnd.openxmlformats-officedocument.presentationml.slide+xml"/>
  <Override PartName="/ppt/notesSlides/notesSlide801.xml" ContentType="application/vnd.openxmlformats-officedocument.presentationml.notesSlide+xml"/>
  <Override PartName="/ppt/slides/slide802.xml" ContentType="application/vnd.openxmlformats-officedocument.presentationml.slide+xml"/>
  <Override PartName="/ppt/notesSlides/notesSlide802.xml" ContentType="application/vnd.openxmlformats-officedocument.presentationml.notesSlide+xml"/>
  <Override PartName="/ppt/slides/slide803.xml" ContentType="application/vnd.openxmlformats-officedocument.presentationml.slide+xml"/>
  <Override PartName="/ppt/notesSlides/notesSlide803.xml" ContentType="application/vnd.openxmlformats-officedocument.presentationml.notesSlide+xml"/>
  <Override PartName="/ppt/slides/slide804.xml" ContentType="application/vnd.openxmlformats-officedocument.presentationml.slide+xml"/>
  <Override PartName="/ppt/notesSlides/notesSlide804.xml" ContentType="application/vnd.openxmlformats-officedocument.presentationml.notesSlide+xml"/>
  <Override PartName="/ppt/slides/slide805.xml" ContentType="application/vnd.openxmlformats-officedocument.presentationml.slide+xml"/>
  <Override PartName="/ppt/notesSlides/notesSlide805.xml" ContentType="application/vnd.openxmlformats-officedocument.presentationml.notesSlide+xml"/>
  <Override PartName="/ppt/slides/slide806.xml" ContentType="application/vnd.openxmlformats-officedocument.presentationml.slide+xml"/>
  <Override PartName="/ppt/notesSlides/notesSlide806.xml" ContentType="application/vnd.openxmlformats-officedocument.presentationml.notesSlide+xml"/>
  <Override PartName="/ppt/slides/slide807.xml" ContentType="application/vnd.openxmlformats-officedocument.presentationml.slide+xml"/>
  <Override PartName="/ppt/notesSlides/notesSlide807.xml" ContentType="application/vnd.openxmlformats-officedocument.presentationml.notesSlide+xml"/>
  <Override PartName="/ppt/slides/slide808.xml" ContentType="application/vnd.openxmlformats-officedocument.presentationml.slide+xml"/>
  <Override PartName="/ppt/notesSlides/notesSlide808.xml" ContentType="application/vnd.openxmlformats-officedocument.presentationml.notesSlide+xml"/>
  <Override PartName="/ppt/slides/slide809.xml" ContentType="application/vnd.openxmlformats-officedocument.presentationml.slide+xml"/>
  <Override PartName="/ppt/notesSlides/notesSlide809.xml" ContentType="application/vnd.openxmlformats-officedocument.presentationml.notesSlide+xml"/>
  <Override PartName="/ppt/slides/slide810.xml" ContentType="application/vnd.openxmlformats-officedocument.presentationml.slide+xml"/>
  <Override PartName="/ppt/notesSlides/notesSlide810.xml" ContentType="application/vnd.openxmlformats-officedocument.presentationml.notesSlide+xml"/>
  <Override PartName="/ppt/slides/slide811.xml" ContentType="application/vnd.openxmlformats-officedocument.presentationml.slide+xml"/>
  <Override PartName="/ppt/notesSlides/notesSlide811.xml" ContentType="application/vnd.openxmlformats-officedocument.presentationml.notesSlide+xml"/>
  <Override PartName="/ppt/slides/slide812.xml" ContentType="application/vnd.openxmlformats-officedocument.presentationml.slide+xml"/>
  <Override PartName="/ppt/notesSlides/notesSlide812.xml" ContentType="application/vnd.openxmlformats-officedocument.presentationml.notesSlide+xml"/>
  <Override PartName="/ppt/slides/slide813.xml" ContentType="application/vnd.openxmlformats-officedocument.presentationml.slide+xml"/>
  <Override PartName="/ppt/notesSlides/notesSlide813.xml" ContentType="application/vnd.openxmlformats-officedocument.presentationml.notesSlide+xml"/>
  <Override PartName="/ppt/slides/slide814.xml" ContentType="application/vnd.openxmlformats-officedocument.presentationml.slide+xml"/>
  <Override PartName="/ppt/notesSlides/notesSlide814.xml" ContentType="application/vnd.openxmlformats-officedocument.presentationml.notesSlide+xml"/>
  <Override PartName="/ppt/slides/slide815.xml" ContentType="application/vnd.openxmlformats-officedocument.presentationml.slide+xml"/>
  <Override PartName="/ppt/notesSlides/notesSlide815.xml" ContentType="application/vnd.openxmlformats-officedocument.presentationml.notesSlide+xml"/>
  <Override PartName="/ppt/slides/slide816.xml" ContentType="application/vnd.openxmlformats-officedocument.presentationml.slide+xml"/>
  <Override PartName="/ppt/notesSlides/notesSlide816.xml" ContentType="application/vnd.openxmlformats-officedocument.presentationml.notesSlide+xml"/>
  <Override PartName="/ppt/slides/slide817.xml" ContentType="application/vnd.openxmlformats-officedocument.presentationml.slide+xml"/>
  <Override PartName="/ppt/notesSlides/notesSlide817.xml" ContentType="application/vnd.openxmlformats-officedocument.presentationml.notesSlide+xml"/>
  <Override PartName="/ppt/slides/slide818.xml" ContentType="application/vnd.openxmlformats-officedocument.presentationml.slide+xml"/>
  <Override PartName="/ppt/notesSlides/notesSlide818.xml" ContentType="application/vnd.openxmlformats-officedocument.presentationml.notesSlide+xml"/>
  <Override PartName="/ppt/slides/slide819.xml" ContentType="application/vnd.openxmlformats-officedocument.presentationml.slide+xml"/>
  <Override PartName="/ppt/notesSlides/notesSlide819.xml" ContentType="application/vnd.openxmlformats-officedocument.presentationml.notesSlide+xml"/>
  <Override PartName="/ppt/slides/slide820.xml" ContentType="application/vnd.openxmlformats-officedocument.presentationml.slide+xml"/>
  <Override PartName="/ppt/notesSlides/notesSlide820.xml" ContentType="application/vnd.openxmlformats-officedocument.presentationml.notesSlide+xml"/>
  <Override PartName="/ppt/slides/slide821.xml" ContentType="application/vnd.openxmlformats-officedocument.presentationml.slide+xml"/>
  <Override PartName="/ppt/notesSlides/notesSlide821.xml" ContentType="application/vnd.openxmlformats-officedocument.presentationml.notesSlide+xml"/>
  <Override PartName="/ppt/slides/slide822.xml" ContentType="application/vnd.openxmlformats-officedocument.presentationml.slide+xml"/>
  <Override PartName="/ppt/notesSlides/notesSlide822.xml" ContentType="application/vnd.openxmlformats-officedocument.presentationml.notesSlide+xml"/>
  <Override PartName="/ppt/slides/slide823.xml" ContentType="application/vnd.openxmlformats-officedocument.presentationml.slide+xml"/>
  <Override PartName="/ppt/notesSlides/notesSlide823.xml" ContentType="application/vnd.openxmlformats-officedocument.presentationml.notesSlide+xml"/>
  <Override PartName="/ppt/slides/slide824.xml" ContentType="application/vnd.openxmlformats-officedocument.presentationml.slide+xml"/>
  <Override PartName="/ppt/notesSlides/notesSlide824.xml" ContentType="application/vnd.openxmlformats-officedocument.presentationml.notesSlide+xml"/>
  <Override PartName="/ppt/slides/slide825.xml" ContentType="application/vnd.openxmlformats-officedocument.presentationml.slide+xml"/>
  <Override PartName="/ppt/notesSlides/notesSlide825.xml" ContentType="application/vnd.openxmlformats-officedocument.presentationml.notesSlide+xml"/>
  <Override PartName="/ppt/slides/slide826.xml" ContentType="application/vnd.openxmlformats-officedocument.presentationml.slide+xml"/>
  <Override PartName="/ppt/notesSlides/notesSlide826.xml" ContentType="application/vnd.openxmlformats-officedocument.presentationml.notesSlide+xml"/>
  <Override PartName="/ppt/slides/slide827.xml" ContentType="application/vnd.openxmlformats-officedocument.presentationml.slide+xml"/>
  <Override PartName="/ppt/notesSlides/notesSlide827.xml" ContentType="application/vnd.openxmlformats-officedocument.presentationml.notesSlide+xml"/>
  <Override PartName="/ppt/slides/slide828.xml" ContentType="application/vnd.openxmlformats-officedocument.presentationml.slide+xml"/>
  <Override PartName="/ppt/notesSlides/notesSlide828.xml" ContentType="application/vnd.openxmlformats-officedocument.presentationml.notesSlide+xml"/>
  <Override PartName="/ppt/slides/slide829.xml" ContentType="application/vnd.openxmlformats-officedocument.presentationml.slide+xml"/>
  <Override PartName="/ppt/notesSlides/notesSlide829.xml" ContentType="application/vnd.openxmlformats-officedocument.presentationml.notesSlide+xml"/>
  <Override PartName="/ppt/slides/slide830.xml" ContentType="application/vnd.openxmlformats-officedocument.presentationml.slide+xml"/>
  <Override PartName="/ppt/notesSlides/notesSlide830.xml" ContentType="application/vnd.openxmlformats-officedocument.presentationml.notesSlide+xml"/>
  <Override PartName="/ppt/slides/slide831.xml" ContentType="application/vnd.openxmlformats-officedocument.presentationml.slide+xml"/>
  <Override PartName="/ppt/notesSlides/notesSlide831.xml" ContentType="application/vnd.openxmlformats-officedocument.presentationml.notesSlide+xml"/>
  <Override PartName="/ppt/slides/slide832.xml" ContentType="application/vnd.openxmlformats-officedocument.presentationml.slide+xml"/>
  <Override PartName="/ppt/notesSlides/notesSlide832.xml" ContentType="application/vnd.openxmlformats-officedocument.presentationml.notesSlide+xml"/>
  <Override PartName="/ppt/slides/slide833.xml" ContentType="application/vnd.openxmlformats-officedocument.presentationml.slide+xml"/>
  <Override PartName="/ppt/notesSlides/notesSlide833.xml" ContentType="application/vnd.openxmlformats-officedocument.presentationml.notesSlide+xml"/>
  <Override PartName="/ppt/slides/slide834.xml" ContentType="application/vnd.openxmlformats-officedocument.presentationml.slide+xml"/>
  <Override PartName="/ppt/notesSlides/notesSlide834.xml" ContentType="application/vnd.openxmlformats-officedocument.presentationml.notesSlide+xml"/>
  <Override PartName="/ppt/slides/slide835.xml" ContentType="application/vnd.openxmlformats-officedocument.presentationml.slide+xml"/>
  <Override PartName="/ppt/notesSlides/notesSlide835.xml" ContentType="application/vnd.openxmlformats-officedocument.presentationml.notesSlide+xml"/>
  <Override PartName="/ppt/slides/slide836.xml" ContentType="application/vnd.openxmlformats-officedocument.presentationml.slide+xml"/>
  <Override PartName="/ppt/notesSlides/notesSlide836.xml" ContentType="application/vnd.openxmlformats-officedocument.presentationml.notesSlide+xml"/>
  <Override PartName="/ppt/slides/slide837.xml" ContentType="application/vnd.openxmlformats-officedocument.presentationml.slide+xml"/>
  <Override PartName="/ppt/notesSlides/notesSlide837.xml" ContentType="application/vnd.openxmlformats-officedocument.presentationml.notesSlide+xml"/>
  <Override PartName="/ppt/slides/slide838.xml" ContentType="application/vnd.openxmlformats-officedocument.presentationml.slide+xml"/>
  <Override PartName="/ppt/notesSlides/notesSlide838.xml" ContentType="application/vnd.openxmlformats-officedocument.presentationml.notesSlide+xml"/>
  <Override PartName="/ppt/slides/slide839.xml" ContentType="application/vnd.openxmlformats-officedocument.presentationml.slide+xml"/>
  <Override PartName="/ppt/notesSlides/notesSlide839.xml" ContentType="application/vnd.openxmlformats-officedocument.presentationml.notesSlide+xml"/>
  <Override PartName="/ppt/slides/slide840.xml" ContentType="application/vnd.openxmlformats-officedocument.presentationml.slide+xml"/>
  <Override PartName="/ppt/notesSlides/notesSlide840.xml" ContentType="application/vnd.openxmlformats-officedocument.presentationml.notesSlide+xml"/>
  <Override PartName="/ppt/slides/slide841.xml" ContentType="application/vnd.openxmlformats-officedocument.presentationml.slide+xml"/>
  <Override PartName="/ppt/notesSlides/notesSlide841.xml" ContentType="application/vnd.openxmlformats-officedocument.presentationml.notesSlide+xml"/>
  <Override PartName="/ppt/slides/slide842.xml" ContentType="application/vnd.openxmlformats-officedocument.presentationml.slide+xml"/>
  <Override PartName="/ppt/notesSlides/notesSlide842.xml" ContentType="application/vnd.openxmlformats-officedocument.presentationml.notesSlide+xml"/>
  <Override PartName="/ppt/slides/slide843.xml" ContentType="application/vnd.openxmlformats-officedocument.presentationml.slide+xml"/>
  <Override PartName="/ppt/notesSlides/notesSlide843.xml" ContentType="application/vnd.openxmlformats-officedocument.presentationml.notesSlide+xml"/>
  <Override PartName="/ppt/slides/slide844.xml" ContentType="application/vnd.openxmlformats-officedocument.presentationml.slide+xml"/>
  <Override PartName="/ppt/notesSlides/notesSlide844.xml" ContentType="application/vnd.openxmlformats-officedocument.presentationml.notesSlide+xml"/>
  <Override PartName="/ppt/slides/slide845.xml" ContentType="application/vnd.openxmlformats-officedocument.presentationml.slide+xml"/>
  <Override PartName="/ppt/notesSlides/notesSlide845.xml" ContentType="application/vnd.openxmlformats-officedocument.presentationml.notesSlide+xml"/>
  <Override PartName="/ppt/slides/slide846.xml" ContentType="application/vnd.openxmlformats-officedocument.presentationml.slide+xml"/>
  <Override PartName="/ppt/notesSlides/notesSlide846.xml" ContentType="application/vnd.openxmlformats-officedocument.presentationml.notesSlide+xml"/>
  <Override PartName="/ppt/slides/slide847.xml" ContentType="application/vnd.openxmlformats-officedocument.presentationml.slide+xml"/>
  <Override PartName="/ppt/notesSlides/notesSlide847.xml" ContentType="application/vnd.openxmlformats-officedocument.presentationml.notesSlide+xml"/>
  <Override PartName="/ppt/slides/slide848.xml" ContentType="application/vnd.openxmlformats-officedocument.presentationml.slide+xml"/>
  <Override PartName="/ppt/notesSlides/notesSlide848.xml" ContentType="application/vnd.openxmlformats-officedocument.presentationml.notesSlide+xml"/>
  <Override PartName="/ppt/slides/slide849.xml" ContentType="application/vnd.openxmlformats-officedocument.presentationml.slide+xml"/>
  <Override PartName="/ppt/notesSlides/notesSlide849.xml" ContentType="application/vnd.openxmlformats-officedocument.presentationml.notesSlide+xml"/>
  <Override PartName="/ppt/slides/slide850.xml" ContentType="application/vnd.openxmlformats-officedocument.presentationml.slide+xml"/>
  <Override PartName="/ppt/notesSlides/notesSlide850.xml" ContentType="application/vnd.openxmlformats-officedocument.presentationml.notesSlide+xml"/>
  <Override PartName="/ppt/slides/slide851.xml" ContentType="application/vnd.openxmlformats-officedocument.presentationml.slide+xml"/>
  <Override PartName="/ppt/notesSlides/notesSlide851.xml" ContentType="application/vnd.openxmlformats-officedocument.presentationml.notesSlide+xml"/>
  <Override PartName="/ppt/slides/slide852.xml" ContentType="application/vnd.openxmlformats-officedocument.presentationml.slide+xml"/>
  <Override PartName="/ppt/notesSlides/notesSlide852.xml" ContentType="application/vnd.openxmlformats-officedocument.presentationml.notesSlide+xml"/>
  <Override PartName="/ppt/slides/slide853.xml" ContentType="application/vnd.openxmlformats-officedocument.presentationml.slide+xml"/>
  <Override PartName="/ppt/notesSlides/notesSlide853.xml" ContentType="application/vnd.openxmlformats-officedocument.presentationml.notesSlide+xml"/>
  <Override PartName="/ppt/slides/slide854.xml" ContentType="application/vnd.openxmlformats-officedocument.presentationml.slide+xml"/>
  <Override PartName="/ppt/notesSlides/notesSlide854.xml" ContentType="application/vnd.openxmlformats-officedocument.presentationml.notesSlide+xml"/>
  <Override PartName="/ppt/slides/slide855.xml" ContentType="application/vnd.openxmlformats-officedocument.presentationml.slide+xml"/>
  <Override PartName="/ppt/notesSlides/notesSlide855.xml" ContentType="application/vnd.openxmlformats-officedocument.presentationml.notesSlide+xml"/>
  <Override PartName="/ppt/slides/slide856.xml" ContentType="application/vnd.openxmlformats-officedocument.presentationml.slide+xml"/>
  <Override PartName="/ppt/notesSlides/notesSlide856.xml" ContentType="application/vnd.openxmlformats-officedocument.presentationml.notesSlide+xml"/>
  <Override PartName="/ppt/slides/slide857.xml" ContentType="application/vnd.openxmlformats-officedocument.presentationml.slide+xml"/>
  <Override PartName="/ppt/notesSlides/notesSlide857.xml" ContentType="application/vnd.openxmlformats-officedocument.presentationml.notesSlide+xml"/>
  <Override PartName="/ppt/slides/slide858.xml" ContentType="application/vnd.openxmlformats-officedocument.presentationml.slide+xml"/>
  <Override PartName="/ppt/notesSlides/notesSlide858.xml" ContentType="application/vnd.openxmlformats-officedocument.presentationml.notesSlide+xml"/>
  <Override PartName="/ppt/slides/slide859.xml" ContentType="application/vnd.openxmlformats-officedocument.presentationml.slide+xml"/>
  <Override PartName="/ppt/notesSlides/notesSlide859.xml" ContentType="application/vnd.openxmlformats-officedocument.presentationml.notesSlide+xml"/>
  <Override PartName="/ppt/slides/slide860.xml" ContentType="application/vnd.openxmlformats-officedocument.presentationml.slide+xml"/>
  <Override PartName="/ppt/notesSlides/notesSlide860.xml" ContentType="application/vnd.openxmlformats-officedocument.presentationml.notesSlide+xml"/>
  <Override PartName="/ppt/slides/slide861.xml" ContentType="application/vnd.openxmlformats-officedocument.presentationml.slide+xml"/>
  <Override PartName="/ppt/notesSlides/notesSlide861.xml" ContentType="application/vnd.openxmlformats-officedocument.presentationml.notesSlide+xml"/>
  <Override PartName="/ppt/slides/slide862.xml" ContentType="application/vnd.openxmlformats-officedocument.presentationml.slide+xml"/>
  <Override PartName="/ppt/notesSlides/notesSlide862.xml" ContentType="application/vnd.openxmlformats-officedocument.presentationml.notesSlide+xml"/>
  <Override PartName="/ppt/slides/slide863.xml" ContentType="application/vnd.openxmlformats-officedocument.presentationml.slide+xml"/>
  <Override PartName="/ppt/notesSlides/notesSlide863.xml" ContentType="application/vnd.openxmlformats-officedocument.presentationml.notesSlide+xml"/>
  <Override PartName="/ppt/slides/slide864.xml" ContentType="application/vnd.openxmlformats-officedocument.presentationml.slide+xml"/>
  <Override PartName="/ppt/notesSlides/notesSlide864.xml" ContentType="application/vnd.openxmlformats-officedocument.presentationml.notesSlide+xml"/>
  <Override PartName="/ppt/slides/slide865.xml" ContentType="application/vnd.openxmlformats-officedocument.presentationml.slide+xml"/>
  <Override PartName="/ppt/notesSlides/notesSlide865.xml" ContentType="application/vnd.openxmlformats-officedocument.presentationml.notesSlide+xml"/>
  <Override PartName="/ppt/slides/slide866.xml" ContentType="application/vnd.openxmlformats-officedocument.presentationml.slide+xml"/>
  <Override PartName="/ppt/notesSlides/notesSlide866.xml" ContentType="application/vnd.openxmlformats-officedocument.presentationml.notesSlide+xml"/>
  <Override PartName="/ppt/slides/slide867.xml" ContentType="application/vnd.openxmlformats-officedocument.presentationml.slide+xml"/>
  <Override PartName="/ppt/notesSlides/notesSlide867.xml" ContentType="application/vnd.openxmlformats-officedocument.presentationml.notesSlide+xml"/>
  <Override PartName="/ppt/slides/slide868.xml" ContentType="application/vnd.openxmlformats-officedocument.presentationml.slide+xml"/>
  <Override PartName="/ppt/notesSlides/notesSlide868.xml" ContentType="application/vnd.openxmlformats-officedocument.presentationml.notesSlide+xml"/>
  <Override PartName="/ppt/slides/slide869.xml" ContentType="application/vnd.openxmlformats-officedocument.presentationml.slide+xml"/>
  <Override PartName="/ppt/notesSlides/notesSlide869.xml" ContentType="application/vnd.openxmlformats-officedocument.presentationml.notesSlide+xml"/>
  <Override PartName="/ppt/slides/slide870.xml" ContentType="application/vnd.openxmlformats-officedocument.presentationml.slide+xml"/>
  <Override PartName="/ppt/notesSlides/notesSlide870.xml" ContentType="application/vnd.openxmlformats-officedocument.presentationml.notesSlide+xml"/>
  <Override PartName="/ppt/slides/slide871.xml" ContentType="application/vnd.openxmlformats-officedocument.presentationml.slide+xml"/>
  <Override PartName="/ppt/notesSlides/notesSlide871.xml" ContentType="application/vnd.openxmlformats-officedocument.presentationml.notesSlide+xml"/>
  <Override PartName="/ppt/slides/slide872.xml" ContentType="application/vnd.openxmlformats-officedocument.presentationml.slide+xml"/>
  <Override PartName="/ppt/notesSlides/notesSlide872.xml" ContentType="application/vnd.openxmlformats-officedocument.presentationml.notesSlide+xml"/>
  <Override PartName="/ppt/slides/slide873.xml" ContentType="application/vnd.openxmlformats-officedocument.presentationml.slide+xml"/>
  <Override PartName="/ppt/notesSlides/notesSlide873.xml" ContentType="application/vnd.openxmlformats-officedocument.presentationml.notesSlide+xml"/>
  <Override PartName="/ppt/slides/slide874.xml" ContentType="application/vnd.openxmlformats-officedocument.presentationml.slide+xml"/>
  <Override PartName="/ppt/notesSlides/notesSlide874.xml" ContentType="application/vnd.openxmlformats-officedocument.presentationml.notesSlide+xml"/>
  <Override PartName="/ppt/slides/slide875.xml" ContentType="application/vnd.openxmlformats-officedocument.presentationml.slide+xml"/>
  <Override PartName="/ppt/notesSlides/notesSlide875.xml" ContentType="application/vnd.openxmlformats-officedocument.presentationml.notesSlide+xml"/>
  <Override PartName="/ppt/slides/slide876.xml" ContentType="application/vnd.openxmlformats-officedocument.presentationml.slide+xml"/>
  <Override PartName="/ppt/notesSlides/notesSlide876.xml" ContentType="application/vnd.openxmlformats-officedocument.presentationml.notesSlide+xml"/>
  <Override PartName="/ppt/slides/slide877.xml" ContentType="application/vnd.openxmlformats-officedocument.presentationml.slide+xml"/>
  <Override PartName="/ppt/notesSlides/notesSlide877.xml" ContentType="application/vnd.openxmlformats-officedocument.presentationml.notesSlide+xml"/>
  <Override PartName="/ppt/slides/slide878.xml" ContentType="application/vnd.openxmlformats-officedocument.presentationml.slide+xml"/>
  <Override PartName="/ppt/notesSlides/notesSlide878.xml" ContentType="application/vnd.openxmlformats-officedocument.presentationml.notesSlide+xml"/>
  <Override PartName="/ppt/slides/slide879.xml" ContentType="application/vnd.openxmlformats-officedocument.presentationml.slide+xml"/>
  <Override PartName="/ppt/notesSlides/notesSlide879.xml" ContentType="application/vnd.openxmlformats-officedocument.presentationml.notesSlide+xml"/>
  <Override PartName="/ppt/slides/slide880.xml" ContentType="application/vnd.openxmlformats-officedocument.presentationml.slide+xml"/>
  <Override PartName="/ppt/notesSlides/notesSlide880.xml" ContentType="application/vnd.openxmlformats-officedocument.presentationml.notesSlide+xml"/>
  <Override PartName="/ppt/slides/slide881.xml" ContentType="application/vnd.openxmlformats-officedocument.presentationml.slide+xml"/>
  <Override PartName="/ppt/notesSlides/notesSlide881.xml" ContentType="application/vnd.openxmlformats-officedocument.presentationml.notesSlide+xml"/>
  <Override PartName="/ppt/slides/slide882.xml" ContentType="application/vnd.openxmlformats-officedocument.presentationml.slide+xml"/>
  <Override PartName="/ppt/notesSlides/notesSlide882.xml" ContentType="application/vnd.openxmlformats-officedocument.presentationml.notesSlide+xml"/>
  <Override PartName="/ppt/slides/slide883.xml" ContentType="application/vnd.openxmlformats-officedocument.presentationml.slide+xml"/>
  <Override PartName="/ppt/notesSlides/notesSlide883.xml" ContentType="application/vnd.openxmlformats-officedocument.presentationml.notesSlide+xml"/>
  <Override PartName="/ppt/slides/slide884.xml" ContentType="application/vnd.openxmlformats-officedocument.presentationml.slide+xml"/>
  <Override PartName="/ppt/notesSlides/notesSlide884.xml" ContentType="application/vnd.openxmlformats-officedocument.presentationml.notesSlide+xml"/>
  <Override PartName="/ppt/slides/slide885.xml" ContentType="application/vnd.openxmlformats-officedocument.presentationml.slide+xml"/>
  <Override PartName="/ppt/notesSlides/notesSlide885.xml" ContentType="application/vnd.openxmlformats-officedocument.presentationml.notesSlide+xml"/>
  <Override PartName="/ppt/slides/slide886.xml" ContentType="application/vnd.openxmlformats-officedocument.presentationml.slide+xml"/>
  <Override PartName="/ppt/notesSlides/notesSlide886.xml" ContentType="application/vnd.openxmlformats-officedocument.presentationml.notesSlide+xml"/>
  <Override PartName="/ppt/slides/slide887.xml" ContentType="application/vnd.openxmlformats-officedocument.presentationml.slide+xml"/>
  <Override PartName="/ppt/notesSlides/notesSlide887.xml" ContentType="application/vnd.openxmlformats-officedocument.presentationml.notesSlide+xml"/>
  <Override PartName="/ppt/slides/slide888.xml" ContentType="application/vnd.openxmlformats-officedocument.presentationml.slide+xml"/>
  <Override PartName="/ppt/notesSlides/notesSlide888.xml" ContentType="application/vnd.openxmlformats-officedocument.presentationml.notesSlide+xml"/>
  <Override PartName="/ppt/slides/slide889.xml" ContentType="application/vnd.openxmlformats-officedocument.presentationml.slide+xml"/>
  <Override PartName="/ppt/notesSlides/notesSlide889.xml" ContentType="application/vnd.openxmlformats-officedocument.presentationml.notesSlide+xml"/>
  <Override PartName="/ppt/slides/slide890.xml" ContentType="application/vnd.openxmlformats-officedocument.presentationml.slide+xml"/>
  <Override PartName="/ppt/notesSlides/notesSlide890.xml" ContentType="application/vnd.openxmlformats-officedocument.presentationml.notesSlide+xml"/>
  <Override PartName="/ppt/slides/slide891.xml" ContentType="application/vnd.openxmlformats-officedocument.presentationml.slide+xml"/>
  <Override PartName="/ppt/notesSlides/notesSlide891.xml" ContentType="application/vnd.openxmlformats-officedocument.presentationml.notesSlide+xml"/>
  <Override PartName="/ppt/slides/slide892.xml" ContentType="application/vnd.openxmlformats-officedocument.presentationml.slide+xml"/>
  <Override PartName="/ppt/notesSlides/notesSlide89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f208e0f7241f1" /><Relationship Type="http://schemas.openxmlformats.org/officeDocument/2006/relationships/extended-properties" Target="/docProps/app.xml" Id="R083ae527f0f54fd8" /><Relationship Type="http://schemas.openxmlformats.org/officeDocument/2006/relationships/officeDocument" Target="/ppt/presentation.xml" Id="R934bc43a7b4d45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a2d6f383e44e3"/>
  </p:sldMasterIdLst>
  <p:notesMasterIdLst>
    <p:notesMasterId xmlns:r="http://schemas.openxmlformats.org/officeDocument/2006/relationships" r:id="R5e37de057b654d87"/>
  </p:notesMasterIdLst>
  <p:sldIdLst>
    <p:sldId xmlns:r="http://schemas.openxmlformats.org/officeDocument/2006/relationships" id="471" r:id="Rb4aac9ad477c463d"/>
    <p:sldId xmlns:r="http://schemas.openxmlformats.org/officeDocument/2006/relationships" id="472" r:id="R7b8922a2728d4c19"/>
    <p:sldId xmlns:r="http://schemas.openxmlformats.org/officeDocument/2006/relationships" id="473" r:id="R05a604c003c4409e"/>
    <p:sldId xmlns:r="http://schemas.openxmlformats.org/officeDocument/2006/relationships" id="474" r:id="Rfbe815ff6c044151"/>
    <p:sldId xmlns:r="http://schemas.openxmlformats.org/officeDocument/2006/relationships" id="475" r:id="R983afab66a3c4cbd"/>
    <p:sldId xmlns:r="http://schemas.openxmlformats.org/officeDocument/2006/relationships" id="476" r:id="R0e5e153be8344cb5"/>
    <p:sldId xmlns:r="http://schemas.openxmlformats.org/officeDocument/2006/relationships" id="477" r:id="Rde0b47deb44c4d1e"/>
    <p:sldId xmlns:r="http://schemas.openxmlformats.org/officeDocument/2006/relationships" id="478" r:id="R2570ded316c94f0b"/>
    <p:sldId xmlns:r="http://schemas.openxmlformats.org/officeDocument/2006/relationships" id="479" r:id="R0ff3db40a8be4cc8"/>
    <p:sldId xmlns:r="http://schemas.openxmlformats.org/officeDocument/2006/relationships" id="480" r:id="R754430891db44809"/>
    <p:sldId xmlns:r="http://schemas.openxmlformats.org/officeDocument/2006/relationships" id="481" r:id="Rba8f455b62234054"/>
    <p:sldId xmlns:r="http://schemas.openxmlformats.org/officeDocument/2006/relationships" id="482" r:id="R1adfd22ec18f419c"/>
    <p:sldId xmlns:r="http://schemas.openxmlformats.org/officeDocument/2006/relationships" id="483" r:id="Rd81d1dbe44db488a"/>
    <p:sldId xmlns:r="http://schemas.openxmlformats.org/officeDocument/2006/relationships" id="484" r:id="R1fdad9f71c8a4adf"/>
    <p:sldId xmlns:r="http://schemas.openxmlformats.org/officeDocument/2006/relationships" id="485" r:id="R507a21e512134979"/>
    <p:sldId xmlns:r="http://schemas.openxmlformats.org/officeDocument/2006/relationships" id="486" r:id="R58dd0493934f4ba9"/>
    <p:sldId xmlns:r="http://schemas.openxmlformats.org/officeDocument/2006/relationships" id="487" r:id="R6bcd03244e0d4040"/>
    <p:sldId xmlns:r="http://schemas.openxmlformats.org/officeDocument/2006/relationships" id="488" r:id="R120afaf4658d4d23"/>
    <p:sldId xmlns:r="http://schemas.openxmlformats.org/officeDocument/2006/relationships" id="489" r:id="R6641f114806a4a2e"/>
    <p:sldId xmlns:r="http://schemas.openxmlformats.org/officeDocument/2006/relationships" id="490" r:id="R6fa8a1530b0f4062"/>
    <p:sldId xmlns:r="http://schemas.openxmlformats.org/officeDocument/2006/relationships" id="491" r:id="R32b3556272464236"/>
    <p:sldId xmlns:r="http://schemas.openxmlformats.org/officeDocument/2006/relationships" id="492" r:id="Rd2c7a2faf767469f"/>
    <p:sldId xmlns:r="http://schemas.openxmlformats.org/officeDocument/2006/relationships" id="493" r:id="Refce47b81f7f4407"/>
    <p:sldId xmlns:r="http://schemas.openxmlformats.org/officeDocument/2006/relationships" id="494" r:id="R4696c41e816a437c"/>
    <p:sldId xmlns:r="http://schemas.openxmlformats.org/officeDocument/2006/relationships" id="495" r:id="Rf5d11c3a496e44a8"/>
    <p:sldId xmlns:r="http://schemas.openxmlformats.org/officeDocument/2006/relationships" id="496" r:id="Rf63c127eeea54783"/>
    <p:sldId xmlns:r="http://schemas.openxmlformats.org/officeDocument/2006/relationships" id="497" r:id="R7a992c06b4c84cb8"/>
    <p:sldId xmlns:r="http://schemas.openxmlformats.org/officeDocument/2006/relationships" id="498" r:id="R3b348d9e1bcb452d"/>
    <p:sldId xmlns:r="http://schemas.openxmlformats.org/officeDocument/2006/relationships" id="499" r:id="Rd4c6a4a0cd3e416c"/>
    <p:sldId xmlns:r="http://schemas.openxmlformats.org/officeDocument/2006/relationships" id="500" r:id="R7b4579708f3d45a5"/>
    <p:sldId xmlns:r="http://schemas.openxmlformats.org/officeDocument/2006/relationships" id="501" r:id="R19c1539b98a744c1"/>
    <p:sldId xmlns:r="http://schemas.openxmlformats.org/officeDocument/2006/relationships" id="502" r:id="R46f2422d67e24633"/>
    <p:sldId xmlns:r="http://schemas.openxmlformats.org/officeDocument/2006/relationships" id="503" r:id="R9a29dfb2c0cd4339"/>
    <p:sldId xmlns:r="http://schemas.openxmlformats.org/officeDocument/2006/relationships" id="504" r:id="R6847962007824d39"/>
    <p:sldId xmlns:r="http://schemas.openxmlformats.org/officeDocument/2006/relationships" id="505" r:id="R7dbb88c6aa4b441e"/>
    <p:sldId xmlns:r="http://schemas.openxmlformats.org/officeDocument/2006/relationships" id="506" r:id="R92aa4d8da0094cad"/>
    <p:sldId xmlns:r="http://schemas.openxmlformats.org/officeDocument/2006/relationships" id="507" r:id="R288668d69e344cb0"/>
    <p:sldId xmlns:r="http://schemas.openxmlformats.org/officeDocument/2006/relationships" id="508" r:id="Rc69333b1ef6f4942"/>
    <p:sldId xmlns:r="http://schemas.openxmlformats.org/officeDocument/2006/relationships" id="509" r:id="R4b6bac96238443d1"/>
    <p:sldId xmlns:r="http://schemas.openxmlformats.org/officeDocument/2006/relationships" id="510" r:id="Rae6bda88ace7446d"/>
    <p:sldId xmlns:r="http://schemas.openxmlformats.org/officeDocument/2006/relationships" id="511" r:id="R03eeac2e0af74dd2"/>
    <p:sldId xmlns:r="http://schemas.openxmlformats.org/officeDocument/2006/relationships" id="512" r:id="R938b5c18a47b4bff"/>
    <p:sldId xmlns:r="http://schemas.openxmlformats.org/officeDocument/2006/relationships" id="513" r:id="R2d19ddf2cbe2469a"/>
    <p:sldId xmlns:r="http://schemas.openxmlformats.org/officeDocument/2006/relationships" id="514" r:id="R889893efcf974df6"/>
    <p:sldId xmlns:r="http://schemas.openxmlformats.org/officeDocument/2006/relationships" id="515" r:id="R0c2076d3187d436c"/>
    <p:sldId xmlns:r="http://schemas.openxmlformats.org/officeDocument/2006/relationships" id="516" r:id="Re8c25e15706e4d2e"/>
    <p:sldId xmlns:r="http://schemas.openxmlformats.org/officeDocument/2006/relationships" id="517" r:id="R26848c506cee4d94"/>
    <p:sldId xmlns:r="http://schemas.openxmlformats.org/officeDocument/2006/relationships" id="518" r:id="R8a56b1ec7d864b88"/>
    <p:sldId xmlns:r="http://schemas.openxmlformats.org/officeDocument/2006/relationships" id="519" r:id="R0117c88212324e92"/>
    <p:sldId xmlns:r="http://schemas.openxmlformats.org/officeDocument/2006/relationships" id="520" r:id="Rd9c139f66fe84eb2"/>
    <p:sldId xmlns:r="http://schemas.openxmlformats.org/officeDocument/2006/relationships" id="521" r:id="R3fbf193124c74099"/>
    <p:sldId xmlns:r="http://schemas.openxmlformats.org/officeDocument/2006/relationships" id="522" r:id="R922e084261db4248"/>
    <p:sldId xmlns:r="http://schemas.openxmlformats.org/officeDocument/2006/relationships" id="523" r:id="R361d23c424254b45"/>
    <p:sldId xmlns:r="http://schemas.openxmlformats.org/officeDocument/2006/relationships" id="524" r:id="R7f82aa6f1bf94fba"/>
    <p:sldId xmlns:r="http://schemas.openxmlformats.org/officeDocument/2006/relationships" id="525" r:id="Rd7ea774d483146ac"/>
    <p:sldId xmlns:r="http://schemas.openxmlformats.org/officeDocument/2006/relationships" id="526" r:id="R68ca01a9534646ee"/>
    <p:sldId xmlns:r="http://schemas.openxmlformats.org/officeDocument/2006/relationships" id="527" r:id="Rc8b3613554824467"/>
    <p:sldId xmlns:r="http://schemas.openxmlformats.org/officeDocument/2006/relationships" id="528" r:id="R7fcf20015b7c4e8d"/>
    <p:sldId xmlns:r="http://schemas.openxmlformats.org/officeDocument/2006/relationships" id="529" r:id="Ra14c1c546491449c"/>
    <p:sldId xmlns:r="http://schemas.openxmlformats.org/officeDocument/2006/relationships" id="530" r:id="Rcc5afa6f55354190"/>
    <p:sldId xmlns:r="http://schemas.openxmlformats.org/officeDocument/2006/relationships" id="531" r:id="R4eb2164863f944b3"/>
    <p:sldId xmlns:r="http://schemas.openxmlformats.org/officeDocument/2006/relationships" id="532" r:id="R2cc626268328483d"/>
    <p:sldId xmlns:r="http://schemas.openxmlformats.org/officeDocument/2006/relationships" id="533" r:id="R424d45d1472a4a4b"/>
    <p:sldId xmlns:r="http://schemas.openxmlformats.org/officeDocument/2006/relationships" id="534" r:id="Ra0be793f87c84fae"/>
    <p:sldId xmlns:r="http://schemas.openxmlformats.org/officeDocument/2006/relationships" id="535" r:id="R68ea39ba46254ef5"/>
    <p:sldId xmlns:r="http://schemas.openxmlformats.org/officeDocument/2006/relationships" id="536" r:id="Ra915bd9637314c95"/>
    <p:sldId xmlns:r="http://schemas.openxmlformats.org/officeDocument/2006/relationships" id="537" r:id="R3fd10352e82545e3"/>
    <p:sldId xmlns:r="http://schemas.openxmlformats.org/officeDocument/2006/relationships" id="538" r:id="Re25e57286f60441e"/>
    <p:sldId xmlns:r="http://schemas.openxmlformats.org/officeDocument/2006/relationships" id="539" r:id="R0977387e8c674cb3"/>
    <p:sldId xmlns:r="http://schemas.openxmlformats.org/officeDocument/2006/relationships" id="540" r:id="Rd5d132c89d2f4188"/>
    <p:sldId xmlns:r="http://schemas.openxmlformats.org/officeDocument/2006/relationships" id="541" r:id="Rf0fbf2044dd94a69"/>
    <p:sldId xmlns:r="http://schemas.openxmlformats.org/officeDocument/2006/relationships" id="542" r:id="Ra2d45dd88bef4e70"/>
    <p:sldId xmlns:r="http://schemas.openxmlformats.org/officeDocument/2006/relationships" id="543" r:id="Rb93389d6c2e84071"/>
    <p:sldId xmlns:r="http://schemas.openxmlformats.org/officeDocument/2006/relationships" id="544" r:id="Rf49918cba2d7485a"/>
    <p:sldId xmlns:r="http://schemas.openxmlformats.org/officeDocument/2006/relationships" id="545" r:id="R692fcdebd2f14435"/>
    <p:sldId xmlns:r="http://schemas.openxmlformats.org/officeDocument/2006/relationships" id="546" r:id="Rbae30551f8914ff0"/>
    <p:sldId xmlns:r="http://schemas.openxmlformats.org/officeDocument/2006/relationships" id="547" r:id="Rbb9e975c8c32417a"/>
    <p:sldId xmlns:r="http://schemas.openxmlformats.org/officeDocument/2006/relationships" id="548" r:id="R01ca4f0952ee4ff3"/>
    <p:sldId xmlns:r="http://schemas.openxmlformats.org/officeDocument/2006/relationships" id="549" r:id="R66d246f06eeb4f1a"/>
    <p:sldId xmlns:r="http://schemas.openxmlformats.org/officeDocument/2006/relationships" id="550" r:id="R844ee082cdd340ed"/>
    <p:sldId xmlns:r="http://schemas.openxmlformats.org/officeDocument/2006/relationships" id="551" r:id="Rd98dec23d0ba4ba5"/>
    <p:sldId xmlns:r="http://schemas.openxmlformats.org/officeDocument/2006/relationships" id="552" r:id="R8d7e995c1fa84770"/>
    <p:sldId xmlns:r="http://schemas.openxmlformats.org/officeDocument/2006/relationships" id="553" r:id="R471a8e57e52148f2"/>
    <p:sldId xmlns:r="http://schemas.openxmlformats.org/officeDocument/2006/relationships" id="554" r:id="R9961c43a86de4f6a"/>
    <p:sldId xmlns:r="http://schemas.openxmlformats.org/officeDocument/2006/relationships" id="555" r:id="Rbc30205bad284b8e"/>
    <p:sldId xmlns:r="http://schemas.openxmlformats.org/officeDocument/2006/relationships" id="556" r:id="R7a5c0648ab6347c1"/>
    <p:sldId xmlns:r="http://schemas.openxmlformats.org/officeDocument/2006/relationships" id="557" r:id="Rd982a58b9918453f"/>
    <p:sldId xmlns:r="http://schemas.openxmlformats.org/officeDocument/2006/relationships" id="558" r:id="Re2b6f41f99fb430f"/>
    <p:sldId xmlns:r="http://schemas.openxmlformats.org/officeDocument/2006/relationships" id="559" r:id="Rf26e6fe236884246"/>
    <p:sldId xmlns:r="http://schemas.openxmlformats.org/officeDocument/2006/relationships" id="560" r:id="R4d367accf24645d8"/>
    <p:sldId xmlns:r="http://schemas.openxmlformats.org/officeDocument/2006/relationships" id="561" r:id="R4d8b94807a7d4115"/>
    <p:sldId xmlns:r="http://schemas.openxmlformats.org/officeDocument/2006/relationships" id="562" r:id="Rfa4f6a726e684d25"/>
    <p:sldId xmlns:r="http://schemas.openxmlformats.org/officeDocument/2006/relationships" id="563" r:id="Re76ac2a392e84630"/>
    <p:sldId xmlns:r="http://schemas.openxmlformats.org/officeDocument/2006/relationships" id="564" r:id="R9e5393f88e5040d1"/>
    <p:sldId xmlns:r="http://schemas.openxmlformats.org/officeDocument/2006/relationships" id="565" r:id="R96c56e7d7d934f25"/>
    <p:sldId xmlns:r="http://schemas.openxmlformats.org/officeDocument/2006/relationships" id="566" r:id="R477c22a97345487e"/>
    <p:sldId xmlns:r="http://schemas.openxmlformats.org/officeDocument/2006/relationships" id="567" r:id="Rad9ac0d741a646b6"/>
    <p:sldId xmlns:r="http://schemas.openxmlformats.org/officeDocument/2006/relationships" id="568" r:id="Rb4c6837ce36a4239"/>
    <p:sldId xmlns:r="http://schemas.openxmlformats.org/officeDocument/2006/relationships" id="569" r:id="R1777b21f3d024fd0"/>
    <p:sldId xmlns:r="http://schemas.openxmlformats.org/officeDocument/2006/relationships" id="570" r:id="Re4c97019564143cf"/>
    <p:sldId xmlns:r="http://schemas.openxmlformats.org/officeDocument/2006/relationships" id="571" r:id="R13cb2d8dd73240be"/>
    <p:sldId xmlns:r="http://schemas.openxmlformats.org/officeDocument/2006/relationships" id="572" r:id="R274c9e49c08d490c"/>
    <p:sldId xmlns:r="http://schemas.openxmlformats.org/officeDocument/2006/relationships" id="573" r:id="Ra24dc4f6380d483c"/>
    <p:sldId xmlns:r="http://schemas.openxmlformats.org/officeDocument/2006/relationships" id="574" r:id="R31eb8f8b3c2143bf"/>
    <p:sldId xmlns:r="http://schemas.openxmlformats.org/officeDocument/2006/relationships" id="575" r:id="Rc4352d143f724a10"/>
    <p:sldId xmlns:r="http://schemas.openxmlformats.org/officeDocument/2006/relationships" id="576" r:id="R1e9bee20cbbe46bc"/>
    <p:sldId xmlns:r="http://schemas.openxmlformats.org/officeDocument/2006/relationships" id="577" r:id="Rd858e72ee302457d"/>
    <p:sldId xmlns:r="http://schemas.openxmlformats.org/officeDocument/2006/relationships" id="578" r:id="R932b1e8b4ee2447e"/>
    <p:sldId xmlns:r="http://schemas.openxmlformats.org/officeDocument/2006/relationships" id="579" r:id="Rfb74e8a708d6499a"/>
    <p:sldId xmlns:r="http://schemas.openxmlformats.org/officeDocument/2006/relationships" id="580" r:id="R7752f5467164467d"/>
    <p:sldId xmlns:r="http://schemas.openxmlformats.org/officeDocument/2006/relationships" id="581" r:id="Rf9e87b5972644453"/>
    <p:sldId xmlns:r="http://schemas.openxmlformats.org/officeDocument/2006/relationships" id="582" r:id="R4d6ab55dac0147c6"/>
    <p:sldId xmlns:r="http://schemas.openxmlformats.org/officeDocument/2006/relationships" id="583" r:id="R18a3336ba7894288"/>
    <p:sldId xmlns:r="http://schemas.openxmlformats.org/officeDocument/2006/relationships" id="584" r:id="R6d3272d60c004152"/>
    <p:sldId xmlns:r="http://schemas.openxmlformats.org/officeDocument/2006/relationships" id="585" r:id="Ra2e0e02c3d934d39"/>
    <p:sldId xmlns:r="http://schemas.openxmlformats.org/officeDocument/2006/relationships" id="586" r:id="Rf8203622b56d4e19"/>
    <p:sldId xmlns:r="http://schemas.openxmlformats.org/officeDocument/2006/relationships" id="587" r:id="R4991ae10dbfa43fc"/>
    <p:sldId xmlns:r="http://schemas.openxmlformats.org/officeDocument/2006/relationships" id="588" r:id="R801a991249714db3"/>
    <p:sldId xmlns:r="http://schemas.openxmlformats.org/officeDocument/2006/relationships" id="589" r:id="Rc6746c4d177b491a"/>
    <p:sldId xmlns:r="http://schemas.openxmlformats.org/officeDocument/2006/relationships" id="1029" r:id="Reb8c1b7f3de642ed"/>
    <p:sldId xmlns:r="http://schemas.openxmlformats.org/officeDocument/2006/relationships" id="1030" r:id="R4ca376796fbc4a60"/>
    <p:sldId xmlns:r="http://schemas.openxmlformats.org/officeDocument/2006/relationships" id="1031" r:id="Rda707e00fbc0474d"/>
    <p:sldId xmlns:r="http://schemas.openxmlformats.org/officeDocument/2006/relationships" id="1032" r:id="Ra6cf5501b7104a8a"/>
    <p:sldId xmlns:r="http://schemas.openxmlformats.org/officeDocument/2006/relationships" id="1033" r:id="R42ca46d045b64ef6"/>
    <p:sldId xmlns:r="http://schemas.openxmlformats.org/officeDocument/2006/relationships" id="1034" r:id="R91db4362d8304087"/>
    <p:sldId xmlns:r="http://schemas.openxmlformats.org/officeDocument/2006/relationships" id="1035" r:id="Re52d9a253d574b17"/>
    <p:sldId xmlns:r="http://schemas.openxmlformats.org/officeDocument/2006/relationships" id="1036" r:id="Rb8f29fc33dc5445e"/>
    <p:sldId xmlns:r="http://schemas.openxmlformats.org/officeDocument/2006/relationships" id="1037" r:id="Rc19e34aea0294c6a"/>
    <p:sldId xmlns:r="http://schemas.openxmlformats.org/officeDocument/2006/relationships" id="1038" r:id="R90f9313b40d640e0"/>
    <p:sldId xmlns:r="http://schemas.openxmlformats.org/officeDocument/2006/relationships" id="1039" r:id="R9c85c26f94b5443b"/>
    <p:sldId xmlns:r="http://schemas.openxmlformats.org/officeDocument/2006/relationships" id="1040" r:id="Rcc509a0aa72b4e9b"/>
    <p:sldId xmlns:r="http://schemas.openxmlformats.org/officeDocument/2006/relationships" id="1041" r:id="R2fbc45c94a9b4287"/>
    <p:sldId xmlns:r="http://schemas.openxmlformats.org/officeDocument/2006/relationships" id="1042" r:id="R53032602e2b142cb"/>
    <p:sldId xmlns:r="http://schemas.openxmlformats.org/officeDocument/2006/relationships" id="1043" r:id="R6151127dc2904808"/>
    <p:sldId xmlns:r="http://schemas.openxmlformats.org/officeDocument/2006/relationships" id="1044" r:id="Rc0a11240e1c34354"/>
    <p:sldId xmlns:r="http://schemas.openxmlformats.org/officeDocument/2006/relationships" id="1045" r:id="Rcd80921594964243"/>
    <p:sldId xmlns:r="http://schemas.openxmlformats.org/officeDocument/2006/relationships" id="1046" r:id="R12cb6cfb60234473"/>
    <p:sldId xmlns:r="http://schemas.openxmlformats.org/officeDocument/2006/relationships" id="1047" r:id="R71f194fb89694b97"/>
    <p:sldId xmlns:r="http://schemas.openxmlformats.org/officeDocument/2006/relationships" id="1048" r:id="R1e578008304b478a"/>
    <p:sldId xmlns:r="http://schemas.openxmlformats.org/officeDocument/2006/relationships" id="1049" r:id="R29167ad1afb34c78"/>
    <p:sldId xmlns:r="http://schemas.openxmlformats.org/officeDocument/2006/relationships" id="1050" r:id="R2d406bcb25e6465e"/>
    <p:sldId xmlns:r="http://schemas.openxmlformats.org/officeDocument/2006/relationships" id="1051" r:id="R8aed7ab8d4584ecf"/>
    <p:sldId xmlns:r="http://schemas.openxmlformats.org/officeDocument/2006/relationships" id="1052" r:id="Re68193b7e32a4f51"/>
    <p:sldId xmlns:r="http://schemas.openxmlformats.org/officeDocument/2006/relationships" id="1053" r:id="Ra38c3ca32d244b4d"/>
    <p:sldId xmlns:r="http://schemas.openxmlformats.org/officeDocument/2006/relationships" id="1054" r:id="R6e784ac21ce849e9"/>
    <p:sldId xmlns:r="http://schemas.openxmlformats.org/officeDocument/2006/relationships" id="1055" r:id="R003206c640744ff9"/>
    <p:sldId xmlns:r="http://schemas.openxmlformats.org/officeDocument/2006/relationships" id="1056" r:id="R4039c29169004b71"/>
    <p:sldId xmlns:r="http://schemas.openxmlformats.org/officeDocument/2006/relationships" id="1057" r:id="R3449853a862b45ba"/>
    <p:sldId xmlns:r="http://schemas.openxmlformats.org/officeDocument/2006/relationships" id="1058" r:id="Rb786375f7f7448ea"/>
    <p:sldId xmlns:r="http://schemas.openxmlformats.org/officeDocument/2006/relationships" id="1059" r:id="Rfb6a42d46d1044aa"/>
    <p:sldId xmlns:r="http://schemas.openxmlformats.org/officeDocument/2006/relationships" id="1060" r:id="Rc2fdacea94f34c51"/>
    <p:sldId xmlns:r="http://schemas.openxmlformats.org/officeDocument/2006/relationships" id="1061" r:id="R71b159878d894f6c"/>
    <p:sldId xmlns:r="http://schemas.openxmlformats.org/officeDocument/2006/relationships" id="1062" r:id="R62dfff2e7e7741cd"/>
    <p:sldId xmlns:r="http://schemas.openxmlformats.org/officeDocument/2006/relationships" id="1063" r:id="Rc67e957a0d824483"/>
    <p:sldId xmlns:r="http://schemas.openxmlformats.org/officeDocument/2006/relationships" id="1064" r:id="Rbf8a5bd3995444e9"/>
    <p:sldId xmlns:r="http://schemas.openxmlformats.org/officeDocument/2006/relationships" id="1065" r:id="R3f106797e51a4370"/>
    <p:sldId xmlns:r="http://schemas.openxmlformats.org/officeDocument/2006/relationships" id="1066" r:id="R14ebfbdbad7f48aa"/>
    <p:sldId xmlns:r="http://schemas.openxmlformats.org/officeDocument/2006/relationships" id="1067" r:id="Rd9e050953cf3402d"/>
    <p:sldId xmlns:r="http://schemas.openxmlformats.org/officeDocument/2006/relationships" id="1068" r:id="R7c44c79f98254f70"/>
    <p:sldId xmlns:r="http://schemas.openxmlformats.org/officeDocument/2006/relationships" id="1069" r:id="R4e03f00b886845bd"/>
    <p:sldId xmlns:r="http://schemas.openxmlformats.org/officeDocument/2006/relationships" id="1070" r:id="R9f84ae1ca6484b86"/>
    <p:sldId xmlns:r="http://schemas.openxmlformats.org/officeDocument/2006/relationships" id="1071" r:id="R8795862321784cd0"/>
    <p:sldId xmlns:r="http://schemas.openxmlformats.org/officeDocument/2006/relationships" id="1072" r:id="R6e4a4dc124234272"/>
    <p:sldId xmlns:r="http://schemas.openxmlformats.org/officeDocument/2006/relationships" id="1073" r:id="R07694465fb26425e"/>
    <p:sldId xmlns:r="http://schemas.openxmlformats.org/officeDocument/2006/relationships" id="1074" r:id="Rfefd77b740634d93"/>
    <p:sldId xmlns:r="http://schemas.openxmlformats.org/officeDocument/2006/relationships" id="1075" r:id="R4c849984e2624ecc"/>
    <p:sldId xmlns:r="http://schemas.openxmlformats.org/officeDocument/2006/relationships" id="1076" r:id="R3292864ba60542e0"/>
    <p:sldId xmlns:r="http://schemas.openxmlformats.org/officeDocument/2006/relationships" id="1077" r:id="Re99d36bc36ea401a"/>
    <p:sldId xmlns:r="http://schemas.openxmlformats.org/officeDocument/2006/relationships" id="1078" r:id="Rb3e360290ac84029"/>
    <p:sldId xmlns:r="http://schemas.openxmlformats.org/officeDocument/2006/relationships" id="1079" r:id="R5293db82eaaa4c6b"/>
    <p:sldId xmlns:r="http://schemas.openxmlformats.org/officeDocument/2006/relationships" id="1080" r:id="Ree8701b4a53d4be9"/>
    <p:sldId xmlns:r="http://schemas.openxmlformats.org/officeDocument/2006/relationships" id="1081" r:id="Rf6e66f5999694458"/>
    <p:sldId xmlns:r="http://schemas.openxmlformats.org/officeDocument/2006/relationships" id="1082" r:id="R916b051a605240d3"/>
    <p:sldId xmlns:r="http://schemas.openxmlformats.org/officeDocument/2006/relationships" id="1083" r:id="R5e49722cf0084aee"/>
    <p:sldId xmlns:r="http://schemas.openxmlformats.org/officeDocument/2006/relationships" id="1084" r:id="Red50293491974c9e"/>
    <p:sldId xmlns:r="http://schemas.openxmlformats.org/officeDocument/2006/relationships" id="1085" r:id="R3a1692c714b94fe7"/>
    <p:sldId xmlns:r="http://schemas.openxmlformats.org/officeDocument/2006/relationships" id="1086" r:id="Rb8a3fb1ba7ff4f16"/>
    <p:sldId xmlns:r="http://schemas.openxmlformats.org/officeDocument/2006/relationships" id="1087" r:id="R9c3b27cbdd064f1d"/>
    <p:sldId xmlns:r="http://schemas.openxmlformats.org/officeDocument/2006/relationships" id="1088" r:id="R649768228cc84381"/>
    <p:sldId xmlns:r="http://schemas.openxmlformats.org/officeDocument/2006/relationships" id="1089" r:id="Ra8ce4a929f714eba"/>
    <p:sldId xmlns:r="http://schemas.openxmlformats.org/officeDocument/2006/relationships" id="1090" r:id="R3e6a82458e8b4db9"/>
    <p:sldId xmlns:r="http://schemas.openxmlformats.org/officeDocument/2006/relationships" id="1091" r:id="R32a900a182904f61"/>
    <p:sldId xmlns:r="http://schemas.openxmlformats.org/officeDocument/2006/relationships" id="1092" r:id="R5d4ed20eb9be4c7f"/>
    <p:sldId xmlns:r="http://schemas.openxmlformats.org/officeDocument/2006/relationships" id="1093" r:id="R89dffefedff74712"/>
    <p:sldId xmlns:r="http://schemas.openxmlformats.org/officeDocument/2006/relationships" id="1094" r:id="R8c79b317d0f94cc7"/>
    <p:sldId xmlns:r="http://schemas.openxmlformats.org/officeDocument/2006/relationships" id="1095" r:id="R0f7eda4e0b22484e"/>
    <p:sldId xmlns:r="http://schemas.openxmlformats.org/officeDocument/2006/relationships" id="1096" r:id="R80328d745507407f"/>
    <p:sldId xmlns:r="http://schemas.openxmlformats.org/officeDocument/2006/relationships" id="1097" r:id="Rd63e0021bc6b4fa9"/>
    <p:sldId xmlns:r="http://schemas.openxmlformats.org/officeDocument/2006/relationships" id="1098" r:id="Ref66a3f93599420f"/>
    <p:sldId xmlns:r="http://schemas.openxmlformats.org/officeDocument/2006/relationships" id="1099" r:id="Rd1c8965499424733"/>
    <p:sldId xmlns:r="http://schemas.openxmlformats.org/officeDocument/2006/relationships" id="1100" r:id="R84fb3bc0dd72476a"/>
    <p:sldId xmlns:r="http://schemas.openxmlformats.org/officeDocument/2006/relationships" id="1101" r:id="Rafafc5e5f5314af8"/>
    <p:sldId xmlns:r="http://schemas.openxmlformats.org/officeDocument/2006/relationships" id="1102" r:id="Re0054b36823f4f70"/>
    <p:sldId xmlns:r="http://schemas.openxmlformats.org/officeDocument/2006/relationships" id="1103" r:id="Rc495bb1fe6fa4644"/>
    <p:sldId xmlns:r="http://schemas.openxmlformats.org/officeDocument/2006/relationships" id="1104" r:id="R8280c0b104054113"/>
    <p:sldId xmlns:r="http://schemas.openxmlformats.org/officeDocument/2006/relationships" id="1105" r:id="R150a6c45b0244450"/>
    <p:sldId xmlns:r="http://schemas.openxmlformats.org/officeDocument/2006/relationships" id="1106" r:id="Rcce0ea62f57642d1"/>
    <p:sldId xmlns:r="http://schemas.openxmlformats.org/officeDocument/2006/relationships" id="1107" r:id="R59296d85c3c347af"/>
    <p:sldId xmlns:r="http://schemas.openxmlformats.org/officeDocument/2006/relationships" id="1108" r:id="Rf9f407893d064e93"/>
    <p:sldId xmlns:r="http://schemas.openxmlformats.org/officeDocument/2006/relationships" id="1109" r:id="R54d53ee6e98c4361"/>
    <p:sldId xmlns:r="http://schemas.openxmlformats.org/officeDocument/2006/relationships" id="1110" r:id="Rb3dbd02cfaed4f80"/>
    <p:sldId xmlns:r="http://schemas.openxmlformats.org/officeDocument/2006/relationships" id="1111" r:id="Rd55f09aa60894981"/>
    <p:sldId xmlns:r="http://schemas.openxmlformats.org/officeDocument/2006/relationships" id="1112" r:id="Rb17d4a48b93d46cd"/>
    <p:sldId xmlns:r="http://schemas.openxmlformats.org/officeDocument/2006/relationships" id="1113" r:id="Rae8705744b1b434a"/>
    <p:sldId xmlns:r="http://schemas.openxmlformats.org/officeDocument/2006/relationships" id="1114" r:id="Rf1bec08cb6d746eb"/>
    <p:sldId xmlns:r="http://schemas.openxmlformats.org/officeDocument/2006/relationships" id="1115" r:id="R20c65e22f84b4ccd"/>
    <p:sldId xmlns:r="http://schemas.openxmlformats.org/officeDocument/2006/relationships" id="1116" r:id="R50973434a0aa43c7"/>
    <p:sldId xmlns:r="http://schemas.openxmlformats.org/officeDocument/2006/relationships" id="1117" r:id="Rf6abd5f40ba64aa8"/>
    <p:sldId xmlns:r="http://schemas.openxmlformats.org/officeDocument/2006/relationships" id="1118" r:id="R662250cb8b3345b4"/>
    <p:sldId xmlns:r="http://schemas.openxmlformats.org/officeDocument/2006/relationships" id="1119" r:id="R4cf791dfb6504e1d"/>
    <p:sldId xmlns:r="http://schemas.openxmlformats.org/officeDocument/2006/relationships" id="1120" r:id="Rf7c4be689cce424e"/>
    <p:sldId xmlns:r="http://schemas.openxmlformats.org/officeDocument/2006/relationships" id="1121" r:id="R17c8c93b8dc34190"/>
    <p:sldId xmlns:r="http://schemas.openxmlformats.org/officeDocument/2006/relationships" id="1122" r:id="Ra237ce6fb3304302"/>
    <p:sldId xmlns:r="http://schemas.openxmlformats.org/officeDocument/2006/relationships" id="1123" r:id="R4923830bd166498f"/>
    <p:sldId xmlns:r="http://schemas.openxmlformats.org/officeDocument/2006/relationships" id="1124" r:id="R7ecba9eb6988490b"/>
    <p:sldId xmlns:r="http://schemas.openxmlformats.org/officeDocument/2006/relationships" id="1125" r:id="R12aeca112cf94cce"/>
    <p:sldId xmlns:r="http://schemas.openxmlformats.org/officeDocument/2006/relationships" id="1126" r:id="R60ac075dfd104797"/>
    <p:sldId xmlns:r="http://schemas.openxmlformats.org/officeDocument/2006/relationships" id="1127" r:id="R313c80ca67b6400d"/>
    <p:sldId xmlns:r="http://schemas.openxmlformats.org/officeDocument/2006/relationships" id="1128" r:id="Rd553f7566bc140c9"/>
    <p:sldId xmlns:r="http://schemas.openxmlformats.org/officeDocument/2006/relationships" id="1129" r:id="R7487bd856fd44f93"/>
    <p:sldId xmlns:r="http://schemas.openxmlformats.org/officeDocument/2006/relationships" id="1130" r:id="R84bf555e3bd54321"/>
    <p:sldId xmlns:r="http://schemas.openxmlformats.org/officeDocument/2006/relationships" id="1131" r:id="R94c99df5904b4634"/>
    <p:sldId xmlns:r="http://schemas.openxmlformats.org/officeDocument/2006/relationships" id="1132" r:id="Rb1ed8c11e707469d"/>
    <p:sldId xmlns:r="http://schemas.openxmlformats.org/officeDocument/2006/relationships" id="1133" r:id="R5481b69433914250"/>
    <p:sldId xmlns:r="http://schemas.openxmlformats.org/officeDocument/2006/relationships" id="1134" r:id="R5f42bf6c9f5c4eac"/>
    <p:sldId xmlns:r="http://schemas.openxmlformats.org/officeDocument/2006/relationships" id="1135" r:id="Rf4917867757745f5"/>
    <p:sldId xmlns:r="http://schemas.openxmlformats.org/officeDocument/2006/relationships" id="1136" r:id="R6cbad796b38544f9"/>
    <p:sldId xmlns:r="http://schemas.openxmlformats.org/officeDocument/2006/relationships" id="1137" r:id="Rb55c2cca43184185"/>
    <p:sldId xmlns:r="http://schemas.openxmlformats.org/officeDocument/2006/relationships" id="1138" r:id="R9b628d5ce6e54dcb"/>
    <p:sldId xmlns:r="http://schemas.openxmlformats.org/officeDocument/2006/relationships" id="1139" r:id="R0a29cb934e3d4305"/>
    <p:sldId xmlns:r="http://schemas.openxmlformats.org/officeDocument/2006/relationships" id="1140" r:id="R6a07ceb30aed4826"/>
    <p:sldId xmlns:r="http://schemas.openxmlformats.org/officeDocument/2006/relationships" id="1141" r:id="Rf6e0427a89064beb"/>
    <p:sldId xmlns:r="http://schemas.openxmlformats.org/officeDocument/2006/relationships" id="1142" r:id="Rc6fdd850a82f4540"/>
    <p:sldId xmlns:r="http://schemas.openxmlformats.org/officeDocument/2006/relationships" id="1143" r:id="R950ef9988baa406a"/>
    <p:sldId xmlns:r="http://schemas.openxmlformats.org/officeDocument/2006/relationships" id="1144" r:id="R82fcae7acd904cc5"/>
    <p:sldId xmlns:r="http://schemas.openxmlformats.org/officeDocument/2006/relationships" id="1145" r:id="R293f169cf9bf40ef"/>
    <p:sldId xmlns:r="http://schemas.openxmlformats.org/officeDocument/2006/relationships" id="1146" r:id="R42e9df6178d24b41"/>
    <p:sldId xmlns:r="http://schemas.openxmlformats.org/officeDocument/2006/relationships" id="1147" r:id="R74576e1d519044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dfccaab1d44dcb" /><Relationship Type="http://schemas.openxmlformats.org/officeDocument/2006/relationships/slideMaster" Target="/ppt/slideMasters/slideMaster1.xml" Id="R859a2d6f383e44e3" /><Relationship Type="http://schemas.openxmlformats.org/officeDocument/2006/relationships/notesMaster" Target="/ppt/notesMasters/notesMaster1.xml" Id="R5e37de057b654d87" /><Relationship Type="http://schemas.openxmlformats.org/officeDocument/2006/relationships/presProps" Target="/ppt/presProps.xml" Id="R9bbf88e3c2af431c" /><Relationship Type="http://schemas.openxmlformats.org/officeDocument/2006/relationships/tableStyles" Target="/ppt/tableStyles.xml" Id="Rb312e35cdbd74e7c" /><Relationship Type="http://schemas.openxmlformats.org/officeDocument/2006/relationships/slide" Target="/ppt/slides/slide216.xml" Id="Rb4aac9ad477c463d" /><Relationship Type="http://schemas.openxmlformats.org/officeDocument/2006/relationships/slide" Target="/ppt/slides/slide217.xml" Id="R7b8922a2728d4c19" /><Relationship Type="http://schemas.openxmlformats.org/officeDocument/2006/relationships/slide" Target="/ppt/slides/slide218.xml" Id="R05a604c003c4409e" /><Relationship Type="http://schemas.openxmlformats.org/officeDocument/2006/relationships/slide" Target="/ppt/slides/slide219.xml" Id="Rfbe815ff6c044151" /><Relationship Type="http://schemas.openxmlformats.org/officeDocument/2006/relationships/slide" Target="/ppt/slides/slide220.xml" Id="R983afab66a3c4cbd" /><Relationship Type="http://schemas.openxmlformats.org/officeDocument/2006/relationships/slide" Target="/ppt/slides/slide221.xml" Id="R0e5e153be8344cb5" /><Relationship Type="http://schemas.openxmlformats.org/officeDocument/2006/relationships/slide" Target="/ppt/slides/slide222.xml" Id="Rde0b47deb44c4d1e" /><Relationship Type="http://schemas.openxmlformats.org/officeDocument/2006/relationships/slide" Target="/ppt/slides/slide223.xml" Id="R2570ded316c94f0b" /><Relationship Type="http://schemas.openxmlformats.org/officeDocument/2006/relationships/slide" Target="/ppt/slides/slide224.xml" Id="R0ff3db40a8be4cc8" /><Relationship Type="http://schemas.openxmlformats.org/officeDocument/2006/relationships/slide" Target="/ppt/slides/slide225.xml" Id="R754430891db44809" /><Relationship Type="http://schemas.openxmlformats.org/officeDocument/2006/relationships/slide" Target="/ppt/slides/slide226.xml" Id="Rba8f455b62234054" /><Relationship Type="http://schemas.openxmlformats.org/officeDocument/2006/relationships/slide" Target="/ppt/slides/slide227.xml" Id="R1adfd22ec18f419c" /><Relationship Type="http://schemas.openxmlformats.org/officeDocument/2006/relationships/slide" Target="/ppt/slides/slide228.xml" Id="Rd81d1dbe44db488a" /><Relationship Type="http://schemas.openxmlformats.org/officeDocument/2006/relationships/slide" Target="/ppt/slides/slide229.xml" Id="R1fdad9f71c8a4adf" /><Relationship Type="http://schemas.openxmlformats.org/officeDocument/2006/relationships/slide" Target="/ppt/slides/slide230.xml" Id="R507a21e512134979" /><Relationship Type="http://schemas.openxmlformats.org/officeDocument/2006/relationships/slide" Target="/ppt/slides/slide231.xml" Id="R58dd0493934f4ba9" /><Relationship Type="http://schemas.openxmlformats.org/officeDocument/2006/relationships/slide" Target="/ppt/slides/slide232.xml" Id="R6bcd03244e0d4040" /><Relationship Type="http://schemas.openxmlformats.org/officeDocument/2006/relationships/slide" Target="/ppt/slides/slide233.xml" Id="R120afaf4658d4d23" /><Relationship Type="http://schemas.openxmlformats.org/officeDocument/2006/relationships/slide" Target="/ppt/slides/slide234.xml" Id="R6641f114806a4a2e" /><Relationship Type="http://schemas.openxmlformats.org/officeDocument/2006/relationships/slide" Target="/ppt/slides/slide235.xml" Id="R6fa8a1530b0f4062" /><Relationship Type="http://schemas.openxmlformats.org/officeDocument/2006/relationships/slide" Target="/ppt/slides/slide236.xml" Id="R32b3556272464236" /><Relationship Type="http://schemas.openxmlformats.org/officeDocument/2006/relationships/slide" Target="/ppt/slides/slide237.xml" Id="Rd2c7a2faf767469f" /><Relationship Type="http://schemas.openxmlformats.org/officeDocument/2006/relationships/slide" Target="/ppt/slides/slide238.xml" Id="Refce47b81f7f4407" /><Relationship Type="http://schemas.openxmlformats.org/officeDocument/2006/relationships/slide" Target="/ppt/slides/slide239.xml" Id="R4696c41e816a437c" /><Relationship Type="http://schemas.openxmlformats.org/officeDocument/2006/relationships/slide" Target="/ppt/slides/slide240.xml" Id="Rf5d11c3a496e44a8" /><Relationship Type="http://schemas.openxmlformats.org/officeDocument/2006/relationships/slide" Target="/ppt/slides/slide241.xml" Id="Rf63c127eeea54783" /><Relationship Type="http://schemas.openxmlformats.org/officeDocument/2006/relationships/slide" Target="/ppt/slides/slide242.xml" Id="R7a992c06b4c84cb8" /><Relationship Type="http://schemas.openxmlformats.org/officeDocument/2006/relationships/slide" Target="/ppt/slides/slide243.xml" Id="R3b348d9e1bcb452d" /><Relationship Type="http://schemas.openxmlformats.org/officeDocument/2006/relationships/slide" Target="/ppt/slides/slide244.xml" Id="Rd4c6a4a0cd3e416c" /><Relationship Type="http://schemas.openxmlformats.org/officeDocument/2006/relationships/slide" Target="/ppt/slides/slide245.xml" Id="R7b4579708f3d45a5" /><Relationship Type="http://schemas.openxmlformats.org/officeDocument/2006/relationships/slide" Target="/ppt/slides/slide246.xml" Id="R19c1539b98a744c1" /><Relationship Type="http://schemas.openxmlformats.org/officeDocument/2006/relationships/slide" Target="/ppt/slides/slide247.xml" Id="R46f2422d67e24633" /><Relationship Type="http://schemas.openxmlformats.org/officeDocument/2006/relationships/slide" Target="/ppt/slides/slide248.xml" Id="R9a29dfb2c0cd4339" /><Relationship Type="http://schemas.openxmlformats.org/officeDocument/2006/relationships/slide" Target="/ppt/slides/slide249.xml" Id="R6847962007824d39" /><Relationship Type="http://schemas.openxmlformats.org/officeDocument/2006/relationships/slide" Target="/ppt/slides/slide250.xml" Id="R7dbb88c6aa4b441e" /><Relationship Type="http://schemas.openxmlformats.org/officeDocument/2006/relationships/slide" Target="/ppt/slides/slide251.xml" Id="R92aa4d8da0094cad" /><Relationship Type="http://schemas.openxmlformats.org/officeDocument/2006/relationships/slide" Target="/ppt/slides/slide252.xml" Id="R288668d69e344cb0" /><Relationship Type="http://schemas.openxmlformats.org/officeDocument/2006/relationships/slide" Target="/ppt/slides/slide253.xml" Id="Rc69333b1ef6f4942" /><Relationship Type="http://schemas.openxmlformats.org/officeDocument/2006/relationships/slide" Target="/ppt/slides/slide254.xml" Id="R4b6bac96238443d1" /><Relationship Type="http://schemas.openxmlformats.org/officeDocument/2006/relationships/slide" Target="/ppt/slides/slide255.xml" Id="Rae6bda88ace7446d" /><Relationship Type="http://schemas.openxmlformats.org/officeDocument/2006/relationships/slide" Target="/ppt/slides/slide256.xml" Id="R03eeac2e0af74dd2" /><Relationship Type="http://schemas.openxmlformats.org/officeDocument/2006/relationships/slide" Target="/ppt/slides/slide257.xml" Id="R938b5c18a47b4bff" /><Relationship Type="http://schemas.openxmlformats.org/officeDocument/2006/relationships/slide" Target="/ppt/slides/slide258.xml" Id="R2d19ddf2cbe2469a" /><Relationship Type="http://schemas.openxmlformats.org/officeDocument/2006/relationships/slide" Target="/ppt/slides/slide259.xml" Id="R889893efcf974df6" /><Relationship Type="http://schemas.openxmlformats.org/officeDocument/2006/relationships/slide" Target="/ppt/slides/slide260.xml" Id="R0c2076d3187d436c" /><Relationship Type="http://schemas.openxmlformats.org/officeDocument/2006/relationships/slide" Target="/ppt/slides/slide261.xml" Id="Re8c25e15706e4d2e" /><Relationship Type="http://schemas.openxmlformats.org/officeDocument/2006/relationships/slide" Target="/ppt/slides/slide262.xml" Id="R26848c506cee4d94" /><Relationship Type="http://schemas.openxmlformats.org/officeDocument/2006/relationships/slide" Target="/ppt/slides/slide263.xml" Id="R8a56b1ec7d864b88" /><Relationship Type="http://schemas.openxmlformats.org/officeDocument/2006/relationships/slide" Target="/ppt/slides/slide264.xml" Id="R0117c88212324e92" /><Relationship Type="http://schemas.openxmlformats.org/officeDocument/2006/relationships/slide" Target="/ppt/slides/slide265.xml" Id="Rd9c139f66fe84eb2" /><Relationship Type="http://schemas.openxmlformats.org/officeDocument/2006/relationships/slide" Target="/ppt/slides/slide266.xml" Id="R3fbf193124c74099" /><Relationship Type="http://schemas.openxmlformats.org/officeDocument/2006/relationships/slide" Target="/ppt/slides/slide267.xml" Id="R922e084261db4248" /><Relationship Type="http://schemas.openxmlformats.org/officeDocument/2006/relationships/slide" Target="/ppt/slides/slide268.xml" Id="R361d23c424254b45" /><Relationship Type="http://schemas.openxmlformats.org/officeDocument/2006/relationships/slide" Target="/ppt/slides/slide269.xml" Id="R7f82aa6f1bf94fba" /><Relationship Type="http://schemas.openxmlformats.org/officeDocument/2006/relationships/slide" Target="/ppt/slides/slide270.xml" Id="Rd7ea774d483146ac" /><Relationship Type="http://schemas.openxmlformats.org/officeDocument/2006/relationships/slide" Target="/ppt/slides/slide271.xml" Id="R68ca01a9534646ee" /><Relationship Type="http://schemas.openxmlformats.org/officeDocument/2006/relationships/slide" Target="/ppt/slides/slide272.xml" Id="Rc8b3613554824467" /><Relationship Type="http://schemas.openxmlformats.org/officeDocument/2006/relationships/slide" Target="/ppt/slides/slide273.xml" Id="R7fcf20015b7c4e8d" /><Relationship Type="http://schemas.openxmlformats.org/officeDocument/2006/relationships/slide" Target="/ppt/slides/slide274.xml" Id="Ra14c1c546491449c" /><Relationship Type="http://schemas.openxmlformats.org/officeDocument/2006/relationships/slide" Target="/ppt/slides/slide275.xml" Id="Rcc5afa6f55354190" /><Relationship Type="http://schemas.openxmlformats.org/officeDocument/2006/relationships/slide" Target="/ppt/slides/slide276.xml" Id="R4eb2164863f944b3" /><Relationship Type="http://schemas.openxmlformats.org/officeDocument/2006/relationships/slide" Target="/ppt/slides/slide277.xml" Id="R2cc626268328483d" /><Relationship Type="http://schemas.openxmlformats.org/officeDocument/2006/relationships/slide" Target="/ppt/slides/slide278.xml" Id="R424d45d1472a4a4b" /><Relationship Type="http://schemas.openxmlformats.org/officeDocument/2006/relationships/slide" Target="/ppt/slides/slide279.xml" Id="Ra0be793f87c84fae" /><Relationship Type="http://schemas.openxmlformats.org/officeDocument/2006/relationships/slide" Target="/ppt/slides/slide280.xml" Id="R68ea39ba46254ef5" /><Relationship Type="http://schemas.openxmlformats.org/officeDocument/2006/relationships/slide" Target="/ppt/slides/slide281.xml" Id="Ra915bd9637314c95" /><Relationship Type="http://schemas.openxmlformats.org/officeDocument/2006/relationships/slide" Target="/ppt/slides/slide282.xml" Id="R3fd10352e82545e3" /><Relationship Type="http://schemas.openxmlformats.org/officeDocument/2006/relationships/slide" Target="/ppt/slides/slide283.xml" Id="Re25e57286f60441e" /><Relationship Type="http://schemas.openxmlformats.org/officeDocument/2006/relationships/slide" Target="/ppt/slides/slide284.xml" Id="R0977387e8c674cb3" /><Relationship Type="http://schemas.openxmlformats.org/officeDocument/2006/relationships/slide" Target="/ppt/slides/slide285.xml" Id="Rd5d132c89d2f4188" /><Relationship Type="http://schemas.openxmlformats.org/officeDocument/2006/relationships/slide" Target="/ppt/slides/slide286.xml" Id="Rf0fbf2044dd94a69" /><Relationship Type="http://schemas.openxmlformats.org/officeDocument/2006/relationships/slide" Target="/ppt/slides/slide287.xml" Id="Ra2d45dd88bef4e70" /><Relationship Type="http://schemas.openxmlformats.org/officeDocument/2006/relationships/slide" Target="/ppt/slides/slide288.xml" Id="Rb93389d6c2e84071" /><Relationship Type="http://schemas.openxmlformats.org/officeDocument/2006/relationships/slide" Target="/ppt/slides/slide289.xml" Id="Rf49918cba2d7485a" /><Relationship Type="http://schemas.openxmlformats.org/officeDocument/2006/relationships/slide" Target="/ppt/slides/slide290.xml" Id="R692fcdebd2f14435" /><Relationship Type="http://schemas.openxmlformats.org/officeDocument/2006/relationships/slide" Target="/ppt/slides/slide291.xml" Id="Rbae30551f8914ff0" /><Relationship Type="http://schemas.openxmlformats.org/officeDocument/2006/relationships/slide" Target="/ppt/slides/slide292.xml" Id="Rbb9e975c8c32417a" /><Relationship Type="http://schemas.openxmlformats.org/officeDocument/2006/relationships/slide" Target="/ppt/slides/slide293.xml" Id="R01ca4f0952ee4ff3" /><Relationship Type="http://schemas.openxmlformats.org/officeDocument/2006/relationships/slide" Target="/ppt/slides/slide294.xml" Id="R66d246f06eeb4f1a" /><Relationship Type="http://schemas.openxmlformats.org/officeDocument/2006/relationships/slide" Target="/ppt/slides/slide295.xml" Id="R844ee082cdd340ed" /><Relationship Type="http://schemas.openxmlformats.org/officeDocument/2006/relationships/slide" Target="/ppt/slides/slide296.xml" Id="Rd98dec23d0ba4ba5" /><Relationship Type="http://schemas.openxmlformats.org/officeDocument/2006/relationships/slide" Target="/ppt/slides/slide297.xml" Id="R8d7e995c1fa84770" /><Relationship Type="http://schemas.openxmlformats.org/officeDocument/2006/relationships/slide" Target="/ppt/slides/slide298.xml" Id="R471a8e57e52148f2" /><Relationship Type="http://schemas.openxmlformats.org/officeDocument/2006/relationships/slide" Target="/ppt/slides/slide299.xml" Id="R9961c43a86de4f6a" /><Relationship Type="http://schemas.openxmlformats.org/officeDocument/2006/relationships/slide" Target="/ppt/slides/slide300.xml" Id="Rbc30205bad284b8e" /><Relationship Type="http://schemas.openxmlformats.org/officeDocument/2006/relationships/slide" Target="/ppt/slides/slide301.xml" Id="R7a5c0648ab6347c1" /><Relationship Type="http://schemas.openxmlformats.org/officeDocument/2006/relationships/slide" Target="/ppt/slides/slide302.xml" Id="Rd982a58b9918453f" /><Relationship Type="http://schemas.openxmlformats.org/officeDocument/2006/relationships/slide" Target="/ppt/slides/slide303.xml" Id="Re2b6f41f99fb430f" /><Relationship Type="http://schemas.openxmlformats.org/officeDocument/2006/relationships/slide" Target="/ppt/slides/slide304.xml" Id="Rf26e6fe236884246" /><Relationship Type="http://schemas.openxmlformats.org/officeDocument/2006/relationships/slide" Target="/ppt/slides/slide305.xml" Id="R4d367accf24645d8" /><Relationship Type="http://schemas.openxmlformats.org/officeDocument/2006/relationships/slide" Target="/ppt/slides/slide306.xml" Id="R4d8b94807a7d4115" /><Relationship Type="http://schemas.openxmlformats.org/officeDocument/2006/relationships/slide" Target="/ppt/slides/slide307.xml" Id="Rfa4f6a726e684d25" /><Relationship Type="http://schemas.openxmlformats.org/officeDocument/2006/relationships/slide" Target="/ppt/slides/slide308.xml" Id="Re76ac2a392e84630" /><Relationship Type="http://schemas.openxmlformats.org/officeDocument/2006/relationships/slide" Target="/ppt/slides/slide309.xml" Id="R9e5393f88e5040d1" /><Relationship Type="http://schemas.openxmlformats.org/officeDocument/2006/relationships/slide" Target="/ppt/slides/slide310.xml" Id="R96c56e7d7d934f25" /><Relationship Type="http://schemas.openxmlformats.org/officeDocument/2006/relationships/slide" Target="/ppt/slides/slide311.xml" Id="R477c22a97345487e" /><Relationship Type="http://schemas.openxmlformats.org/officeDocument/2006/relationships/slide" Target="/ppt/slides/slide312.xml" Id="Rad9ac0d741a646b6" /><Relationship Type="http://schemas.openxmlformats.org/officeDocument/2006/relationships/slide" Target="/ppt/slides/slide313.xml" Id="Rb4c6837ce36a4239" /><Relationship Type="http://schemas.openxmlformats.org/officeDocument/2006/relationships/slide" Target="/ppt/slides/slide314.xml" Id="R1777b21f3d024fd0" /><Relationship Type="http://schemas.openxmlformats.org/officeDocument/2006/relationships/slide" Target="/ppt/slides/slide315.xml" Id="Re4c97019564143cf" /><Relationship Type="http://schemas.openxmlformats.org/officeDocument/2006/relationships/slide" Target="/ppt/slides/slide316.xml" Id="R13cb2d8dd73240be" /><Relationship Type="http://schemas.openxmlformats.org/officeDocument/2006/relationships/slide" Target="/ppt/slides/slide317.xml" Id="R274c9e49c08d490c" /><Relationship Type="http://schemas.openxmlformats.org/officeDocument/2006/relationships/slide" Target="/ppt/slides/slide318.xml" Id="Ra24dc4f6380d483c" /><Relationship Type="http://schemas.openxmlformats.org/officeDocument/2006/relationships/slide" Target="/ppt/slides/slide319.xml" Id="R31eb8f8b3c2143bf" /><Relationship Type="http://schemas.openxmlformats.org/officeDocument/2006/relationships/slide" Target="/ppt/slides/slide320.xml" Id="Rc4352d143f724a10" /><Relationship Type="http://schemas.openxmlformats.org/officeDocument/2006/relationships/slide" Target="/ppt/slides/slide321.xml" Id="R1e9bee20cbbe46bc" /><Relationship Type="http://schemas.openxmlformats.org/officeDocument/2006/relationships/slide" Target="/ppt/slides/slide322.xml" Id="Rd858e72ee302457d" /><Relationship Type="http://schemas.openxmlformats.org/officeDocument/2006/relationships/slide" Target="/ppt/slides/slide323.xml" Id="R932b1e8b4ee2447e" /><Relationship Type="http://schemas.openxmlformats.org/officeDocument/2006/relationships/slide" Target="/ppt/slides/slide324.xml" Id="Rfb74e8a708d6499a" /><Relationship Type="http://schemas.openxmlformats.org/officeDocument/2006/relationships/slide" Target="/ppt/slides/slide325.xml" Id="R7752f5467164467d" /><Relationship Type="http://schemas.openxmlformats.org/officeDocument/2006/relationships/slide" Target="/ppt/slides/slide326.xml" Id="Rf9e87b5972644453" /><Relationship Type="http://schemas.openxmlformats.org/officeDocument/2006/relationships/slide" Target="/ppt/slides/slide327.xml" Id="R4d6ab55dac0147c6" /><Relationship Type="http://schemas.openxmlformats.org/officeDocument/2006/relationships/slide" Target="/ppt/slides/slide328.xml" Id="R18a3336ba7894288" /><Relationship Type="http://schemas.openxmlformats.org/officeDocument/2006/relationships/slide" Target="/ppt/slides/slide329.xml" Id="R6d3272d60c004152" /><Relationship Type="http://schemas.openxmlformats.org/officeDocument/2006/relationships/slide" Target="/ppt/slides/slide330.xml" Id="Ra2e0e02c3d934d39" /><Relationship Type="http://schemas.openxmlformats.org/officeDocument/2006/relationships/slide" Target="/ppt/slides/slide331.xml" Id="Rf8203622b56d4e19" /><Relationship Type="http://schemas.openxmlformats.org/officeDocument/2006/relationships/slide" Target="/ppt/slides/slide332.xml" Id="R4991ae10dbfa43fc" /><Relationship Type="http://schemas.openxmlformats.org/officeDocument/2006/relationships/slide" Target="/ppt/slides/slide333.xml" Id="R801a991249714db3" /><Relationship Type="http://schemas.openxmlformats.org/officeDocument/2006/relationships/slide" Target="/ppt/slides/slide334.xml" Id="Rc6746c4d177b491a" /><Relationship Type="http://schemas.openxmlformats.org/officeDocument/2006/relationships/slide" Target="/ppt/slides/slide774.xml" Id="Reb8c1b7f3de642ed" /><Relationship Type="http://schemas.openxmlformats.org/officeDocument/2006/relationships/slide" Target="/ppt/slides/slide775.xml" Id="R4ca376796fbc4a60" /><Relationship Type="http://schemas.openxmlformats.org/officeDocument/2006/relationships/slide" Target="/ppt/slides/slide776.xml" Id="Rda707e00fbc0474d" /><Relationship Type="http://schemas.openxmlformats.org/officeDocument/2006/relationships/slide" Target="/ppt/slides/slide777.xml" Id="Ra6cf5501b7104a8a" /><Relationship Type="http://schemas.openxmlformats.org/officeDocument/2006/relationships/slide" Target="/ppt/slides/slide778.xml" Id="R42ca46d045b64ef6" /><Relationship Type="http://schemas.openxmlformats.org/officeDocument/2006/relationships/slide" Target="/ppt/slides/slide779.xml" Id="R91db4362d8304087" /><Relationship Type="http://schemas.openxmlformats.org/officeDocument/2006/relationships/slide" Target="/ppt/slides/slide780.xml" Id="Re52d9a253d574b17" /><Relationship Type="http://schemas.openxmlformats.org/officeDocument/2006/relationships/slide" Target="/ppt/slides/slide781.xml" Id="Rb8f29fc33dc5445e" /><Relationship Type="http://schemas.openxmlformats.org/officeDocument/2006/relationships/slide" Target="/ppt/slides/slide782.xml" Id="Rc19e34aea0294c6a" /><Relationship Type="http://schemas.openxmlformats.org/officeDocument/2006/relationships/slide" Target="/ppt/slides/slide783.xml" Id="R90f9313b40d640e0" /><Relationship Type="http://schemas.openxmlformats.org/officeDocument/2006/relationships/slide" Target="/ppt/slides/slide784.xml" Id="R9c85c26f94b5443b" /><Relationship Type="http://schemas.openxmlformats.org/officeDocument/2006/relationships/slide" Target="/ppt/slides/slide785.xml" Id="Rcc509a0aa72b4e9b" /><Relationship Type="http://schemas.openxmlformats.org/officeDocument/2006/relationships/slide" Target="/ppt/slides/slide786.xml" Id="R2fbc45c94a9b4287" /><Relationship Type="http://schemas.openxmlformats.org/officeDocument/2006/relationships/slide" Target="/ppt/slides/slide787.xml" Id="R53032602e2b142cb" /><Relationship Type="http://schemas.openxmlformats.org/officeDocument/2006/relationships/slide" Target="/ppt/slides/slide788.xml" Id="R6151127dc2904808" /><Relationship Type="http://schemas.openxmlformats.org/officeDocument/2006/relationships/slide" Target="/ppt/slides/slide789.xml" Id="Rc0a11240e1c34354" /><Relationship Type="http://schemas.openxmlformats.org/officeDocument/2006/relationships/slide" Target="/ppt/slides/slide790.xml" Id="Rcd80921594964243" /><Relationship Type="http://schemas.openxmlformats.org/officeDocument/2006/relationships/slide" Target="/ppt/slides/slide791.xml" Id="R12cb6cfb60234473" /><Relationship Type="http://schemas.openxmlformats.org/officeDocument/2006/relationships/slide" Target="/ppt/slides/slide792.xml" Id="R71f194fb89694b97" /><Relationship Type="http://schemas.openxmlformats.org/officeDocument/2006/relationships/slide" Target="/ppt/slides/slide793.xml" Id="R1e578008304b478a" /><Relationship Type="http://schemas.openxmlformats.org/officeDocument/2006/relationships/slide" Target="/ppt/slides/slide794.xml" Id="R29167ad1afb34c78" /><Relationship Type="http://schemas.openxmlformats.org/officeDocument/2006/relationships/slide" Target="/ppt/slides/slide795.xml" Id="R2d406bcb25e6465e" /><Relationship Type="http://schemas.openxmlformats.org/officeDocument/2006/relationships/slide" Target="/ppt/slides/slide796.xml" Id="R8aed7ab8d4584ecf" /><Relationship Type="http://schemas.openxmlformats.org/officeDocument/2006/relationships/slide" Target="/ppt/slides/slide797.xml" Id="Re68193b7e32a4f51" /><Relationship Type="http://schemas.openxmlformats.org/officeDocument/2006/relationships/slide" Target="/ppt/slides/slide798.xml" Id="Ra38c3ca32d244b4d" /><Relationship Type="http://schemas.openxmlformats.org/officeDocument/2006/relationships/slide" Target="/ppt/slides/slide799.xml" Id="R6e784ac21ce849e9" /><Relationship Type="http://schemas.openxmlformats.org/officeDocument/2006/relationships/slide" Target="/ppt/slides/slide800.xml" Id="R003206c640744ff9" /><Relationship Type="http://schemas.openxmlformats.org/officeDocument/2006/relationships/slide" Target="/ppt/slides/slide801.xml" Id="R4039c29169004b71" /><Relationship Type="http://schemas.openxmlformats.org/officeDocument/2006/relationships/slide" Target="/ppt/slides/slide802.xml" Id="R3449853a862b45ba" /><Relationship Type="http://schemas.openxmlformats.org/officeDocument/2006/relationships/slide" Target="/ppt/slides/slide803.xml" Id="Rb786375f7f7448ea" /><Relationship Type="http://schemas.openxmlformats.org/officeDocument/2006/relationships/slide" Target="/ppt/slides/slide804.xml" Id="Rfb6a42d46d1044aa" /><Relationship Type="http://schemas.openxmlformats.org/officeDocument/2006/relationships/slide" Target="/ppt/slides/slide805.xml" Id="Rc2fdacea94f34c51" /><Relationship Type="http://schemas.openxmlformats.org/officeDocument/2006/relationships/slide" Target="/ppt/slides/slide806.xml" Id="R71b159878d894f6c" /><Relationship Type="http://schemas.openxmlformats.org/officeDocument/2006/relationships/slide" Target="/ppt/slides/slide807.xml" Id="R62dfff2e7e7741cd" /><Relationship Type="http://schemas.openxmlformats.org/officeDocument/2006/relationships/slide" Target="/ppt/slides/slide808.xml" Id="Rc67e957a0d824483" /><Relationship Type="http://schemas.openxmlformats.org/officeDocument/2006/relationships/slide" Target="/ppt/slides/slide809.xml" Id="Rbf8a5bd3995444e9" /><Relationship Type="http://schemas.openxmlformats.org/officeDocument/2006/relationships/slide" Target="/ppt/slides/slide810.xml" Id="R3f106797e51a4370" /><Relationship Type="http://schemas.openxmlformats.org/officeDocument/2006/relationships/slide" Target="/ppt/slides/slide811.xml" Id="R14ebfbdbad7f48aa" /><Relationship Type="http://schemas.openxmlformats.org/officeDocument/2006/relationships/slide" Target="/ppt/slides/slide812.xml" Id="Rd9e050953cf3402d" /><Relationship Type="http://schemas.openxmlformats.org/officeDocument/2006/relationships/slide" Target="/ppt/slides/slide813.xml" Id="R7c44c79f98254f70" /><Relationship Type="http://schemas.openxmlformats.org/officeDocument/2006/relationships/slide" Target="/ppt/slides/slide814.xml" Id="R4e03f00b886845bd" /><Relationship Type="http://schemas.openxmlformats.org/officeDocument/2006/relationships/slide" Target="/ppt/slides/slide815.xml" Id="R9f84ae1ca6484b86" /><Relationship Type="http://schemas.openxmlformats.org/officeDocument/2006/relationships/slide" Target="/ppt/slides/slide816.xml" Id="R8795862321784cd0" /><Relationship Type="http://schemas.openxmlformats.org/officeDocument/2006/relationships/slide" Target="/ppt/slides/slide817.xml" Id="R6e4a4dc124234272" /><Relationship Type="http://schemas.openxmlformats.org/officeDocument/2006/relationships/slide" Target="/ppt/slides/slide818.xml" Id="R07694465fb26425e" /><Relationship Type="http://schemas.openxmlformats.org/officeDocument/2006/relationships/slide" Target="/ppt/slides/slide819.xml" Id="Rfefd77b740634d93" /><Relationship Type="http://schemas.openxmlformats.org/officeDocument/2006/relationships/slide" Target="/ppt/slides/slide820.xml" Id="R4c849984e2624ecc" /><Relationship Type="http://schemas.openxmlformats.org/officeDocument/2006/relationships/slide" Target="/ppt/slides/slide821.xml" Id="R3292864ba60542e0" /><Relationship Type="http://schemas.openxmlformats.org/officeDocument/2006/relationships/slide" Target="/ppt/slides/slide822.xml" Id="Re99d36bc36ea401a" /><Relationship Type="http://schemas.openxmlformats.org/officeDocument/2006/relationships/slide" Target="/ppt/slides/slide823.xml" Id="Rb3e360290ac84029" /><Relationship Type="http://schemas.openxmlformats.org/officeDocument/2006/relationships/slide" Target="/ppt/slides/slide824.xml" Id="R5293db82eaaa4c6b" /><Relationship Type="http://schemas.openxmlformats.org/officeDocument/2006/relationships/slide" Target="/ppt/slides/slide825.xml" Id="Ree8701b4a53d4be9" /><Relationship Type="http://schemas.openxmlformats.org/officeDocument/2006/relationships/slide" Target="/ppt/slides/slide826.xml" Id="Rf6e66f5999694458" /><Relationship Type="http://schemas.openxmlformats.org/officeDocument/2006/relationships/slide" Target="/ppt/slides/slide827.xml" Id="R916b051a605240d3" /><Relationship Type="http://schemas.openxmlformats.org/officeDocument/2006/relationships/slide" Target="/ppt/slides/slide828.xml" Id="R5e49722cf0084aee" /><Relationship Type="http://schemas.openxmlformats.org/officeDocument/2006/relationships/slide" Target="/ppt/slides/slide829.xml" Id="Red50293491974c9e" /><Relationship Type="http://schemas.openxmlformats.org/officeDocument/2006/relationships/slide" Target="/ppt/slides/slide830.xml" Id="R3a1692c714b94fe7" /><Relationship Type="http://schemas.openxmlformats.org/officeDocument/2006/relationships/slide" Target="/ppt/slides/slide831.xml" Id="Rb8a3fb1ba7ff4f16" /><Relationship Type="http://schemas.openxmlformats.org/officeDocument/2006/relationships/slide" Target="/ppt/slides/slide832.xml" Id="R9c3b27cbdd064f1d" /><Relationship Type="http://schemas.openxmlformats.org/officeDocument/2006/relationships/slide" Target="/ppt/slides/slide833.xml" Id="R649768228cc84381" /><Relationship Type="http://schemas.openxmlformats.org/officeDocument/2006/relationships/slide" Target="/ppt/slides/slide834.xml" Id="Ra8ce4a929f714eba" /><Relationship Type="http://schemas.openxmlformats.org/officeDocument/2006/relationships/slide" Target="/ppt/slides/slide835.xml" Id="R3e6a82458e8b4db9" /><Relationship Type="http://schemas.openxmlformats.org/officeDocument/2006/relationships/slide" Target="/ppt/slides/slide836.xml" Id="R32a900a182904f61" /><Relationship Type="http://schemas.openxmlformats.org/officeDocument/2006/relationships/slide" Target="/ppt/slides/slide837.xml" Id="R5d4ed20eb9be4c7f" /><Relationship Type="http://schemas.openxmlformats.org/officeDocument/2006/relationships/slide" Target="/ppt/slides/slide838.xml" Id="R89dffefedff74712" /><Relationship Type="http://schemas.openxmlformats.org/officeDocument/2006/relationships/slide" Target="/ppt/slides/slide839.xml" Id="R8c79b317d0f94cc7" /><Relationship Type="http://schemas.openxmlformats.org/officeDocument/2006/relationships/slide" Target="/ppt/slides/slide840.xml" Id="R0f7eda4e0b22484e" /><Relationship Type="http://schemas.openxmlformats.org/officeDocument/2006/relationships/slide" Target="/ppt/slides/slide841.xml" Id="R80328d745507407f" /><Relationship Type="http://schemas.openxmlformats.org/officeDocument/2006/relationships/slide" Target="/ppt/slides/slide842.xml" Id="Rd63e0021bc6b4fa9" /><Relationship Type="http://schemas.openxmlformats.org/officeDocument/2006/relationships/slide" Target="/ppt/slides/slide843.xml" Id="Ref66a3f93599420f" /><Relationship Type="http://schemas.openxmlformats.org/officeDocument/2006/relationships/slide" Target="/ppt/slides/slide844.xml" Id="Rd1c8965499424733" /><Relationship Type="http://schemas.openxmlformats.org/officeDocument/2006/relationships/slide" Target="/ppt/slides/slide845.xml" Id="R84fb3bc0dd72476a" /><Relationship Type="http://schemas.openxmlformats.org/officeDocument/2006/relationships/slide" Target="/ppt/slides/slide846.xml" Id="Rafafc5e5f5314af8" /><Relationship Type="http://schemas.openxmlformats.org/officeDocument/2006/relationships/slide" Target="/ppt/slides/slide847.xml" Id="Re0054b36823f4f70" /><Relationship Type="http://schemas.openxmlformats.org/officeDocument/2006/relationships/slide" Target="/ppt/slides/slide848.xml" Id="Rc495bb1fe6fa4644" /><Relationship Type="http://schemas.openxmlformats.org/officeDocument/2006/relationships/slide" Target="/ppt/slides/slide849.xml" Id="R8280c0b104054113" /><Relationship Type="http://schemas.openxmlformats.org/officeDocument/2006/relationships/slide" Target="/ppt/slides/slide850.xml" Id="R150a6c45b0244450" /><Relationship Type="http://schemas.openxmlformats.org/officeDocument/2006/relationships/slide" Target="/ppt/slides/slide851.xml" Id="Rcce0ea62f57642d1" /><Relationship Type="http://schemas.openxmlformats.org/officeDocument/2006/relationships/slide" Target="/ppt/slides/slide852.xml" Id="R59296d85c3c347af" /><Relationship Type="http://schemas.openxmlformats.org/officeDocument/2006/relationships/slide" Target="/ppt/slides/slide853.xml" Id="Rf9f407893d064e93" /><Relationship Type="http://schemas.openxmlformats.org/officeDocument/2006/relationships/slide" Target="/ppt/slides/slide854.xml" Id="R54d53ee6e98c4361" /><Relationship Type="http://schemas.openxmlformats.org/officeDocument/2006/relationships/slide" Target="/ppt/slides/slide855.xml" Id="Rb3dbd02cfaed4f80" /><Relationship Type="http://schemas.openxmlformats.org/officeDocument/2006/relationships/slide" Target="/ppt/slides/slide856.xml" Id="Rd55f09aa60894981" /><Relationship Type="http://schemas.openxmlformats.org/officeDocument/2006/relationships/slide" Target="/ppt/slides/slide857.xml" Id="Rb17d4a48b93d46cd" /><Relationship Type="http://schemas.openxmlformats.org/officeDocument/2006/relationships/slide" Target="/ppt/slides/slide858.xml" Id="Rae8705744b1b434a" /><Relationship Type="http://schemas.openxmlformats.org/officeDocument/2006/relationships/slide" Target="/ppt/slides/slide859.xml" Id="Rf1bec08cb6d746eb" /><Relationship Type="http://schemas.openxmlformats.org/officeDocument/2006/relationships/slide" Target="/ppt/slides/slide860.xml" Id="R20c65e22f84b4ccd" /><Relationship Type="http://schemas.openxmlformats.org/officeDocument/2006/relationships/slide" Target="/ppt/slides/slide861.xml" Id="R50973434a0aa43c7" /><Relationship Type="http://schemas.openxmlformats.org/officeDocument/2006/relationships/slide" Target="/ppt/slides/slide862.xml" Id="Rf6abd5f40ba64aa8" /><Relationship Type="http://schemas.openxmlformats.org/officeDocument/2006/relationships/slide" Target="/ppt/slides/slide863.xml" Id="R662250cb8b3345b4" /><Relationship Type="http://schemas.openxmlformats.org/officeDocument/2006/relationships/slide" Target="/ppt/slides/slide864.xml" Id="R4cf791dfb6504e1d" /><Relationship Type="http://schemas.openxmlformats.org/officeDocument/2006/relationships/slide" Target="/ppt/slides/slide865.xml" Id="Rf7c4be689cce424e" /><Relationship Type="http://schemas.openxmlformats.org/officeDocument/2006/relationships/slide" Target="/ppt/slides/slide866.xml" Id="R17c8c93b8dc34190" /><Relationship Type="http://schemas.openxmlformats.org/officeDocument/2006/relationships/slide" Target="/ppt/slides/slide867.xml" Id="Ra237ce6fb3304302" /><Relationship Type="http://schemas.openxmlformats.org/officeDocument/2006/relationships/slide" Target="/ppt/slides/slide868.xml" Id="R4923830bd166498f" /><Relationship Type="http://schemas.openxmlformats.org/officeDocument/2006/relationships/slide" Target="/ppt/slides/slide869.xml" Id="R7ecba9eb6988490b" /><Relationship Type="http://schemas.openxmlformats.org/officeDocument/2006/relationships/slide" Target="/ppt/slides/slide870.xml" Id="R12aeca112cf94cce" /><Relationship Type="http://schemas.openxmlformats.org/officeDocument/2006/relationships/slide" Target="/ppt/slides/slide871.xml" Id="R60ac075dfd104797" /><Relationship Type="http://schemas.openxmlformats.org/officeDocument/2006/relationships/slide" Target="/ppt/slides/slide872.xml" Id="R313c80ca67b6400d" /><Relationship Type="http://schemas.openxmlformats.org/officeDocument/2006/relationships/slide" Target="/ppt/slides/slide873.xml" Id="Rd553f7566bc140c9" /><Relationship Type="http://schemas.openxmlformats.org/officeDocument/2006/relationships/slide" Target="/ppt/slides/slide874.xml" Id="R7487bd856fd44f93" /><Relationship Type="http://schemas.openxmlformats.org/officeDocument/2006/relationships/slide" Target="/ppt/slides/slide875.xml" Id="R84bf555e3bd54321" /><Relationship Type="http://schemas.openxmlformats.org/officeDocument/2006/relationships/slide" Target="/ppt/slides/slide876.xml" Id="R94c99df5904b4634" /><Relationship Type="http://schemas.openxmlformats.org/officeDocument/2006/relationships/slide" Target="/ppt/slides/slide877.xml" Id="Rb1ed8c11e707469d" /><Relationship Type="http://schemas.openxmlformats.org/officeDocument/2006/relationships/slide" Target="/ppt/slides/slide878.xml" Id="R5481b69433914250" /><Relationship Type="http://schemas.openxmlformats.org/officeDocument/2006/relationships/slide" Target="/ppt/slides/slide879.xml" Id="R5f42bf6c9f5c4eac" /><Relationship Type="http://schemas.openxmlformats.org/officeDocument/2006/relationships/slide" Target="/ppt/slides/slide880.xml" Id="Rf4917867757745f5" /><Relationship Type="http://schemas.openxmlformats.org/officeDocument/2006/relationships/slide" Target="/ppt/slides/slide881.xml" Id="R6cbad796b38544f9" /><Relationship Type="http://schemas.openxmlformats.org/officeDocument/2006/relationships/slide" Target="/ppt/slides/slide882.xml" Id="Rb55c2cca43184185" /><Relationship Type="http://schemas.openxmlformats.org/officeDocument/2006/relationships/slide" Target="/ppt/slides/slide883.xml" Id="R9b628d5ce6e54dcb" /><Relationship Type="http://schemas.openxmlformats.org/officeDocument/2006/relationships/slide" Target="/ppt/slides/slide884.xml" Id="R0a29cb934e3d4305" /><Relationship Type="http://schemas.openxmlformats.org/officeDocument/2006/relationships/slide" Target="/ppt/slides/slide885.xml" Id="R6a07ceb30aed4826" /><Relationship Type="http://schemas.openxmlformats.org/officeDocument/2006/relationships/slide" Target="/ppt/slides/slide886.xml" Id="Rf6e0427a89064beb" /><Relationship Type="http://schemas.openxmlformats.org/officeDocument/2006/relationships/slide" Target="/ppt/slides/slide887.xml" Id="Rc6fdd850a82f4540" /><Relationship Type="http://schemas.openxmlformats.org/officeDocument/2006/relationships/slide" Target="/ppt/slides/slide888.xml" Id="R950ef9988baa406a" /><Relationship Type="http://schemas.openxmlformats.org/officeDocument/2006/relationships/slide" Target="/ppt/slides/slide889.xml" Id="R82fcae7acd904cc5" /><Relationship Type="http://schemas.openxmlformats.org/officeDocument/2006/relationships/slide" Target="/ppt/slides/slide890.xml" Id="R293f169cf9bf40ef" /><Relationship Type="http://schemas.openxmlformats.org/officeDocument/2006/relationships/slide" Target="/ppt/slides/slide891.xml" Id="R42e9df6178d24b41" /><Relationship Type="http://schemas.openxmlformats.org/officeDocument/2006/relationships/slide" Target="/ppt/slides/slide892.xml" Id="R74576e1d519044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9f21a86ade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238a526d63db4132" /><Relationship Type="http://schemas.openxmlformats.org/officeDocument/2006/relationships/notesMaster" Target="/ppt/notesMasters/notesMaster1.xml" Id="Rb269c4f881f04131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59ec5998653a4533" /><Relationship Type="http://schemas.openxmlformats.org/officeDocument/2006/relationships/notesMaster" Target="/ppt/notesMasters/notesMaster1.xml" Id="Re66e93baadb54b52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32f41a115ee04721" /><Relationship Type="http://schemas.openxmlformats.org/officeDocument/2006/relationships/notesMaster" Target="/ppt/notesMasters/notesMaster1.xml" Id="R60e1969392c847a1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bf63c1b088c5417a" /><Relationship Type="http://schemas.openxmlformats.org/officeDocument/2006/relationships/notesMaster" Target="/ppt/notesMasters/notesMaster1.xml" Id="R1a11a2018a754088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d18e1b4c7a7f40d8" /><Relationship Type="http://schemas.openxmlformats.org/officeDocument/2006/relationships/notesMaster" Target="/ppt/notesMasters/notesMaster1.xml" Id="R9f75a9a7ffc049e5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b0ccd5687b384da9" /><Relationship Type="http://schemas.openxmlformats.org/officeDocument/2006/relationships/notesMaster" Target="/ppt/notesMasters/notesMaster1.xml" Id="R0046344734484b8c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39e888f3afad47ed" /><Relationship Type="http://schemas.openxmlformats.org/officeDocument/2006/relationships/notesMaster" Target="/ppt/notesMasters/notesMaster1.xml" Id="Re23f720d1ae143d9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4435f59458aa4a29" /><Relationship Type="http://schemas.openxmlformats.org/officeDocument/2006/relationships/notesMaster" Target="/ppt/notesMasters/notesMaster1.xml" Id="Rdf61cd13ccd847cf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55afadbf4c814c66" /><Relationship Type="http://schemas.openxmlformats.org/officeDocument/2006/relationships/notesMaster" Target="/ppt/notesMasters/notesMaster1.xml" Id="R7aabeceda592460b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da1cfcf2ebe24833" /><Relationship Type="http://schemas.openxmlformats.org/officeDocument/2006/relationships/notesMaster" Target="/ppt/notesMasters/notesMaster1.xml" Id="R3093aa16a31b4204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09f81996e15d4e43" /><Relationship Type="http://schemas.openxmlformats.org/officeDocument/2006/relationships/notesMaster" Target="/ppt/notesMasters/notesMaster1.xml" Id="R9d5addad8c074e8d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88913ffab72d46ee" /><Relationship Type="http://schemas.openxmlformats.org/officeDocument/2006/relationships/notesMaster" Target="/ppt/notesMasters/notesMaster1.xml" Id="Rb62c26168c024e4d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b57fbef5a9294609" /><Relationship Type="http://schemas.openxmlformats.org/officeDocument/2006/relationships/notesMaster" Target="/ppt/notesMasters/notesMaster1.xml" Id="R33862b530553435f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8854de5acc184cff" /><Relationship Type="http://schemas.openxmlformats.org/officeDocument/2006/relationships/notesMaster" Target="/ppt/notesMasters/notesMaster1.xml" Id="R066a72522fbc4d0f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c3dbe69c52ca40c5" /><Relationship Type="http://schemas.openxmlformats.org/officeDocument/2006/relationships/notesMaster" Target="/ppt/notesMasters/notesMaster1.xml" Id="R58af24db60b6429a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1dfb8b0833774bca" /><Relationship Type="http://schemas.openxmlformats.org/officeDocument/2006/relationships/notesMaster" Target="/ppt/notesMasters/notesMaster1.xml" Id="R19186d2ebd0a4b05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abe8d6d32532400b" /><Relationship Type="http://schemas.openxmlformats.org/officeDocument/2006/relationships/notesMaster" Target="/ppt/notesMasters/notesMaster1.xml" Id="R0b9aae19dc9d4aed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ba5b85c742a94154" /><Relationship Type="http://schemas.openxmlformats.org/officeDocument/2006/relationships/notesMaster" Target="/ppt/notesMasters/notesMaster1.xml" Id="R57489711d7e64ef1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a6b5e4e10d7b4808" /><Relationship Type="http://schemas.openxmlformats.org/officeDocument/2006/relationships/notesMaster" Target="/ppt/notesMasters/notesMaster1.xml" Id="R361929e3a86e4b44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145c2b8dec514528" /><Relationship Type="http://schemas.openxmlformats.org/officeDocument/2006/relationships/notesMaster" Target="/ppt/notesMasters/notesMaster1.xml" Id="R23be5045a94a4520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ac935e9bcf504031" /><Relationship Type="http://schemas.openxmlformats.org/officeDocument/2006/relationships/notesMaster" Target="/ppt/notesMasters/notesMaster1.xml" Id="R9fadcfc8a7bf4b3b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c7f4b6a76fb44bc6" /><Relationship Type="http://schemas.openxmlformats.org/officeDocument/2006/relationships/notesMaster" Target="/ppt/notesMasters/notesMaster1.xml" Id="R31b94aa93b844b9b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c3ae1fb23e4f41a0" /><Relationship Type="http://schemas.openxmlformats.org/officeDocument/2006/relationships/notesMaster" Target="/ppt/notesMasters/notesMaster1.xml" Id="R349c947c806a45cf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b7726350b2264de2" /><Relationship Type="http://schemas.openxmlformats.org/officeDocument/2006/relationships/notesMaster" Target="/ppt/notesMasters/notesMaster1.xml" Id="R7f25b1e1f73d4276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3a463f6184b644c4" /><Relationship Type="http://schemas.openxmlformats.org/officeDocument/2006/relationships/notesMaster" Target="/ppt/notesMasters/notesMaster1.xml" Id="Ree042d7fee304b0c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acf5131879ba46bf" /><Relationship Type="http://schemas.openxmlformats.org/officeDocument/2006/relationships/notesMaster" Target="/ppt/notesMasters/notesMaster1.xml" Id="R951d823daa0a41e7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87717c277bfd42e4" /><Relationship Type="http://schemas.openxmlformats.org/officeDocument/2006/relationships/notesMaster" Target="/ppt/notesMasters/notesMaster1.xml" Id="R428bb14baad34a76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2865a49b087b49b3" /><Relationship Type="http://schemas.openxmlformats.org/officeDocument/2006/relationships/notesMaster" Target="/ppt/notesMasters/notesMaster1.xml" Id="R48211df2c5fe43cd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63ff251978ca41f4" /><Relationship Type="http://schemas.openxmlformats.org/officeDocument/2006/relationships/notesMaster" Target="/ppt/notesMasters/notesMaster1.xml" Id="R3041fc01cb454c82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cfb21b63825f4953" /><Relationship Type="http://schemas.openxmlformats.org/officeDocument/2006/relationships/notesMaster" Target="/ppt/notesMasters/notesMaster1.xml" Id="Rac6726a8ab204994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9625d2ee7c584961" /><Relationship Type="http://schemas.openxmlformats.org/officeDocument/2006/relationships/notesMaster" Target="/ppt/notesMasters/notesMaster1.xml" Id="R89f57068bc754013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8fd2e67cb56c46a3" /><Relationship Type="http://schemas.openxmlformats.org/officeDocument/2006/relationships/notesMaster" Target="/ppt/notesMasters/notesMaster1.xml" Id="Rafd17033e8d540d6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993df9f9933c4f58" /><Relationship Type="http://schemas.openxmlformats.org/officeDocument/2006/relationships/notesMaster" Target="/ppt/notesMasters/notesMaster1.xml" Id="R17ab04a471344bc9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e4c6fdb64044488b" /><Relationship Type="http://schemas.openxmlformats.org/officeDocument/2006/relationships/notesMaster" Target="/ppt/notesMasters/notesMaster1.xml" Id="Rd15715bdef894967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22562de69bd742a4" /><Relationship Type="http://schemas.openxmlformats.org/officeDocument/2006/relationships/notesMaster" Target="/ppt/notesMasters/notesMaster1.xml" Id="Recd00c37af1d4d3b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54c2392ba5f44d1a" /><Relationship Type="http://schemas.openxmlformats.org/officeDocument/2006/relationships/notesMaster" Target="/ppt/notesMasters/notesMaster1.xml" Id="Rea52beba370f44ab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23ed7bbcbfb249ff" /><Relationship Type="http://schemas.openxmlformats.org/officeDocument/2006/relationships/notesMaster" Target="/ppt/notesMasters/notesMaster1.xml" Id="R8ebe43b0c0a24a93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04ed9a8571b342a8" /><Relationship Type="http://schemas.openxmlformats.org/officeDocument/2006/relationships/notesMaster" Target="/ppt/notesMasters/notesMaster1.xml" Id="R9ed77014ac284796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29e5effc568743ae" /><Relationship Type="http://schemas.openxmlformats.org/officeDocument/2006/relationships/notesMaster" Target="/ppt/notesMasters/notesMaster1.xml" Id="R28ebbe8936a54903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47ed392d6e7d456d" /><Relationship Type="http://schemas.openxmlformats.org/officeDocument/2006/relationships/notesMaster" Target="/ppt/notesMasters/notesMaster1.xml" Id="R54a0527ae30b4f55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1f9052ddc05c4368" /><Relationship Type="http://schemas.openxmlformats.org/officeDocument/2006/relationships/notesMaster" Target="/ppt/notesMasters/notesMaster1.xml" Id="R54f3550498da45b4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f7ce005574e94b99" /><Relationship Type="http://schemas.openxmlformats.org/officeDocument/2006/relationships/notesMaster" Target="/ppt/notesMasters/notesMaster1.xml" Id="Rfbe7304f6cf7498e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b0d9727b8d48496b" /><Relationship Type="http://schemas.openxmlformats.org/officeDocument/2006/relationships/notesMaster" Target="/ppt/notesMasters/notesMaster1.xml" Id="R8360572c811b483b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39276690478d40aa" /><Relationship Type="http://schemas.openxmlformats.org/officeDocument/2006/relationships/notesMaster" Target="/ppt/notesMasters/notesMaster1.xml" Id="R2062d80110bc4fa3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6cfccb399f2248eb" /><Relationship Type="http://schemas.openxmlformats.org/officeDocument/2006/relationships/notesMaster" Target="/ppt/notesMasters/notesMaster1.xml" Id="Rdfbeba67bcdd45e3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85a0c9580ac44f69" /><Relationship Type="http://schemas.openxmlformats.org/officeDocument/2006/relationships/notesMaster" Target="/ppt/notesMasters/notesMaster1.xml" Id="Ra398c86288c643a5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ffeca3d284264c63" /><Relationship Type="http://schemas.openxmlformats.org/officeDocument/2006/relationships/notesMaster" Target="/ppt/notesMasters/notesMaster1.xml" Id="R766093becd964329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b82e9bbfebdd4ea3" /><Relationship Type="http://schemas.openxmlformats.org/officeDocument/2006/relationships/notesMaster" Target="/ppt/notesMasters/notesMaster1.xml" Id="R7e568a8dd2654a7b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747b9ab45d644417" /><Relationship Type="http://schemas.openxmlformats.org/officeDocument/2006/relationships/notesMaster" Target="/ppt/notesMasters/notesMaster1.xml" Id="Recd0be4adf5043cb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c0c0518e400b463a" /><Relationship Type="http://schemas.openxmlformats.org/officeDocument/2006/relationships/notesMaster" Target="/ppt/notesMasters/notesMaster1.xml" Id="R829e8f19c32d4e37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359f4dff3fb547d0" /><Relationship Type="http://schemas.openxmlformats.org/officeDocument/2006/relationships/notesMaster" Target="/ppt/notesMasters/notesMaster1.xml" Id="R968ac55c8d984dd7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cb9a3883b47f4974" /><Relationship Type="http://schemas.openxmlformats.org/officeDocument/2006/relationships/notesMaster" Target="/ppt/notesMasters/notesMaster1.xml" Id="Re9918cbec2c44183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9ab6cb850063419c" /><Relationship Type="http://schemas.openxmlformats.org/officeDocument/2006/relationships/notesMaster" Target="/ppt/notesMasters/notesMaster1.xml" Id="Ra6b088a45f89418f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49de516cfc374931" /><Relationship Type="http://schemas.openxmlformats.org/officeDocument/2006/relationships/notesMaster" Target="/ppt/notesMasters/notesMaster1.xml" Id="R85763a4789d447b0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f511fc7e801146b9" /><Relationship Type="http://schemas.openxmlformats.org/officeDocument/2006/relationships/notesMaster" Target="/ppt/notesMasters/notesMaster1.xml" Id="R982fab7310d04bf5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63f82f275b434ff8" /><Relationship Type="http://schemas.openxmlformats.org/officeDocument/2006/relationships/notesMaster" Target="/ppt/notesMasters/notesMaster1.xml" Id="R8d62fb2e6c3e4073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41f29f2d160c46d1" /><Relationship Type="http://schemas.openxmlformats.org/officeDocument/2006/relationships/notesMaster" Target="/ppt/notesMasters/notesMaster1.xml" Id="Rc76b6b151b4441ad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dad8e37ba5c54720" /><Relationship Type="http://schemas.openxmlformats.org/officeDocument/2006/relationships/notesMaster" Target="/ppt/notesMasters/notesMaster1.xml" Id="R217e955ad3a940a4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9ea72a19c95b468b" /><Relationship Type="http://schemas.openxmlformats.org/officeDocument/2006/relationships/notesMaster" Target="/ppt/notesMasters/notesMaster1.xml" Id="Racedbc975b7b46e8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bf3187ab0a5c4f8a" /><Relationship Type="http://schemas.openxmlformats.org/officeDocument/2006/relationships/notesMaster" Target="/ppt/notesMasters/notesMaster1.xml" Id="R3a74a6f022b64d0e" /></Relationships>
</file>

<file path=ppt/notesSlides/_rels/notesSlide276.xml.rels>&#65279;<?xml version="1.0" encoding="utf-8"?><Relationships xmlns="http://schemas.openxmlformats.org/package/2006/relationships"><Relationship Type="http://schemas.openxmlformats.org/officeDocument/2006/relationships/slide" Target="/ppt/slides/slide276.xml" Id="Rebe157bb705a4040" /><Relationship Type="http://schemas.openxmlformats.org/officeDocument/2006/relationships/notesMaster" Target="/ppt/notesMasters/notesMaster1.xml" Id="R97f39f4e1b8a4796" /></Relationships>
</file>

<file path=ppt/notesSlides/_rels/notesSlide277.xml.rels>&#65279;<?xml version="1.0" encoding="utf-8"?><Relationships xmlns="http://schemas.openxmlformats.org/package/2006/relationships"><Relationship Type="http://schemas.openxmlformats.org/officeDocument/2006/relationships/slide" Target="/ppt/slides/slide277.xml" Id="R6cb3eef6490b4118" /><Relationship Type="http://schemas.openxmlformats.org/officeDocument/2006/relationships/notesMaster" Target="/ppt/notesMasters/notesMaster1.xml" Id="R7afa2e0c34fa44a1" /></Relationships>
</file>

<file path=ppt/notesSlides/_rels/notesSlide278.xml.rels>&#65279;<?xml version="1.0" encoding="utf-8"?><Relationships xmlns="http://schemas.openxmlformats.org/package/2006/relationships"><Relationship Type="http://schemas.openxmlformats.org/officeDocument/2006/relationships/slide" Target="/ppt/slides/slide278.xml" Id="R2420488614e648db" /><Relationship Type="http://schemas.openxmlformats.org/officeDocument/2006/relationships/notesMaster" Target="/ppt/notesMasters/notesMaster1.xml" Id="R1c2c0523746448c5" /></Relationships>
</file>

<file path=ppt/notesSlides/_rels/notesSlide279.xml.rels>&#65279;<?xml version="1.0" encoding="utf-8"?><Relationships xmlns="http://schemas.openxmlformats.org/package/2006/relationships"><Relationship Type="http://schemas.openxmlformats.org/officeDocument/2006/relationships/slide" Target="/ppt/slides/slide279.xml" Id="R831c07a3e4964325" /><Relationship Type="http://schemas.openxmlformats.org/officeDocument/2006/relationships/notesMaster" Target="/ppt/notesMasters/notesMaster1.xml" Id="R5d03770dce37432c" /></Relationships>
</file>

<file path=ppt/notesSlides/_rels/notesSlide280.xml.rels>&#65279;<?xml version="1.0" encoding="utf-8"?><Relationships xmlns="http://schemas.openxmlformats.org/package/2006/relationships"><Relationship Type="http://schemas.openxmlformats.org/officeDocument/2006/relationships/slide" Target="/ppt/slides/slide280.xml" Id="R6d6452c891684bc5" /><Relationship Type="http://schemas.openxmlformats.org/officeDocument/2006/relationships/notesMaster" Target="/ppt/notesMasters/notesMaster1.xml" Id="Rbf46450c0e304ef0" /></Relationships>
</file>

<file path=ppt/notesSlides/_rels/notesSlide281.xml.rels>&#65279;<?xml version="1.0" encoding="utf-8"?><Relationships xmlns="http://schemas.openxmlformats.org/package/2006/relationships"><Relationship Type="http://schemas.openxmlformats.org/officeDocument/2006/relationships/slide" Target="/ppt/slides/slide281.xml" Id="R9937bcf909f74590" /><Relationship Type="http://schemas.openxmlformats.org/officeDocument/2006/relationships/notesMaster" Target="/ppt/notesMasters/notesMaster1.xml" Id="Reb79b163d5554180" /></Relationships>
</file>

<file path=ppt/notesSlides/_rels/notesSlide282.xml.rels>&#65279;<?xml version="1.0" encoding="utf-8"?><Relationships xmlns="http://schemas.openxmlformats.org/package/2006/relationships"><Relationship Type="http://schemas.openxmlformats.org/officeDocument/2006/relationships/slide" Target="/ppt/slides/slide282.xml" Id="Rfd7ab8df15404312" /><Relationship Type="http://schemas.openxmlformats.org/officeDocument/2006/relationships/notesMaster" Target="/ppt/notesMasters/notesMaster1.xml" Id="Re9d44ed029614732" /></Relationships>
</file>

<file path=ppt/notesSlides/_rels/notesSlide283.xml.rels>&#65279;<?xml version="1.0" encoding="utf-8"?><Relationships xmlns="http://schemas.openxmlformats.org/package/2006/relationships"><Relationship Type="http://schemas.openxmlformats.org/officeDocument/2006/relationships/slide" Target="/ppt/slides/slide283.xml" Id="R0e6b5a253f954d2a" /><Relationship Type="http://schemas.openxmlformats.org/officeDocument/2006/relationships/notesMaster" Target="/ppt/notesMasters/notesMaster1.xml" Id="R973c4d8c22874cab" /></Relationships>
</file>

<file path=ppt/notesSlides/_rels/notesSlide284.xml.rels>&#65279;<?xml version="1.0" encoding="utf-8"?><Relationships xmlns="http://schemas.openxmlformats.org/package/2006/relationships"><Relationship Type="http://schemas.openxmlformats.org/officeDocument/2006/relationships/slide" Target="/ppt/slides/slide284.xml" Id="Rcb73da0a3a18480d" /><Relationship Type="http://schemas.openxmlformats.org/officeDocument/2006/relationships/notesMaster" Target="/ppt/notesMasters/notesMaster1.xml" Id="R3060441ed47447f7" /></Relationships>
</file>

<file path=ppt/notesSlides/_rels/notesSlide285.xml.rels>&#65279;<?xml version="1.0" encoding="utf-8"?><Relationships xmlns="http://schemas.openxmlformats.org/package/2006/relationships"><Relationship Type="http://schemas.openxmlformats.org/officeDocument/2006/relationships/slide" Target="/ppt/slides/slide285.xml" Id="R29fa2c6f1efa4318" /><Relationship Type="http://schemas.openxmlformats.org/officeDocument/2006/relationships/notesMaster" Target="/ppt/notesMasters/notesMaster1.xml" Id="R62fad6d7897c40a6" /></Relationships>
</file>

<file path=ppt/notesSlides/_rels/notesSlide286.xml.rels>&#65279;<?xml version="1.0" encoding="utf-8"?><Relationships xmlns="http://schemas.openxmlformats.org/package/2006/relationships"><Relationship Type="http://schemas.openxmlformats.org/officeDocument/2006/relationships/slide" Target="/ppt/slides/slide286.xml" Id="R06a34cb109c84b51" /><Relationship Type="http://schemas.openxmlformats.org/officeDocument/2006/relationships/notesMaster" Target="/ppt/notesMasters/notesMaster1.xml" Id="Rfdf0e939bcfb4f22" /></Relationships>
</file>

<file path=ppt/notesSlides/_rels/notesSlide287.xml.rels>&#65279;<?xml version="1.0" encoding="utf-8"?><Relationships xmlns="http://schemas.openxmlformats.org/package/2006/relationships"><Relationship Type="http://schemas.openxmlformats.org/officeDocument/2006/relationships/slide" Target="/ppt/slides/slide287.xml" Id="R069e4e9e55174cd8" /><Relationship Type="http://schemas.openxmlformats.org/officeDocument/2006/relationships/notesMaster" Target="/ppt/notesMasters/notesMaster1.xml" Id="Rcd6e9d9e1e3b4c51" /></Relationships>
</file>

<file path=ppt/notesSlides/_rels/notesSlide288.xml.rels>&#65279;<?xml version="1.0" encoding="utf-8"?><Relationships xmlns="http://schemas.openxmlformats.org/package/2006/relationships"><Relationship Type="http://schemas.openxmlformats.org/officeDocument/2006/relationships/slide" Target="/ppt/slides/slide288.xml" Id="R41381514927646e3" /><Relationship Type="http://schemas.openxmlformats.org/officeDocument/2006/relationships/notesMaster" Target="/ppt/notesMasters/notesMaster1.xml" Id="Rcc892817c5fc4b2a" /></Relationships>
</file>

<file path=ppt/notesSlides/_rels/notesSlide289.xml.rels>&#65279;<?xml version="1.0" encoding="utf-8"?><Relationships xmlns="http://schemas.openxmlformats.org/package/2006/relationships"><Relationship Type="http://schemas.openxmlformats.org/officeDocument/2006/relationships/slide" Target="/ppt/slides/slide289.xml" Id="Rf3a7fded3b4448c9" /><Relationship Type="http://schemas.openxmlformats.org/officeDocument/2006/relationships/notesMaster" Target="/ppt/notesMasters/notesMaster1.xml" Id="Rca21eedb18a6424b" /></Relationships>
</file>

<file path=ppt/notesSlides/_rels/notesSlide290.xml.rels>&#65279;<?xml version="1.0" encoding="utf-8"?><Relationships xmlns="http://schemas.openxmlformats.org/package/2006/relationships"><Relationship Type="http://schemas.openxmlformats.org/officeDocument/2006/relationships/slide" Target="/ppt/slides/slide290.xml" Id="Re6be075fa3734671" /><Relationship Type="http://schemas.openxmlformats.org/officeDocument/2006/relationships/notesMaster" Target="/ppt/notesMasters/notesMaster1.xml" Id="R90faa4eaa9ed4501" /></Relationships>
</file>

<file path=ppt/notesSlides/_rels/notesSlide291.xml.rels>&#65279;<?xml version="1.0" encoding="utf-8"?><Relationships xmlns="http://schemas.openxmlformats.org/package/2006/relationships"><Relationship Type="http://schemas.openxmlformats.org/officeDocument/2006/relationships/slide" Target="/ppt/slides/slide291.xml" Id="R936e690cc5a04329" /><Relationship Type="http://schemas.openxmlformats.org/officeDocument/2006/relationships/notesMaster" Target="/ppt/notesMasters/notesMaster1.xml" Id="R4420954a464f4ecd" /></Relationships>
</file>

<file path=ppt/notesSlides/_rels/notesSlide292.xml.rels>&#65279;<?xml version="1.0" encoding="utf-8"?><Relationships xmlns="http://schemas.openxmlformats.org/package/2006/relationships"><Relationship Type="http://schemas.openxmlformats.org/officeDocument/2006/relationships/slide" Target="/ppt/slides/slide292.xml" Id="R937ce897ce234bff" /><Relationship Type="http://schemas.openxmlformats.org/officeDocument/2006/relationships/notesMaster" Target="/ppt/notesMasters/notesMaster1.xml" Id="R83cb6eb8ab2e4897" /></Relationships>
</file>

<file path=ppt/notesSlides/_rels/notesSlide293.xml.rels>&#65279;<?xml version="1.0" encoding="utf-8"?><Relationships xmlns="http://schemas.openxmlformats.org/package/2006/relationships"><Relationship Type="http://schemas.openxmlformats.org/officeDocument/2006/relationships/slide" Target="/ppt/slides/slide293.xml" Id="R6612d7036a8445d3" /><Relationship Type="http://schemas.openxmlformats.org/officeDocument/2006/relationships/notesMaster" Target="/ppt/notesMasters/notesMaster1.xml" Id="Rac8f7d682df54702" /></Relationships>
</file>

<file path=ppt/notesSlides/_rels/notesSlide294.xml.rels>&#65279;<?xml version="1.0" encoding="utf-8"?><Relationships xmlns="http://schemas.openxmlformats.org/package/2006/relationships"><Relationship Type="http://schemas.openxmlformats.org/officeDocument/2006/relationships/slide" Target="/ppt/slides/slide294.xml" Id="R87f4572d66234a73" /><Relationship Type="http://schemas.openxmlformats.org/officeDocument/2006/relationships/notesMaster" Target="/ppt/notesMasters/notesMaster1.xml" Id="R273f96296aae4cfa" /></Relationships>
</file>

<file path=ppt/notesSlides/_rels/notesSlide295.xml.rels>&#65279;<?xml version="1.0" encoding="utf-8"?><Relationships xmlns="http://schemas.openxmlformats.org/package/2006/relationships"><Relationship Type="http://schemas.openxmlformats.org/officeDocument/2006/relationships/slide" Target="/ppt/slides/slide295.xml" Id="R71aab1e710984c08" /><Relationship Type="http://schemas.openxmlformats.org/officeDocument/2006/relationships/notesMaster" Target="/ppt/notesMasters/notesMaster1.xml" Id="Re35e88c2aeb74e28" /></Relationships>
</file>

<file path=ppt/notesSlides/_rels/notesSlide296.xml.rels>&#65279;<?xml version="1.0" encoding="utf-8"?><Relationships xmlns="http://schemas.openxmlformats.org/package/2006/relationships"><Relationship Type="http://schemas.openxmlformats.org/officeDocument/2006/relationships/slide" Target="/ppt/slides/slide296.xml" Id="Rdb9a7f9d7d464e57" /><Relationship Type="http://schemas.openxmlformats.org/officeDocument/2006/relationships/notesMaster" Target="/ppt/notesMasters/notesMaster1.xml" Id="Reb0b73f43aac4e18" /></Relationships>
</file>

<file path=ppt/notesSlides/_rels/notesSlide297.xml.rels>&#65279;<?xml version="1.0" encoding="utf-8"?><Relationships xmlns="http://schemas.openxmlformats.org/package/2006/relationships"><Relationship Type="http://schemas.openxmlformats.org/officeDocument/2006/relationships/slide" Target="/ppt/slides/slide297.xml" Id="R95630ba610d74223" /><Relationship Type="http://schemas.openxmlformats.org/officeDocument/2006/relationships/notesMaster" Target="/ppt/notesMasters/notesMaster1.xml" Id="R8213e0cab393463b" /></Relationships>
</file>

<file path=ppt/notesSlides/_rels/notesSlide298.xml.rels>&#65279;<?xml version="1.0" encoding="utf-8"?><Relationships xmlns="http://schemas.openxmlformats.org/package/2006/relationships"><Relationship Type="http://schemas.openxmlformats.org/officeDocument/2006/relationships/slide" Target="/ppt/slides/slide298.xml" Id="Rfdf08fe69ffa490d" /><Relationship Type="http://schemas.openxmlformats.org/officeDocument/2006/relationships/notesMaster" Target="/ppt/notesMasters/notesMaster1.xml" Id="R66a2b604639a4128" /></Relationships>
</file>

<file path=ppt/notesSlides/_rels/notesSlide299.xml.rels>&#65279;<?xml version="1.0" encoding="utf-8"?><Relationships xmlns="http://schemas.openxmlformats.org/package/2006/relationships"><Relationship Type="http://schemas.openxmlformats.org/officeDocument/2006/relationships/slide" Target="/ppt/slides/slide299.xml" Id="Ra24a6803ecae4ea0" /><Relationship Type="http://schemas.openxmlformats.org/officeDocument/2006/relationships/notesMaster" Target="/ppt/notesMasters/notesMaster1.xml" Id="R4ca3cd5853a6433d" /></Relationships>
</file>

<file path=ppt/notesSlides/_rels/notesSlide300.xml.rels>&#65279;<?xml version="1.0" encoding="utf-8"?><Relationships xmlns="http://schemas.openxmlformats.org/package/2006/relationships"><Relationship Type="http://schemas.openxmlformats.org/officeDocument/2006/relationships/slide" Target="/ppt/slides/slide300.xml" Id="R203693cd5a764ef8" /><Relationship Type="http://schemas.openxmlformats.org/officeDocument/2006/relationships/notesMaster" Target="/ppt/notesMasters/notesMaster1.xml" Id="R858cf8ad64c6441b" /></Relationships>
</file>

<file path=ppt/notesSlides/_rels/notesSlide301.xml.rels>&#65279;<?xml version="1.0" encoding="utf-8"?><Relationships xmlns="http://schemas.openxmlformats.org/package/2006/relationships"><Relationship Type="http://schemas.openxmlformats.org/officeDocument/2006/relationships/slide" Target="/ppt/slides/slide301.xml" Id="R307e1198d3084e61" /><Relationship Type="http://schemas.openxmlformats.org/officeDocument/2006/relationships/notesMaster" Target="/ppt/notesMasters/notesMaster1.xml" Id="Rccf866069dbb404f" /></Relationships>
</file>

<file path=ppt/notesSlides/_rels/notesSlide302.xml.rels>&#65279;<?xml version="1.0" encoding="utf-8"?><Relationships xmlns="http://schemas.openxmlformats.org/package/2006/relationships"><Relationship Type="http://schemas.openxmlformats.org/officeDocument/2006/relationships/slide" Target="/ppt/slides/slide302.xml" Id="Refeef35245fb499c" /><Relationship Type="http://schemas.openxmlformats.org/officeDocument/2006/relationships/notesMaster" Target="/ppt/notesMasters/notesMaster1.xml" Id="R6cd23fcbd03140b5" /></Relationships>
</file>

<file path=ppt/notesSlides/_rels/notesSlide303.xml.rels>&#65279;<?xml version="1.0" encoding="utf-8"?><Relationships xmlns="http://schemas.openxmlformats.org/package/2006/relationships"><Relationship Type="http://schemas.openxmlformats.org/officeDocument/2006/relationships/slide" Target="/ppt/slides/slide303.xml" Id="R77295d5a11fb4d27" /><Relationship Type="http://schemas.openxmlformats.org/officeDocument/2006/relationships/notesMaster" Target="/ppt/notesMasters/notesMaster1.xml" Id="Rce27bea7a8754e46" /></Relationships>
</file>

<file path=ppt/notesSlides/_rels/notesSlide304.xml.rels>&#65279;<?xml version="1.0" encoding="utf-8"?><Relationships xmlns="http://schemas.openxmlformats.org/package/2006/relationships"><Relationship Type="http://schemas.openxmlformats.org/officeDocument/2006/relationships/slide" Target="/ppt/slides/slide304.xml" Id="R8df9e56ad7cc4a4a" /><Relationship Type="http://schemas.openxmlformats.org/officeDocument/2006/relationships/notesMaster" Target="/ppt/notesMasters/notesMaster1.xml" Id="R183f53a9640142dc" /></Relationships>
</file>

<file path=ppt/notesSlides/_rels/notesSlide305.xml.rels>&#65279;<?xml version="1.0" encoding="utf-8"?><Relationships xmlns="http://schemas.openxmlformats.org/package/2006/relationships"><Relationship Type="http://schemas.openxmlformats.org/officeDocument/2006/relationships/slide" Target="/ppt/slides/slide305.xml" Id="Red1964bfacde4df9" /><Relationship Type="http://schemas.openxmlformats.org/officeDocument/2006/relationships/notesMaster" Target="/ppt/notesMasters/notesMaster1.xml" Id="R2e06edf5c90a473d" /></Relationships>
</file>

<file path=ppt/notesSlides/_rels/notesSlide306.xml.rels>&#65279;<?xml version="1.0" encoding="utf-8"?><Relationships xmlns="http://schemas.openxmlformats.org/package/2006/relationships"><Relationship Type="http://schemas.openxmlformats.org/officeDocument/2006/relationships/slide" Target="/ppt/slides/slide306.xml" Id="Re981d7c9d1474dcb" /><Relationship Type="http://schemas.openxmlformats.org/officeDocument/2006/relationships/notesMaster" Target="/ppt/notesMasters/notesMaster1.xml" Id="R174a3fc30ee74beb" /></Relationships>
</file>

<file path=ppt/notesSlides/_rels/notesSlide307.xml.rels>&#65279;<?xml version="1.0" encoding="utf-8"?><Relationships xmlns="http://schemas.openxmlformats.org/package/2006/relationships"><Relationship Type="http://schemas.openxmlformats.org/officeDocument/2006/relationships/slide" Target="/ppt/slides/slide307.xml" Id="R6959a598b096479e" /><Relationship Type="http://schemas.openxmlformats.org/officeDocument/2006/relationships/notesMaster" Target="/ppt/notesMasters/notesMaster1.xml" Id="R05c123ad7bd44912" /></Relationships>
</file>

<file path=ppt/notesSlides/_rels/notesSlide308.xml.rels>&#65279;<?xml version="1.0" encoding="utf-8"?><Relationships xmlns="http://schemas.openxmlformats.org/package/2006/relationships"><Relationship Type="http://schemas.openxmlformats.org/officeDocument/2006/relationships/slide" Target="/ppt/slides/slide308.xml" Id="R9fc36940b6b04ded" /><Relationship Type="http://schemas.openxmlformats.org/officeDocument/2006/relationships/notesMaster" Target="/ppt/notesMasters/notesMaster1.xml" Id="R5eec659e43674553" /></Relationships>
</file>

<file path=ppt/notesSlides/_rels/notesSlide309.xml.rels>&#65279;<?xml version="1.0" encoding="utf-8"?><Relationships xmlns="http://schemas.openxmlformats.org/package/2006/relationships"><Relationship Type="http://schemas.openxmlformats.org/officeDocument/2006/relationships/slide" Target="/ppt/slides/slide309.xml" Id="R9b165b803ceb4d94" /><Relationship Type="http://schemas.openxmlformats.org/officeDocument/2006/relationships/notesMaster" Target="/ppt/notesMasters/notesMaster1.xml" Id="R52b8d6b351974d75" /></Relationships>
</file>

<file path=ppt/notesSlides/_rels/notesSlide310.xml.rels>&#65279;<?xml version="1.0" encoding="utf-8"?><Relationships xmlns="http://schemas.openxmlformats.org/package/2006/relationships"><Relationship Type="http://schemas.openxmlformats.org/officeDocument/2006/relationships/slide" Target="/ppt/slides/slide310.xml" Id="Rcbbe67a342254ad1" /><Relationship Type="http://schemas.openxmlformats.org/officeDocument/2006/relationships/notesMaster" Target="/ppt/notesMasters/notesMaster1.xml" Id="R9aaca36f05d34b65" /></Relationships>
</file>

<file path=ppt/notesSlides/_rels/notesSlide311.xml.rels>&#65279;<?xml version="1.0" encoding="utf-8"?><Relationships xmlns="http://schemas.openxmlformats.org/package/2006/relationships"><Relationship Type="http://schemas.openxmlformats.org/officeDocument/2006/relationships/slide" Target="/ppt/slides/slide311.xml" Id="R3a7b571df4194988" /><Relationship Type="http://schemas.openxmlformats.org/officeDocument/2006/relationships/notesMaster" Target="/ppt/notesMasters/notesMaster1.xml" Id="R1037ac2b980e49d1" /></Relationships>
</file>

<file path=ppt/notesSlides/_rels/notesSlide312.xml.rels>&#65279;<?xml version="1.0" encoding="utf-8"?><Relationships xmlns="http://schemas.openxmlformats.org/package/2006/relationships"><Relationship Type="http://schemas.openxmlformats.org/officeDocument/2006/relationships/slide" Target="/ppt/slides/slide312.xml" Id="R66489c6258c44a0a" /><Relationship Type="http://schemas.openxmlformats.org/officeDocument/2006/relationships/notesMaster" Target="/ppt/notesMasters/notesMaster1.xml" Id="R19c8879b6dca48ae" /></Relationships>
</file>

<file path=ppt/notesSlides/_rels/notesSlide313.xml.rels>&#65279;<?xml version="1.0" encoding="utf-8"?><Relationships xmlns="http://schemas.openxmlformats.org/package/2006/relationships"><Relationship Type="http://schemas.openxmlformats.org/officeDocument/2006/relationships/slide" Target="/ppt/slides/slide313.xml" Id="R50875d74a5dd40e1" /><Relationship Type="http://schemas.openxmlformats.org/officeDocument/2006/relationships/notesMaster" Target="/ppt/notesMasters/notesMaster1.xml" Id="Rc241006befb04b46" /></Relationships>
</file>

<file path=ppt/notesSlides/_rels/notesSlide314.xml.rels>&#65279;<?xml version="1.0" encoding="utf-8"?><Relationships xmlns="http://schemas.openxmlformats.org/package/2006/relationships"><Relationship Type="http://schemas.openxmlformats.org/officeDocument/2006/relationships/slide" Target="/ppt/slides/slide314.xml" Id="R6d9515895f4a4079" /><Relationship Type="http://schemas.openxmlformats.org/officeDocument/2006/relationships/notesMaster" Target="/ppt/notesMasters/notesMaster1.xml" Id="Rc5ed4f7742344698" /></Relationships>
</file>

<file path=ppt/notesSlides/_rels/notesSlide315.xml.rels>&#65279;<?xml version="1.0" encoding="utf-8"?><Relationships xmlns="http://schemas.openxmlformats.org/package/2006/relationships"><Relationship Type="http://schemas.openxmlformats.org/officeDocument/2006/relationships/slide" Target="/ppt/slides/slide315.xml" Id="Re23f9f14f51a4363" /><Relationship Type="http://schemas.openxmlformats.org/officeDocument/2006/relationships/notesMaster" Target="/ppt/notesMasters/notesMaster1.xml" Id="Rcbe31472df9b44a4" /></Relationships>
</file>

<file path=ppt/notesSlides/_rels/notesSlide316.xml.rels>&#65279;<?xml version="1.0" encoding="utf-8"?><Relationships xmlns="http://schemas.openxmlformats.org/package/2006/relationships"><Relationship Type="http://schemas.openxmlformats.org/officeDocument/2006/relationships/slide" Target="/ppt/slides/slide316.xml" Id="R76c88c0a1fba419e" /><Relationship Type="http://schemas.openxmlformats.org/officeDocument/2006/relationships/notesMaster" Target="/ppt/notesMasters/notesMaster1.xml" Id="Rf6347c53de844386" /></Relationships>
</file>

<file path=ppt/notesSlides/_rels/notesSlide317.xml.rels>&#65279;<?xml version="1.0" encoding="utf-8"?><Relationships xmlns="http://schemas.openxmlformats.org/package/2006/relationships"><Relationship Type="http://schemas.openxmlformats.org/officeDocument/2006/relationships/slide" Target="/ppt/slides/slide317.xml" Id="R16194ac1745b4351" /><Relationship Type="http://schemas.openxmlformats.org/officeDocument/2006/relationships/notesMaster" Target="/ppt/notesMasters/notesMaster1.xml" Id="R29cb7c1b71fe4f95" /></Relationships>
</file>

<file path=ppt/notesSlides/_rels/notesSlide318.xml.rels>&#65279;<?xml version="1.0" encoding="utf-8"?><Relationships xmlns="http://schemas.openxmlformats.org/package/2006/relationships"><Relationship Type="http://schemas.openxmlformats.org/officeDocument/2006/relationships/slide" Target="/ppt/slides/slide318.xml" Id="R7273565051214999" /><Relationship Type="http://schemas.openxmlformats.org/officeDocument/2006/relationships/notesMaster" Target="/ppt/notesMasters/notesMaster1.xml" Id="R1a2a15a2313b4d51" /></Relationships>
</file>

<file path=ppt/notesSlides/_rels/notesSlide319.xml.rels>&#65279;<?xml version="1.0" encoding="utf-8"?><Relationships xmlns="http://schemas.openxmlformats.org/package/2006/relationships"><Relationship Type="http://schemas.openxmlformats.org/officeDocument/2006/relationships/slide" Target="/ppt/slides/slide319.xml" Id="R08571e725b784ba5" /><Relationship Type="http://schemas.openxmlformats.org/officeDocument/2006/relationships/notesMaster" Target="/ppt/notesMasters/notesMaster1.xml" Id="Refc6ee4edc5c4cc5" /></Relationships>
</file>

<file path=ppt/notesSlides/_rels/notesSlide320.xml.rels>&#65279;<?xml version="1.0" encoding="utf-8"?><Relationships xmlns="http://schemas.openxmlformats.org/package/2006/relationships"><Relationship Type="http://schemas.openxmlformats.org/officeDocument/2006/relationships/slide" Target="/ppt/slides/slide320.xml" Id="R572b92b695fb4c34" /><Relationship Type="http://schemas.openxmlformats.org/officeDocument/2006/relationships/notesMaster" Target="/ppt/notesMasters/notesMaster1.xml" Id="R5679cf32a8bf43f1" /></Relationships>
</file>

<file path=ppt/notesSlides/_rels/notesSlide321.xml.rels>&#65279;<?xml version="1.0" encoding="utf-8"?><Relationships xmlns="http://schemas.openxmlformats.org/package/2006/relationships"><Relationship Type="http://schemas.openxmlformats.org/officeDocument/2006/relationships/slide" Target="/ppt/slides/slide321.xml" Id="R55ee705f7d2742b7" /><Relationship Type="http://schemas.openxmlformats.org/officeDocument/2006/relationships/notesMaster" Target="/ppt/notesMasters/notesMaster1.xml" Id="Rfa44747cebad4551" /></Relationships>
</file>

<file path=ppt/notesSlides/_rels/notesSlide322.xml.rels>&#65279;<?xml version="1.0" encoding="utf-8"?><Relationships xmlns="http://schemas.openxmlformats.org/package/2006/relationships"><Relationship Type="http://schemas.openxmlformats.org/officeDocument/2006/relationships/slide" Target="/ppt/slides/slide322.xml" Id="Re1414060a4454b4a" /><Relationship Type="http://schemas.openxmlformats.org/officeDocument/2006/relationships/notesMaster" Target="/ppt/notesMasters/notesMaster1.xml" Id="R367d1969129c4297" /></Relationships>
</file>

<file path=ppt/notesSlides/_rels/notesSlide323.xml.rels>&#65279;<?xml version="1.0" encoding="utf-8"?><Relationships xmlns="http://schemas.openxmlformats.org/package/2006/relationships"><Relationship Type="http://schemas.openxmlformats.org/officeDocument/2006/relationships/slide" Target="/ppt/slides/slide323.xml" Id="R3747ab2e12be4298" /><Relationship Type="http://schemas.openxmlformats.org/officeDocument/2006/relationships/notesMaster" Target="/ppt/notesMasters/notesMaster1.xml" Id="R3c558047d9ae4dc4" /></Relationships>
</file>

<file path=ppt/notesSlides/_rels/notesSlide324.xml.rels>&#65279;<?xml version="1.0" encoding="utf-8"?><Relationships xmlns="http://schemas.openxmlformats.org/package/2006/relationships"><Relationship Type="http://schemas.openxmlformats.org/officeDocument/2006/relationships/slide" Target="/ppt/slides/slide324.xml" Id="R76ec32b8276c456d" /><Relationship Type="http://schemas.openxmlformats.org/officeDocument/2006/relationships/notesMaster" Target="/ppt/notesMasters/notesMaster1.xml" Id="Re19ef0a8426f415a" /></Relationships>
</file>

<file path=ppt/notesSlides/_rels/notesSlide325.xml.rels>&#65279;<?xml version="1.0" encoding="utf-8"?><Relationships xmlns="http://schemas.openxmlformats.org/package/2006/relationships"><Relationship Type="http://schemas.openxmlformats.org/officeDocument/2006/relationships/slide" Target="/ppt/slides/slide325.xml" Id="R3ace599202b2419c" /><Relationship Type="http://schemas.openxmlformats.org/officeDocument/2006/relationships/notesMaster" Target="/ppt/notesMasters/notesMaster1.xml" Id="Ra1158c8db4524090" /></Relationships>
</file>

<file path=ppt/notesSlides/_rels/notesSlide326.xml.rels>&#65279;<?xml version="1.0" encoding="utf-8"?><Relationships xmlns="http://schemas.openxmlformats.org/package/2006/relationships"><Relationship Type="http://schemas.openxmlformats.org/officeDocument/2006/relationships/slide" Target="/ppt/slides/slide326.xml" Id="Ra8b3ed3b554d4b6a" /><Relationship Type="http://schemas.openxmlformats.org/officeDocument/2006/relationships/notesMaster" Target="/ppt/notesMasters/notesMaster1.xml" Id="R055e4839ea0f4314" /></Relationships>
</file>

<file path=ppt/notesSlides/_rels/notesSlide327.xml.rels>&#65279;<?xml version="1.0" encoding="utf-8"?><Relationships xmlns="http://schemas.openxmlformats.org/package/2006/relationships"><Relationship Type="http://schemas.openxmlformats.org/officeDocument/2006/relationships/slide" Target="/ppt/slides/slide327.xml" Id="R94865a6b69304f7c" /><Relationship Type="http://schemas.openxmlformats.org/officeDocument/2006/relationships/notesMaster" Target="/ppt/notesMasters/notesMaster1.xml" Id="R8018a9bc2b4b4161" /></Relationships>
</file>

<file path=ppt/notesSlides/_rels/notesSlide328.xml.rels>&#65279;<?xml version="1.0" encoding="utf-8"?><Relationships xmlns="http://schemas.openxmlformats.org/package/2006/relationships"><Relationship Type="http://schemas.openxmlformats.org/officeDocument/2006/relationships/slide" Target="/ppt/slides/slide328.xml" Id="R82f7e8101f9c43e1" /><Relationship Type="http://schemas.openxmlformats.org/officeDocument/2006/relationships/notesMaster" Target="/ppt/notesMasters/notesMaster1.xml" Id="R0f56c01a443c4cc2" /></Relationships>
</file>

<file path=ppt/notesSlides/_rels/notesSlide329.xml.rels>&#65279;<?xml version="1.0" encoding="utf-8"?><Relationships xmlns="http://schemas.openxmlformats.org/package/2006/relationships"><Relationship Type="http://schemas.openxmlformats.org/officeDocument/2006/relationships/slide" Target="/ppt/slides/slide329.xml" Id="R6e758ee49b934e49" /><Relationship Type="http://schemas.openxmlformats.org/officeDocument/2006/relationships/notesMaster" Target="/ppt/notesMasters/notesMaster1.xml" Id="R4622a0cb3c294165" /></Relationships>
</file>

<file path=ppt/notesSlides/_rels/notesSlide330.xml.rels>&#65279;<?xml version="1.0" encoding="utf-8"?><Relationships xmlns="http://schemas.openxmlformats.org/package/2006/relationships"><Relationship Type="http://schemas.openxmlformats.org/officeDocument/2006/relationships/slide" Target="/ppt/slides/slide330.xml" Id="R4778e786b85a40df" /><Relationship Type="http://schemas.openxmlformats.org/officeDocument/2006/relationships/notesMaster" Target="/ppt/notesMasters/notesMaster1.xml" Id="R6bc0076fdfc248cf" /></Relationships>
</file>

<file path=ppt/notesSlides/_rels/notesSlide331.xml.rels>&#65279;<?xml version="1.0" encoding="utf-8"?><Relationships xmlns="http://schemas.openxmlformats.org/package/2006/relationships"><Relationship Type="http://schemas.openxmlformats.org/officeDocument/2006/relationships/slide" Target="/ppt/slides/slide331.xml" Id="Re6251deb108c484f" /><Relationship Type="http://schemas.openxmlformats.org/officeDocument/2006/relationships/notesMaster" Target="/ppt/notesMasters/notesMaster1.xml" Id="Rcc6202f5bc814b65" /></Relationships>
</file>

<file path=ppt/notesSlides/_rels/notesSlide332.xml.rels>&#65279;<?xml version="1.0" encoding="utf-8"?><Relationships xmlns="http://schemas.openxmlformats.org/package/2006/relationships"><Relationship Type="http://schemas.openxmlformats.org/officeDocument/2006/relationships/slide" Target="/ppt/slides/slide332.xml" Id="R182da57c15ca4b81" /><Relationship Type="http://schemas.openxmlformats.org/officeDocument/2006/relationships/notesMaster" Target="/ppt/notesMasters/notesMaster1.xml" Id="R21cc6881a7a540a2" /></Relationships>
</file>

<file path=ppt/notesSlides/_rels/notesSlide333.xml.rels>&#65279;<?xml version="1.0" encoding="utf-8"?><Relationships xmlns="http://schemas.openxmlformats.org/package/2006/relationships"><Relationship Type="http://schemas.openxmlformats.org/officeDocument/2006/relationships/slide" Target="/ppt/slides/slide333.xml" Id="R90f8f4abf9824d57" /><Relationship Type="http://schemas.openxmlformats.org/officeDocument/2006/relationships/notesMaster" Target="/ppt/notesMasters/notesMaster1.xml" Id="Rd673acc145f64f3e" /></Relationships>
</file>

<file path=ppt/notesSlides/_rels/notesSlide334.xml.rels>&#65279;<?xml version="1.0" encoding="utf-8"?><Relationships xmlns="http://schemas.openxmlformats.org/package/2006/relationships"><Relationship Type="http://schemas.openxmlformats.org/officeDocument/2006/relationships/slide" Target="/ppt/slides/slide334.xml" Id="Raf82738ac5874b97" /><Relationship Type="http://schemas.openxmlformats.org/officeDocument/2006/relationships/notesMaster" Target="/ppt/notesMasters/notesMaster1.xml" Id="R04bf68d165814086" /></Relationships>
</file>

<file path=ppt/notesSlides/_rels/notesSlide774.xml.rels>&#65279;<?xml version="1.0" encoding="utf-8"?><Relationships xmlns="http://schemas.openxmlformats.org/package/2006/relationships"><Relationship Type="http://schemas.openxmlformats.org/officeDocument/2006/relationships/slide" Target="/ppt/slides/slide774.xml" Id="R844bf7fdaeae4a19" /><Relationship Type="http://schemas.openxmlformats.org/officeDocument/2006/relationships/notesMaster" Target="/ppt/notesMasters/notesMaster1.xml" Id="Red306b62bcf94ddc" /></Relationships>
</file>

<file path=ppt/notesSlides/_rels/notesSlide775.xml.rels>&#65279;<?xml version="1.0" encoding="utf-8"?><Relationships xmlns="http://schemas.openxmlformats.org/package/2006/relationships"><Relationship Type="http://schemas.openxmlformats.org/officeDocument/2006/relationships/slide" Target="/ppt/slides/slide775.xml" Id="R7abd29d1b9294231" /><Relationship Type="http://schemas.openxmlformats.org/officeDocument/2006/relationships/notesMaster" Target="/ppt/notesMasters/notesMaster1.xml" Id="R73a49890b7de460d" /></Relationships>
</file>

<file path=ppt/notesSlides/_rels/notesSlide776.xml.rels>&#65279;<?xml version="1.0" encoding="utf-8"?><Relationships xmlns="http://schemas.openxmlformats.org/package/2006/relationships"><Relationship Type="http://schemas.openxmlformats.org/officeDocument/2006/relationships/slide" Target="/ppt/slides/slide776.xml" Id="Rb917e2acb50f44c4" /><Relationship Type="http://schemas.openxmlformats.org/officeDocument/2006/relationships/notesMaster" Target="/ppt/notesMasters/notesMaster1.xml" Id="R6fa0ac814ae449ac" /></Relationships>
</file>

<file path=ppt/notesSlides/_rels/notesSlide777.xml.rels>&#65279;<?xml version="1.0" encoding="utf-8"?><Relationships xmlns="http://schemas.openxmlformats.org/package/2006/relationships"><Relationship Type="http://schemas.openxmlformats.org/officeDocument/2006/relationships/slide" Target="/ppt/slides/slide777.xml" Id="Ra211188bb81d4f10" /><Relationship Type="http://schemas.openxmlformats.org/officeDocument/2006/relationships/notesMaster" Target="/ppt/notesMasters/notesMaster1.xml" Id="Ra401535622b94047" /></Relationships>
</file>

<file path=ppt/notesSlides/_rels/notesSlide778.xml.rels>&#65279;<?xml version="1.0" encoding="utf-8"?><Relationships xmlns="http://schemas.openxmlformats.org/package/2006/relationships"><Relationship Type="http://schemas.openxmlformats.org/officeDocument/2006/relationships/slide" Target="/ppt/slides/slide778.xml" Id="Rf32a340dc7224c0e" /><Relationship Type="http://schemas.openxmlformats.org/officeDocument/2006/relationships/notesMaster" Target="/ppt/notesMasters/notesMaster1.xml" Id="R6cbb198fa1ce4655" /></Relationships>
</file>

<file path=ppt/notesSlides/_rels/notesSlide779.xml.rels>&#65279;<?xml version="1.0" encoding="utf-8"?><Relationships xmlns="http://schemas.openxmlformats.org/package/2006/relationships"><Relationship Type="http://schemas.openxmlformats.org/officeDocument/2006/relationships/slide" Target="/ppt/slides/slide779.xml" Id="Ra19422779eb54663" /><Relationship Type="http://schemas.openxmlformats.org/officeDocument/2006/relationships/notesMaster" Target="/ppt/notesMasters/notesMaster1.xml" Id="R858719be60f44dc8" /></Relationships>
</file>

<file path=ppt/notesSlides/_rels/notesSlide780.xml.rels>&#65279;<?xml version="1.0" encoding="utf-8"?><Relationships xmlns="http://schemas.openxmlformats.org/package/2006/relationships"><Relationship Type="http://schemas.openxmlformats.org/officeDocument/2006/relationships/slide" Target="/ppt/slides/slide780.xml" Id="R94bf646e4b9f4dec" /><Relationship Type="http://schemas.openxmlformats.org/officeDocument/2006/relationships/notesMaster" Target="/ppt/notesMasters/notesMaster1.xml" Id="R3100361e6f9946eb" /></Relationships>
</file>

<file path=ppt/notesSlides/_rels/notesSlide781.xml.rels>&#65279;<?xml version="1.0" encoding="utf-8"?><Relationships xmlns="http://schemas.openxmlformats.org/package/2006/relationships"><Relationship Type="http://schemas.openxmlformats.org/officeDocument/2006/relationships/slide" Target="/ppt/slides/slide781.xml" Id="R451bf8912a474e7c" /><Relationship Type="http://schemas.openxmlformats.org/officeDocument/2006/relationships/notesMaster" Target="/ppt/notesMasters/notesMaster1.xml" Id="R5c9af2a4051044ce" /></Relationships>
</file>

<file path=ppt/notesSlides/_rels/notesSlide782.xml.rels>&#65279;<?xml version="1.0" encoding="utf-8"?><Relationships xmlns="http://schemas.openxmlformats.org/package/2006/relationships"><Relationship Type="http://schemas.openxmlformats.org/officeDocument/2006/relationships/slide" Target="/ppt/slides/slide782.xml" Id="Rd4ae5c29f62a4651" /><Relationship Type="http://schemas.openxmlformats.org/officeDocument/2006/relationships/notesMaster" Target="/ppt/notesMasters/notesMaster1.xml" Id="Rbf02655ab3fb4041" /></Relationships>
</file>

<file path=ppt/notesSlides/_rels/notesSlide783.xml.rels>&#65279;<?xml version="1.0" encoding="utf-8"?><Relationships xmlns="http://schemas.openxmlformats.org/package/2006/relationships"><Relationship Type="http://schemas.openxmlformats.org/officeDocument/2006/relationships/slide" Target="/ppt/slides/slide783.xml" Id="Ree13b9fa29d74455" /><Relationship Type="http://schemas.openxmlformats.org/officeDocument/2006/relationships/notesMaster" Target="/ppt/notesMasters/notesMaster1.xml" Id="Rd8578bb86a8448d4" /></Relationships>
</file>

<file path=ppt/notesSlides/_rels/notesSlide784.xml.rels>&#65279;<?xml version="1.0" encoding="utf-8"?><Relationships xmlns="http://schemas.openxmlformats.org/package/2006/relationships"><Relationship Type="http://schemas.openxmlformats.org/officeDocument/2006/relationships/slide" Target="/ppt/slides/slide784.xml" Id="R222cb561ab8e4967" /><Relationship Type="http://schemas.openxmlformats.org/officeDocument/2006/relationships/notesMaster" Target="/ppt/notesMasters/notesMaster1.xml" Id="Rf76a553244974429" /></Relationships>
</file>

<file path=ppt/notesSlides/_rels/notesSlide785.xml.rels>&#65279;<?xml version="1.0" encoding="utf-8"?><Relationships xmlns="http://schemas.openxmlformats.org/package/2006/relationships"><Relationship Type="http://schemas.openxmlformats.org/officeDocument/2006/relationships/slide" Target="/ppt/slides/slide785.xml" Id="Rac87b97f00a54c57" /><Relationship Type="http://schemas.openxmlformats.org/officeDocument/2006/relationships/notesMaster" Target="/ppt/notesMasters/notesMaster1.xml" Id="Rd0ac3e9ff37744b7" /></Relationships>
</file>

<file path=ppt/notesSlides/_rels/notesSlide786.xml.rels>&#65279;<?xml version="1.0" encoding="utf-8"?><Relationships xmlns="http://schemas.openxmlformats.org/package/2006/relationships"><Relationship Type="http://schemas.openxmlformats.org/officeDocument/2006/relationships/slide" Target="/ppt/slides/slide786.xml" Id="R73f193d1656f4644" /><Relationship Type="http://schemas.openxmlformats.org/officeDocument/2006/relationships/notesMaster" Target="/ppt/notesMasters/notesMaster1.xml" Id="Rfd091ffcb33d4396" /></Relationships>
</file>

<file path=ppt/notesSlides/_rels/notesSlide787.xml.rels>&#65279;<?xml version="1.0" encoding="utf-8"?><Relationships xmlns="http://schemas.openxmlformats.org/package/2006/relationships"><Relationship Type="http://schemas.openxmlformats.org/officeDocument/2006/relationships/slide" Target="/ppt/slides/slide787.xml" Id="R32d8db1665644ef5" /><Relationship Type="http://schemas.openxmlformats.org/officeDocument/2006/relationships/notesMaster" Target="/ppt/notesMasters/notesMaster1.xml" Id="Rce513a0e87e6427d" /></Relationships>
</file>

<file path=ppt/notesSlides/_rels/notesSlide788.xml.rels>&#65279;<?xml version="1.0" encoding="utf-8"?><Relationships xmlns="http://schemas.openxmlformats.org/package/2006/relationships"><Relationship Type="http://schemas.openxmlformats.org/officeDocument/2006/relationships/slide" Target="/ppt/slides/slide788.xml" Id="R63adcf2b904345b4" /><Relationship Type="http://schemas.openxmlformats.org/officeDocument/2006/relationships/notesMaster" Target="/ppt/notesMasters/notesMaster1.xml" Id="R6d06e09e55da4bc1" /></Relationships>
</file>

<file path=ppt/notesSlides/_rels/notesSlide789.xml.rels>&#65279;<?xml version="1.0" encoding="utf-8"?><Relationships xmlns="http://schemas.openxmlformats.org/package/2006/relationships"><Relationship Type="http://schemas.openxmlformats.org/officeDocument/2006/relationships/slide" Target="/ppt/slides/slide789.xml" Id="R3c342fe0da19491f" /><Relationship Type="http://schemas.openxmlformats.org/officeDocument/2006/relationships/notesMaster" Target="/ppt/notesMasters/notesMaster1.xml" Id="Rcc8831d6e302482a" /></Relationships>
</file>

<file path=ppt/notesSlides/_rels/notesSlide790.xml.rels>&#65279;<?xml version="1.0" encoding="utf-8"?><Relationships xmlns="http://schemas.openxmlformats.org/package/2006/relationships"><Relationship Type="http://schemas.openxmlformats.org/officeDocument/2006/relationships/slide" Target="/ppt/slides/slide790.xml" Id="Rd8ad6c69352b458d" /><Relationship Type="http://schemas.openxmlformats.org/officeDocument/2006/relationships/notesMaster" Target="/ppt/notesMasters/notesMaster1.xml" Id="Rb01eb08425e845fc" /></Relationships>
</file>

<file path=ppt/notesSlides/_rels/notesSlide791.xml.rels>&#65279;<?xml version="1.0" encoding="utf-8"?><Relationships xmlns="http://schemas.openxmlformats.org/package/2006/relationships"><Relationship Type="http://schemas.openxmlformats.org/officeDocument/2006/relationships/slide" Target="/ppt/slides/slide791.xml" Id="R2c81f2c373a74a41" /><Relationship Type="http://schemas.openxmlformats.org/officeDocument/2006/relationships/notesMaster" Target="/ppt/notesMasters/notesMaster1.xml" Id="Ra4609941a94c4f00" /></Relationships>
</file>

<file path=ppt/notesSlides/_rels/notesSlide792.xml.rels>&#65279;<?xml version="1.0" encoding="utf-8"?><Relationships xmlns="http://schemas.openxmlformats.org/package/2006/relationships"><Relationship Type="http://schemas.openxmlformats.org/officeDocument/2006/relationships/slide" Target="/ppt/slides/slide792.xml" Id="R57571f5334e84576" /><Relationship Type="http://schemas.openxmlformats.org/officeDocument/2006/relationships/notesMaster" Target="/ppt/notesMasters/notesMaster1.xml" Id="Rc7a97d96dc8449d5" /></Relationships>
</file>

<file path=ppt/notesSlides/_rels/notesSlide793.xml.rels>&#65279;<?xml version="1.0" encoding="utf-8"?><Relationships xmlns="http://schemas.openxmlformats.org/package/2006/relationships"><Relationship Type="http://schemas.openxmlformats.org/officeDocument/2006/relationships/slide" Target="/ppt/slides/slide793.xml" Id="Reba11d6830c748ec" /><Relationship Type="http://schemas.openxmlformats.org/officeDocument/2006/relationships/notesMaster" Target="/ppt/notesMasters/notesMaster1.xml" Id="Rfb911b7ee94b41d7" /></Relationships>
</file>

<file path=ppt/notesSlides/_rels/notesSlide794.xml.rels>&#65279;<?xml version="1.0" encoding="utf-8"?><Relationships xmlns="http://schemas.openxmlformats.org/package/2006/relationships"><Relationship Type="http://schemas.openxmlformats.org/officeDocument/2006/relationships/slide" Target="/ppt/slides/slide794.xml" Id="R0fd01a2e23aa4c2e" /><Relationship Type="http://schemas.openxmlformats.org/officeDocument/2006/relationships/notesMaster" Target="/ppt/notesMasters/notesMaster1.xml" Id="Rf332cdb1b1c04e6c" /></Relationships>
</file>

<file path=ppt/notesSlides/_rels/notesSlide795.xml.rels>&#65279;<?xml version="1.0" encoding="utf-8"?><Relationships xmlns="http://schemas.openxmlformats.org/package/2006/relationships"><Relationship Type="http://schemas.openxmlformats.org/officeDocument/2006/relationships/slide" Target="/ppt/slides/slide795.xml" Id="Rd4582a17976a4cd0" /><Relationship Type="http://schemas.openxmlformats.org/officeDocument/2006/relationships/notesMaster" Target="/ppt/notesMasters/notesMaster1.xml" Id="R439b25beb5c54042" /></Relationships>
</file>

<file path=ppt/notesSlides/_rels/notesSlide796.xml.rels>&#65279;<?xml version="1.0" encoding="utf-8"?><Relationships xmlns="http://schemas.openxmlformats.org/package/2006/relationships"><Relationship Type="http://schemas.openxmlformats.org/officeDocument/2006/relationships/slide" Target="/ppt/slides/slide796.xml" Id="R71afa7937a0744be" /><Relationship Type="http://schemas.openxmlformats.org/officeDocument/2006/relationships/notesMaster" Target="/ppt/notesMasters/notesMaster1.xml" Id="R1e588a61821446bb" /></Relationships>
</file>

<file path=ppt/notesSlides/_rels/notesSlide797.xml.rels>&#65279;<?xml version="1.0" encoding="utf-8"?><Relationships xmlns="http://schemas.openxmlformats.org/package/2006/relationships"><Relationship Type="http://schemas.openxmlformats.org/officeDocument/2006/relationships/slide" Target="/ppt/slides/slide797.xml" Id="R8800f24a8bf3465a" /><Relationship Type="http://schemas.openxmlformats.org/officeDocument/2006/relationships/notesMaster" Target="/ppt/notesMasters/notesMaster1.xml" Id="R86fc5d1a85a34889" /></Relationships>
</file>

<file path=ppt/notesSlides/_rels/notesSlide798.xml.rels>&#65279;<?xml version="1.0" encoding="utf-8"?><Relationships xmlns="http://schemas.openxmlformats.org/package/2006/relationships"><Relationship Type="http://schemas.openxmlformats.org/officeDocument/2006/relationships/slide" Target="/ppt/slides/slide798.xml" Id="Ra5b93a0ba7ba459b" /><Relationship Type="http://schemas.openxmlformats.org/officeDocument/2006/relationships/notesMaster" Target="/ppt/notesMasters/notesMaster1.xml" Id="R4d98bca926714f9e" /></Relationships>
</file>

<file path=ppt/notesSlides/_rels/notesSlide799.xml.rels>&#65279;<?xml version="1.0" encoding="utf-8"?><Relationships xmlns="http://schemas.openxmlformats.org/package/2006/relationships"><Relationship Type="http://schemas.openxmlformats.org/officeDocument/2006/relationships/slide" Target="/ppt/slides/slide799.xml" Id="R69a2d86b13b7421d" /><Relationship Type="http://schemas.openxmlformats.org/officeDocument/2006/relationships/notesMaster" Target="/ppt/notesMasters/notesMaster1.xml" Id="R64e6fb4ff5594a11" /></Relationships>
</file>

<file path=ppt/notesSlides/_rels/notesSlide800.xml.rels>&#65279;<?xml version="1.0" encoding="utf-8"?><Relationships xmlns="http://schemas.openxmlformats.org/package/2006/relationships"><Relationship Type="http://schemas.openxmlformats.org/officeDocument/2006/relationships/slide" Target="/ppt/slides/slide800.xml" Id="R863036c9ffbe42e8" /><Relationship Type="http://schemas.openxmlformats.org/officeDocument/2006/relationships/notesMaster" Target="/ppt/notesMasters/notesMaster1.xml" Id="R2eecbf9bfc824fef" /></Relationships>
</file>

<file path=ppt/notesSlides/_rels/notesSlide801.xml.rels>&#65279;<?xml version="1.0" encoding="utf-8"?><Relationships xmlns="http://schemas.openxmlformats.org/package/2006/relationships"><Relationship Type="http://schemas.openxmlformats.org/officeDocument/2006/relationships/slide" Target="/ppt/slides/slide801.xml" Id="R3a41c77c2fc54372" /><Relationship Type="http://schemas.openxmlformats.org/officeDocument/2006/relationships/notesMaster" Target="/ppt/notesMasters/notesMaster1.xml" Id="R3b1bedc337e04b27" /></Relationships>
</file>

<file path=ppt/notesSlides/_rels/notesSlide802.xml.rels>&#65279;<?xml version="1.0" encoding="utf-8"?><Relationships xmlns="http://schemas.openxmlformats.org/package/2006/relationships"><Relationship Type="http://schemas.openxmlformats.org/officeDocument/2006/relationships/slide" Target="/ppt/slides/slide802.xml" Id="R65b38143ecb04bff" /><Relationship Type="http://schemas.openxmlformats.org/officeDocument/2006/relationships/notesMaster" Target="/ppt/notesMasters/notesMaster1.xml" Id="R60576554c5fd4713" /></Relationships>
</file>

<file path=ppt/notesSlides/_rels/notesSlide803.xml.rels>&#65279;<?xml version="1.0" encoding="utf-8"?><Relationships xmlns="http://schemas.openxmlformats.org/package/2006/relationships"><Relationship Type="http://schemas.openxmlformats.org/officeDocument/2006/relationships/slide" Target="/ppt/slides/slide803.xml" Id="Reca86ac5506a42c8" /><Relationship Type="http://schemas.openxmlformats.org/officeDocument/2006/relationships/notesMaster" Target="/ppt/notesMasters/notesMaster1.xml" Id="R1cb99930181240be" /></Relationships>
</file>

<file path=ppt/notesSlides/_rels/notesSlide804.xml.rels>&#65279;<?xml version="1.0" encoding="utf-8"?><Relationships xmlns="http://schemas.openxmlformats.org/package/2006/relationships"><Relationship Type="http://schemas.openxmlformats.org/officeDocument/2006/relationships/slide" Target="/ppt/slides/slide804.xml" Id="R796b23866c094ee2" /><Relationship Type="http://schemas.openxmlformats.org/officeDocument/2006/relationships/notesMaster" Target="/ppt/notesMasters/notesMaster1.xml" Id="R49abf86b2ea94112" /></Relationships>
</file>

<file path=ppt/notesSlides/_rels/notesSlide805.xml.rels>&#65279;<?xml version="1.0" encoding="utf-8"?><Relationships xmlns="http://schemas.openxmlformats.org/package/2006/relationships"><Relationship Type="http://schemas.openxmlformats.org/officeDocument/2006/relationships/slide" Target="/ppt/slides/slide805.xml" Id="R6a9e11cc9d6e4148" /><Relationship Type="http://schemas.openxmlformats.org/officeDocument/2006/relationships/notesMaster" Target="/ppt/notesMasters/notesMaster1.xml" Id="R1ed147758d404cb4" /></Relationships>
</file>

<file path=ppt/notesSlides/_rels/notesSlide806.xml.rels>&#65279;<?xml version="1.0" encoding="utf-8"?><Relationships xmlns="http://schemas.openxmlformats.org/package/2006/relationships"><Relationship Type="http://schemas.openxmlformats.org/officeDocument/2006/relationships/slide" Target="/ppt/slides/slide806.xml" Id="R982c79393b194606" /><Relationship Type="http://schemas.openxmlformats.org/officeDocument/2006/relationships/notesMaster" Target="/ppt/notesMasters/notesMaster1.xml" Id="Rb90cddd4db26488e" /></Relationships>
</file>

<file path=ppt/notesSlides/_rels/notesSlide807.xml.rels>&#65279;<?xml version="1.0" encoding="utf-8"?><Relationships xmlns="http://schemas.openxmlformats.org/package/2006/relationships"><Relationship Type="http://schemas.openxmlformats.org/officeDocument/2006/relationships/slide" Target="/ppt/slides/slide807.xml" Id="R699ebadb2c3c40a4" /><Relationship Type="http://schemas.openxmlformats.org/officeDocument/2006/relationships/notesMaster" Target="/ppt/notesMasters/notesMaster1.xml" Id="R5f4957e6bc5342c7" /></Relationships>
</file>

<file path=ppt/notesSlides/_rels/notesSlide808.xml.rels>&#65279;<?xml version="1.0" encoding="utf-8"?><Relationships xmlns="http://schemas.openxmlformats.org/package/2006/relationships"><Relationship Type="http://schemas.openxmlformats.org/officeDocument/2006/relationships/slide" Target="/ppt/slides/slide808.xml" Id="R45349b42897e47f6" /><Relationship Type="http://schemas.openxmlformats.org/officeDocument/2006/relationships/notesMaster" Target="/ppt/notesMasters/notesMaster1.xml" Id="R9bb0007214e94ae7" /></Relationships>
</file>

<file path=ppt/notesSlides/_rels/notesSlide809.xml.rels>&#65279;<?xml version="1.0" encoding="utf-8"?><Relationships xmlns="http://schemas.openxmlformats.org/package/2006/relationships"><Relationship Type="http://schemas.openxmlformats.org/officeDocument/2006/relationships/slide" Target="/ppt/slides/slide809.xml" Id="Re0712e30731b4d5c" /><Relationship Type="http://schemas.openxmlformats.org/officeDocument/2006/relationships/notesMaster" Target="/ppt/notesMasters/notesMaster1.xml" Id="Rd0a133e4d76d472c" /></Relationships>
</file>

<file path=ppt/notesSlides/_rels/notesSlide810.xml.rels>&#65279;<?xml version="1.0" encoding="utf-8"?><Relationships xmlns="http://schemas.openxmlformats.org/package/2006/relationships"><Relationship Type="http://schemas.openxmlformats.org/officeDocument/2006/relationships/slide" Target="/ppt/slides/slide810.xml" Id="R81d2ee65ff1f4bc8" /><Relationship Type="http://schemas.openxmlformats.org/officeDocument/2006/relationships/notesMaster" Target="/ppt/notesMasters/notesMaster1.xml" Id="R32e36ccdef0040f0" /></Relationships>
</file>

<file path=ppt/notesSlides/_rels/notesSlide811.xml.rels>&#65279;<?xml version="1.0" encoding="utf-8"?><Relationships xmlns="http://schemas.openxmlformats.org/package/2006/relationships"><Relationship Type="http://schemas.openxmlformats.org/officeDocument/2006/relationships/slide" Target="/ppt/slides/slide811.xml" Id="R7064541ace4445c9" /><Relationship Type="http://schemas.openxmlformats.org/officeDocument/2006/relationships/notesMaster" Target="/ppt/notesMasters/notesMaster1.xml" Id="R69d19336538a41ba" /></Relationships>
</file>

<file path=ppt/notesSlides/_rels/notesSlide812.xml.rels>&#65279;<?xml version="1.0" encoding="utf-8"?><Relationships xmlns="http://schemas.openxmlformats.org/package/2006/relationships"><Relationship Type="http://schemas.openxmlformats.org/officeDocument/2006/relationships/slide" Target="/ppt/slides/slide812.xml" Id="R283f4e6d95504361" /><Relationship Type="http://schemas.openxmlformats.org/officeDocument/2006/relationships/notesMaster" Target="/ppt/notesMasters/notesMaster1.xml" Id="Rf6ac037444044bb7" /></Relationships>
</file>

<file path=ppt/notesSlides/_rels/notesSlide813.xml.rels>&#65279;<?xml version="1.0" encoding="utf-8"?><Relationships xmlns="http://schemas.openxmlformats.org/package/2006/relationships"><Relationship Type="http://schemas.openxmlformats.org/officeDocument/2006/relationships/slide" Target="/ppt/slides/slide813.xml" Id="R7dcb84bcf8d54a4d" /><Relationship Type="http://schemas.openxmlformats.org/officeDocument/2006/relationships/notesMaster" Target="/ppt/notesMasters/notesMaster1.xml" Id="R1f1f5c762bb54c7f" /></Relationships>
</file>

<file path=ppt/notesSlides/_rels/notesSlide814.xml.rels>&#65279;<?xml version="1.0" encoding="utf-8"?><Relationships xmlns="http://schemas.openxmlformats.org/package/2006/relationships"><Relationship Type="http://schemas.openxmlformats.org/officeDocument/2006/relationships/slide" Target="/ppt/slides/slide814.xml" Id="R8d95934d180347bd" /><Relationship Type="http://schemas.openxmlformats.org/officeDocument/2006/relationships/notesMaster" Target="/ppt/notesMasters/notesMaster1.xml" Id="R833d85941cb7472f" /></Relationships>
</file>

<file path=ppt/notesSlides/_rels/notesSlide815.xml.rels>&#65279;<?xml version="1.0" encoding="utf-8"?><Relationships xmlns="http://schemas.openxmlformats.org/package/2006/relationships"><Relationship Type="http://schemas.openxmlformats.org/officeDocument/2006/relationships/slide" Target="/ppt/slides/slide815.xml" Id="R1d415cfc15a74ca1" /><Relationship Type="http://schemas.openxmlformats.org/officeDocument/2006/relationships/notesMaster" Target="/ppt/notesMasters/notesMaster1.xml" Id="Rdb63100307924756" /></Relationships>
</file>

<file path=ppt/notesSlides/_rels/notesSlide816.xml.rels>&#65279;<?xml version="1.0" encoding="utf-8"?><Relationships xmlns="http://schemas.openxmlformats.org/package/2006/relationships"><Relationship Type="http://schemas.openxmlformats.org/officeDocument/2006/relationships/slide" Target="/ppt/slides/slide816.xml" Id="Ra4b9dfa07b51438c" /><Relationship Type="http://schemas.openxmlformats.org/officeDocument/2006/relationships/notesMaster" Target="/ppt/notesMasters/notesMaster1.xml" Id="Rf770e9b7e2734b86" /></Relationships>
</file>

<file path=ppt/notesSlides/_rels/notesSlide817.xml.rels>&#65279;<?xml version="1.0" encoding="utf-8"?><Relationships xmlns="http://schemas.openxmlformats.org/package/2006/relationships"><Relationship Type="http://schemas.openxmlformats.org/officeDocument/2006/relationships/slide" Target="/ppt/slides/slide817.xml" Id="R871d0a1260e34abe" /><Relationship Type="http://schemas.openxmlformats.org/officeDocument/2006/relationships/notesMaster" Target="/ppt/notesMasters/notesMaster1.xml" Id="R5456380cfb49456e" /></Relationships>
</file>

<file path=ppt/notesSlides/_rels/notesSlide818.xml.rels>&#65279;<?xml version="1.0" encoding="utf-8"?><Relationships xmlns="http://schemas.openxmlformats.org/package/2006/relationships"><Relationship Type="http://schemas.openxmlformats.org/officeDocument/2006/relationships/slide" Target="/ppt/slides/slide818.xml" Id="Re2e7c44aee084c6d" /><Relationship Type="http://schemas.openxmlformats.org/officeDocument/2006/relationships/notesMaster" Target="/ppt/notesMasters/notesMaster1.xml" Id="R69633982d0d74f25" /></Relationships>
</file>

<file path=ppt/notesSlides/_rels/notesSlide819.xml.rels>&#65279;<?xml version="1.0" encoding="utf-8"?><Relationships xmlns="http://schemas.openxmlformats.org/package/2006/relationships"><Relationship Type="http://schemas.openxmlformats.org/officeDocument/2006/relationships/slide" Target="/ppt/slides/slide819.xml" Id="Rfe46f8b7a71643c3" /><Relationship Type="http://schemas.openxmlformats.org/officeDocument/2006/relationships/notesMaster" Target="/ppt/notesMasters/notesMaster1.xml" Id="Rbb5eefe0bb074ac8" /></Relationships>
</file>

<file path=ppt/notesSlides/_rels/notesSlide820.xml.rels>&#65279;<?xml version="1.0" encoding="utf-8"?><Relationships xmlns="http://schemas.openxmlformats.org/package/2006/relationships"><Relationship Type="http://schemas.openxmlformats.org/officeDocument/2006/relationships/slide" Target="/ppt/slides/slide820.xml" Id="R03be9acce0284be7" /><Relationship Type="http://schemas.openxmlformats.org/officeDocument/2006/relationships/notesMaster" Target="/ppt/notesMasters/notesMaster1.xml" Id="R44b907f0550849ce" /></Relationships>
</file>

<file path=ppt/notesSlides/_rels/notesSlide821.xml.rels>&#65279;<?xml version="1.0" encoding="utf-8"?><Relationships xmlns="http://schemas.openxmlformats.org/package/2006/relationships"><Relationship Type="http://schemas.openxmlformats.org/officeDocument/2006/relationships/slide" Target="/ppt/slides/slide821.xml" Id="R54246bc4c7e343bb" /><Relationship Type="http://schemas.openxmlformats.org/officeDocument/2006/relationships/notesMaster" Target="/ppt/notesMasters/notesMaster1.xml" Id="R16d61959bbfa4507" /></Relationships>
</file>

<file path=ppt/notesSlides/_rels/notesSlide822.xml.rels>&#65279;<?xml version="1.0" encoding="utf-8"?><Relationships xmlns="http://schemas.openxmlformats.org/package/2006/relationships"><Relationship Type="http://schemas.openxmlformats.org/officeDocument/2006/relationships/slide" Target="/ppt/slides/slide822.xml" Id="R48deab39e7dd406b" /><Relationship Type="http://schemas.openxmlformats.org/officeDocument/2006/relationships/notesMaster" Target="/ppt/notesMasters/notesMaster1.xml" Id="Ra9ede24611624d29" /></Relationships>
</file>

<file path=ppt/notesSlides/_rels/notesSlide823.xml.rels>&#65279;<?xml version="1.0" encoding="utf-8"?><Relationships xmlns="http://schemas.openxmlformats.org/package/2006/relationships"><Relationship Type="http://schemas.openxmlformats.org/officeDocument/2006/relationships/slide" Target="/ppt/slides/slide823.xml" Id="R4b65085f56394d9e" /><Relationship Type="http://schemas.openxmlformats.org/officeDocument/2006/relationships/notesMaster" Target="/ppt/notesMasters/notesMaster1.xml" Id="R74782d4c53964afb" /></Relationships>
</file>

<file path=ppt/notesSlides/_rels/notesSlide824.xml.rels>&#65279;<?xml version="1.0" encoding="utf-8"?><Relationships xmlns="http://schemas.openxmlformats.org/package/2006/relationships"><Relationship Type="http://schemas.openxmlformats.org/officeDocument/2006/relationships/slide" Target="/ppt/slides/slide824.xml" Id="R33627ecf4d9c4141" /><Relationship Type="http://schemas.openxmlformats.org/officeDocument/2006/relationships/notesMaster" Target="/ppt/notesMasters/notesMaster1.xml" Id="R0a794fe5e0194745" /></Relationships>
</file>

<file path=ppt/notesSlides/_rels/notesSlide825.xml.rels>&#65279;<?xml version="1.0" encoding="utf-8"?><Relationships xmlns="http://schemas.openxmlformats.org/package/2006/relationships"><Relationship Type="http://schemas.openxmlformats.org/officeDocument/2006/relationships/slide" Target="/ppt/slides/slide825.xml" Id="R0012b0213f714c0a" /><Relationship Type="http://schemas.openxmlformats.org/officeDocument/2006/relationships/notesMaster" Target="/ppt/notesMasters/notesMaster1.xml" Id="Rb9fada1cb2414ec7" /></Relationships>
</file>

<file path=ppt/notesSlides/_rels/notesSlide826.xml.rels>&#65279;<?xml version="1.0" encoding="utf-8"?><Relationships xmlns="http://schemas.openxmlformats.org/package/2006/relationships"><Relationship Type="http://schemas.openxmlformats.org/officeDocument/2006/relationships/slide" Target="/ppt/slides/slide826.xml" Id="Rcc78b85a0e804b11" /><Relationship Type="http://schemas.openxmlformats.org/officeDocument/2006/relationships/notesMaster" Target="/ppt/notesMasters/notesMaster1.xml" Id="R821b27ba595d47a0" /></Relationships>
</file>

<file path=ppt/notesSlides/_rels/notesSlide827.xml.rels>&#65279;<?xml version="1.0" encoding="utf-8"?><Relationships xmlns="http://schemas.openxmlformats.org/package/2006/relationships"><Relationship Type="http://schemas.openxmlformats.org/officeDocument/2006/relationships/slide" Target="/ppt/slides/slide827.xml" Id="R67a7d894af1145ed" /><Relationship Type="http://schemas.openxmlformats.org/officeDocument/2006/relationships/notesMaster" Target="/ppt/notesMasters/notesMaster1.xml" Id="Rc76ef4857bc74d9b" /></Relationships>
</file>

<file path=ppt/notesSlides/_rels/notesSlide828.xml.rels>&#65279;<?xml version="1.0" encoding="utf-8"?><Relationships xmlns="http://schemas.openxmlformats.org/package/2006/relationships"><Relationship Type="http://schemas.openxmlformats.org/officeDocument/2006/relationships/slide" Target="/ppt/slides/slide828.xml" Id="Rf5765a4f1e284f4d" /><Relationship Type="http://schemas.openxmlformats.org/officeDocument/2006/relationships/notesMaster" Target="/ppt/notesMasters/notesMaster1.xml" Id="R7915ba7a24f94eca" /></Relationships>
</file>

<file path=ppt/notesSlides/_rels/notesSlide829.xml.rels>&#65279;<?xml version="1.0" encoding="utf-8"?><Relationships xmlns="http://schemas.openxmlformats.org/package/2006/relationships"><Relationship Type="http://schemas.openxmlformats.org/officeDocument/2006/relationships/slide" Target="/ppt/slides/slide829.xml" Id="Rb92199e9628041df" /><Relationship Type="http://schemas.openxmlformats.org/officeDocument/2006/relationships/notesMaster" Target="/ppt/notesMasters/notesMaster1.xml" Id="Ra394af668ac742aa" /></Relationships>
</file>

<file path=ppt/notesSlides/_rels/notesSlide830.xml.rels>&#65279;<?xml version="1.0" encoding="utf-8"?><Relationships xmlns="http://schemas.openxmlformats.org/package/2006/relationships"><Relationship Type="http://schemas.openxmlformats.org/officeDocument/2006/relationships/slide" Target="/ppt/slides/slide830.xml" Id="Rec5005c4b4ef4b07" /><Relationship Type="http://schemas.openxmlformats.org/officeDocument/2006/relationships/notesMaster" Target="/ppt/notesMasters/notesMaster1.xml" Id="Rc5d5fee2eddb45b1" /></Relationships>
</file>

<file path=ppt/notesSlides/_rels/notesSlide831.xml.rels>&#65279;<?xml version="1.0" encoding="utf-8"?><Relationships xmlns="http://schemas.openxmlformats.org/package/2006/relationships"><Relationship Type="http://schemas.openxmlformats.org/officeDocument/2006/relationships/slide" Target="/ppt/slides/slide831.xml" Id="R11905ef0d6b74b98" /><Relationship Type="http://schemas.openxmlformats.org/officeDocument/2006/relationships/notesMaster" Target="/ppt/notesMasters/notesMaster1.xml" Id="R6a53c48792644cb0" /></Relationships>
</file>

<file path=ppt/notesSlides/_rels/notesSlide832.xml.rels>&#65279;<?xml version="1.0" encoding="utf-8"?><Relationships xmlns="http://schemas.openxmlformats.org/package/2006/relationships"><Relationship Type="http://schemas.openxmlformats.org/officeDocument/2006/relationships/slide" Target="/ppt/slides/slide832.xml" Id="Rb88efa1e97ae401d" /><Relationship Type="http://schemas.openxmlformats.org/officeDocument/2006/relationships/notesMaster" Target="/ppt/notesMasters/notesMaster1.xml" Id="Raf24a37622c64855" /></Relationships>
</file>

<file path=ppt/notesSlides/_rels/notesSlide833.xml.rels>&#65279;<?xml version="1.0" encoding="utf-8"?><Relationships xmlns="http://schemas.openxmlformats.org/package/2006/relationships"><Relationship Type="http://schemas.openxmlformats.org/officeDocument/2006/relationships/slide" Target="/ppt/slides/slide833.xml" Id="R840c78082f8b4dcb" /><Relationship Type="http://schemas.openxmlformats.org/officeDocument/2006/relationships/notesMaster" Target="/ppt/notesMasters/notesMaster1.xml" Id="R2ef0b6bf71e844ee" /></Relationships>
</file>

<file path=ppt/notesSlides/_rels/notesSlide834.xml.rels>&#65279;<?xml version="1.0" encoding="utf-8"?><Relationships xmlns="http://schemas.openxmlformats.org/package/2006/relationships"><Relationship Type="http://schemas.openxmlformats.org/officeDocument/2006/relationships/slide" Target="/ppt/slides/slide834.xml" Id="R36554be2889340a4" /><Relationship Type="http://schemas.openxmlformats.org/officeDocument/2006/relationships/notesMaster" Target="/ppt/notesMasters/notesMaster1.xml" Id="Rd81b329194784051" /></Relationships>
</file>

<file path=ppt/notesSlides/_rels/notesSlide835.xml.rels>&#65279;<?xml version="1.0" encoding="utf-8"?><Relationships xmlns="http://schemas.openxmlformats.org/package/2006/relationships"><Relationship Type="http://schemas.openxmlformats.org/officeDocument/2006/relationships/slide" Target="/ppt/slides/slide835.xml" Id="R65b71fed5bb942a6" /><Relationship Type="http://schemas.openxmlformats.org/officeDocument/2006/relationships/notesMaster" Target="/ppt/notesMasters/notesMaster1.xml" Id="Rf99460fdb4c946c1" /></Relationships>
</file>

<file path=ppt/notesSlides/_rels/notesSlide836.xml.rels>&#65279;<?xml version="1.0" encoding="utf-8"?><Relationships xmlns="http://schemas.openxmlformats.org/package/2006/relationships"><Relationship Type="http://schemas.openxmlformats.org/officeDocument/2006/relationships/slide" Target="/ppt/slides/slide836.xml" Id="Rdcfe678520f74bc7" /><Relationship Type="http://schemas.openxmlformats.org/officeDocument/2006/relationships/notesMaster" Target="/ppt/notesMasters/notesMaster1.xml" Id="R3f3db4182c9a465a" /></Relationships>
</file>

<file path=ppt/notesSlides/_rels/notesSlide837.xml.rels>&#65279;<?xml version="1.0" encoding="utf-8"?><Relationships xmlns="http://schemas.openxmlformats.org/package/2006/relationships"><Relationship Type="http://schemas.openxmlformats.org/officeDocument/2006/relationships/slide" Target="/ppt/slides/slide837.xml" Id="Rc0d813fc107f41b7" /><Relationship Type="http://schemas.openxmlformats.org/officeDocument/2006/relationships/notesMaster" Target="/ppt/notesMasters/notesMaster1.xml" Id="Rc6c06561c8244fd1" /></Relationships>
</file>

<file path=ppt/notesSlides/_rels/notesSlide838.xml.rels>&#65279;<?xml version="1.0" encoding="utf-8"?><Relationships xmlns="http://schemas.openxmlformats.org/package/2006/relationships"><Relationship Type="http://schemas.openxmlformats.org/officeDocument/2006/relationships/slide" Target="/ppt/slides/slide838.xml" Id="Rf66f869093894d0f" /><Relationship Type="http://schemas.openxmlformats.org/officeDocument/2006/relationships/notesMaster" Target="/ppt/notesMasters/notesMaster1.xml" Id="Ra8deff35ba06442b" /></Relationships>
</file>

<file path=ppt/notesSlides/_rels/notesSlide839.xml.rels>&#65279;<?xml version="1.0" encoding="utf-8"?><Relationships xmlns="http://schemas.openxmlformats.org/package/2006/relationships"><Relationship Type="http://schemas.openxmlformats.org/officeDocument/2006/relationships/slide" Target="/ppt/slides/slide839.xml" Id="R297fc3a0c68e4379" /><Relationship Type="http://schemas.openxmlformats.org/officeDocument/2006/relationships/notesMaster" Target="/ppt/notesMasters/notesMaster1.xml" Id="Re77d40de864e41a9" /></Relationships>
</file>

<file path=ppt/notesSlides/_rels/notesSlide840.xml.rels>&#65279;<?xml version="1.0" encoding="utf-8"?><Relationships xmlns="http://schemas.openxmlformats.org/package/2006/relationships"><Relationship Type="http://schemas.openxmlformats.org/officeDocument/2006/relationships/slide" Target="/ppt/slides/slide840.xml" Id="R08c5214007ed4ec7" /><Relationship Type="http://schemas.openxmlformats.org/officeDocument/2006/relationships/notesMaster" Target="/ppt/notesMasters/notesMaster1.xml" Id="Rf90696b35f9f4d88" /></Relationships>
</file>

<file path=ppt/notesSlides/_rels/notesSlide841.xml.rels>&#65279;<?xml version="1.0" encoding="utf-8"?><Relationships xmlns="http://schemas.openxmlformats.org/package/2006/relationships"><Relationship Type="http://schemas.openxmlformats.org/officeDocument/2006/relationships/slide" Target="/ppt/slides/slide841.xml" Id="R640251a6c32b46c9" /><Relationship Type="http://schemas.openxmlformats.org/officeDocument/2006/relationships/notesMaster" Target="/ppt/notesMasters/notesMaster1.xml" Id="Ra3b5e750afa144a9" /></Relationships>
</file>

<file path=ppt/notesSlides/_rels/notesSlide842.xml.rels>&#65279;<?xml version="1.0" encoding="utf-8"?><Relationships xmlns="http://schemas.openxmlformats.org/package/2006/relationships"><Relationship Type="http://schemas.openxmlformats.org/officeDocument/2006/relationships/slide" Target="/ppt/slides/slide842.xml" Id="R9255b0ce6f8141d0" /><Relationship Type="http://schemas.openxmlformats.org/officeDocument/2006/relationships/notesMaster" Target="/ppt/notesMasters/notesMaster1.xml" Id="Ra4f8ad74c4494d71" /></Relationships>
</file>

<file path=ppt/notesSlides/_rels/notesSlide843.xml.rels>&#65279;<?xml version="1.0" encoding="utf-8"?><Relationships xmlns="http://schemas.openxmlformats.org/package/2006/relationships"><Relationship Type="http://schemas.openxmlformats.org/officeDocument/2006/relationships/slide" Target="/ppt/slides/slide843.xml" Id="R402fbbadcbee449a" /><Relationship Type="http://schemas.openxmlformats.org/officeDocument/2006/relationships/notesMaster" Target="/ppt/notesMasters/notesMaster1.xml" Id="Re03afb0e6f754fbb" /></Relationships>
</file>

<file path=ppt/notesSlides/_rels/notesSlide844.xml.rels>&#65279;<?xml version="1.0" encoding="utf-8"?><Relationships xmlns="http://schemas.openxmlformats.org/package/2006/relationships"><Relationship Type="http://schemas.openxmlformats.org/officeDocument/2006/relationships/slide" Target="/ppt/slides/slide844.xml" Id="R3d6bebd83fd3410f" /><Relationship Type="http://schemas.openxmlformats.org/officeDocument/2006/relationships/notesMaster" Target="/ppt/notesMasters/notesMaster1.xml" Id="Rc8c1555cf7bc413b" /></Relationships>
</file>

<file path=ppt/notesSlides/_rels/notesSlide845.xml.rels>&#65279;<?xml version="1.0" encoding="utf-8"?><Relationships xmlns="http://schemas.openxmlformats.org/package/2006/relationships"><Relationship Type="http://schemas.openxmlformats.org/officeDocument/2006/relationships/slide" Target="/ppt/slides/slide845.xml" Id="R3d4ef4898f184eef" /><Relationship Type="http://schemas.openxmlformats.org/officeDocument/2006/relationships/notesMaster" Target="/ppt/notesMasters/notesMaster1.xml" Id="R686cd20056f2451e" /></Relationships>
</file>

<file path=ppt/notesSlides/_rels/notesSlide846.xml.rels>&#65279;<?xml version="1.0" encoding="utf-8"?><Relationships xmlns="http://schemas.openxmlformats.org/package/2006/relationships"><Relationship Type="http://schemas.openxmlformats.org/officeDocument/2006/relationships/slide" Target="/ppt/slides/slide846.xml" Id="R1600d71187f74f21" /><Relationship Type="http://schemas.openxmlformats.org/officeDocument/2006/relationships/notesMaster" Target="/ppt/notesMasters/notesMaster1.xml" Id="Rda16722a9bb249cc" /></Relationships>
</file>

<file path=ppt/notesSlides/_rels/notesSlide847.xml.rels>&#65279;<?xml version="1.0" encoding="utf-8"?><Relationships xmlns="http://schemas.openxmlformats.org/package/2006/relationships"><Relationship Type="http://schemas.openxmlformats.org/officeDocument/2006/relationships/slide" Target="/ppt/slides/slide847.xml" Id="R0f4e82277c844bd5" /><Relationship Type="http://schemas.openxmlformats.org/officeDocument/2006/relationships/notesMaster" Target="/ppt/notesMasters/notesMaster1.xml" Id="R6817f019518e44e1" /></Relationships>
</file>

<file path=ppt/notesSlides/_rels/notesSlide848.xml.rels>&#65279;<?xml version="1.0" encoding="utf-8"?><Relationships xmlns="http://schemas.openxmlformats.org/package/2006/relationships"><Relationship Type="http://schemas.openxmlformats.org/officeDocument/2006/relationships/slide" Target="/ppt/slides/slide848.xml" Id="R7010bdf94ed349aa" /><Relationship Type="http://schemas.openxmlformats.org/officeDocument/2006/relationships/notesMaster" Target="/ppt/notesMasters/notesMaster1.xml" Id="R92382c1fa4d74b66" /></Relationships>
</file>

<file path=ppt/notesSlides/_rels/notesSlide849.xml.rels>&#65279;<?xml version="1.0" encoding="utf-8"?><Relationships xmlns="http://schemas.openxmlformats.org/package/2006/relationships"><Relationship Type="http://schemas.openxmlformats.org/officeDocument/2006/relationships/slide" Target="/ppt/slides/slide849.xml" Id="R9d7c7095ac324fe8" /><Relationship Type="http://schemas.openxmlformats.org/officeDocument/2006/relationships/notesMaster" Target="/ppt/notesMasters/notesMaster1.xml" Id="R0cab89d199844459" /></Relationships>
</file>

<file path=ppt/notesSlides/_rels/notesSlide850.xml.rels>&#65279;<?xml version="1.0" encoding="utf-8"?><Relationships xmlns="http://schemas.openxmlformats.org/package/2006/relationships"><Relationship Type="http://schemas.openxmlformats.org/officeDocument/2006/relationships/slide" Target="/ppt/slides/slide850.xml" Id="R0958d41a22b64ae9" /><Relationship Type="http://schemas.openxmlformats.org/officeDocument/2006/relationships/notesMaster" Target="/ppt/notesMasters/notesMaster1.xml" Id="Rd9d3931486574f3d" /></Relationships>
</file>

<file path=ppt/notesSlides/_rels/notesSlide851.xml.rels>&#65279;<?xml version="1.0" encoding="utf-8"?><Relationships xmlns="http://schemas.openxmlformats.org/package/2006/relationships"><Relationship Type="http://schemas.openxmlformats.org/officeDocument/2006/relationships/slide" Target="/ppt/slides/slide851.xml" Id="Ra1ab18acc5ad4cf3" /><Relationship Type="http://schemas.openxmlformats.org/officeDocument/2006/relationships/notesMaster" Target="/ppt/notesMasters/notesMaster1.xml" Id="Ra6e64e09b8fa412f" /></Relationships>
</file>

<file path=ppt/notesSlides/_rels/notesSlide852.xml.rels>&#65279;<?xml version="1.0" encoding="utf-8"?><Relationships xmlns="http://schemas.openxmlformats.org/package/2006/relationships"><Relationship Type="http://schemas.openxmlformats.org/officeDocument/2006/relationships/slide" Target="/ppt/slides/slide852.xml" Id="R21ee68dd26e343b6" /><Relationship Type="http://schemas.openxmlformats.org/officeDocument/2006/relationships/notesMaster" Target="/ppt/notesMasters/notesMaster1.xml" Id="R6f4983c30be547a3" /></Relationships>
</file>

<file path=ppt/notesSlides/_rels/notesSlide853.xml.rels>&#65279;<?xml version="1.0" encoding="utf-8"?><Relationships xmlns="http://schemas.openxmlformats.org/package/2006/relationships"><Relationship Type="http://schemas.openxmlformats.org/officeDocument/2006/relationships/slide" Target="/ppt/slides/slide853.xml" Id="R7732fd1dae694ead" /><Relationship Type="http://schemas.openxmlformats.org/officeDocument/2006/relationships/notesMaster" Target="/ppt/notesMasters/notesMaster1.xml" Id="Re34846b01515481c" /></Relationships>
</file>

<file path=ppt/notesSlides/_rels/notesSlide854.xml.rels>&#65279;<?xml version="1.0" encoding="utf-8"?><Relationships xmlns="http://schemas.openxmlformats.org/package/2006/relationships"><Relationship Type="http://schemas.openxmlformats.org/officeDocument/2006/relationships/slide" Target="/ppt/slides/slide854.xml" Id="R24bf5853035e4066" /><Relationship Type="http://schemas.openxmlformats.org/officeDocument/2006/relationships/notesMaster" Target="/ppt/notesMasters/notesMaster1.xml" Id="Rafbc92ed70ad42a7" /></Relationships>
</file>

<file path=ppt/notesSlides/_rels/notesSlide855.xml.rels>&#65279;<?xml version="1.0" encoding="utf-8"?><Relationships xmlns="http://schemas.openxmlformats.org/package/2006/relationships"><Relationship Type="http://schemas.openxmlformats.org/officeDocument/2006/relationships/slide" Target="/ppt/slides/slide855.xml" Id="R0f38d02c971a4c67" /><Relationship Type="http://schemas.openxmlformats.org/officeDocument/2006/relationships/notesMaster" Target="/ppt/notesMasters/notesMaster1.xml" Id="R1034df33abc84c64" /></Relationships>
</file>

<file path=ppt/notesSlides/_rels/notesSlide856.xml.rels>&#65279;<?xml version="1.0" encoding="utf-8"?><Relationships xmlns="http://schemas.openxmlformats.org/package/2006/relationships"><Relationship Type="http://schemas.openxmlformats.org/officeDocument/2006/relationships/slide" Target="/ppt/slides/slide856.xml" Id="Rd2c3c2ba199c4b9d" /><Relationship Type="http://schemas.openxmlformats.org/officeDocument/2006/relationships/notesMaster" Target="/ppt/notesMasters/notesMaster1.xml" Id="R0194f0d45ef6495a" /></Relationships>
</file>

<file path=ppt/notesSlides/_rels/notesSlide857.xml.rels>&#65279;<?xml version="1.0" encoding="utf-8"?><Relationships xmlns="http://schemas.openxmlformats.org/package/2006/relationships"><Relationship Type="http://schemas.openxmlformats.org/officeDocument/2006/relationships/slide" Target="/ppt/slides/slide857.xml" Id="R654a9e5b10a74d46" /><Relationship Type="http://schemas.openxmlformats.org/officeDocument/2006/relationships/notesMaster" Target="/ppt/notesMasters/notesMaster1.xml" Id="Rb408f9b178644885" /></Relationships>
</file>

<file path=ppt/notesSlides/_rels/notesSlide858.xml.rels>&#65279;<?xml version="1.0" encoding="utf-8"?><Relationships xmlns="http://schemas.openxmlformats.org/package/2006/relationships"><Relationship Type="http://schemas.openxmlformats.org/officeDocument/2006/relationships/slide" Target="/ppt/slides/slide858.xml" Id="Redbea177437343db" /><Relationship Type="http://schemas.openxmlformats.org/officeDocument/2006/relationships/notesMaster" Target="/ppt/notesMasters/notesMaster1.xml" Id="Rca7e8fd0d1774e0f" /></Relationships>
</file>

<file path=ppt/notesSlides/_rels/notesSlide859.xml.rels>&#65279;<?xml version="1.0" encoding="utf-8"?><Relationships xmlns="http://schemas.openxmlformats.org/package/2006/relationships"><Relationship Type="http://schemas.openxmlformats.org/officeDocument/2006/relationships/slide" Target="/ppt/slides/slide859.xml" Id="Rba7e43c6ba364e37" /><Relationship Type="http://schemas.openxmlformats.org/officeDocument/2006/relationships/notesMaster" Target="/ppt/notesMasters/notesMaster1.xml" Id="Rb9dbc25a8cfe4999" /></Relationships>
</file>

<file path=ppt/notesSlides/_rels/notesSlide860.xml.rels>&#65279;<?xml version="1.0" encoding="utf-8"?><Relationships xmlns="http://schemas.openxmlformats.org/package/2006/relationships"><Relationship Type="http://schemas.openxmlformats.org/officeDocument/2006/relationships/slide" Target="/ppt/slides/slide860.xml" Id="R9bb0aaf9fb6d49b5" /><Relationship Type="http://schemas.openxmlformats.org/officeDocument/2006/relationships/notesMaster" Target="/ppt/notesMasters/notesMaster1.xml" Id="R43902b7713c64197" /></Relationships>
</file>

<file path=ppt/notesSlides/_rels/notesSlide861.xml.rels>&#65279;<?xml version="1.0" encoding="utf-8"?><Relationships xmlns="http://schemas.openxmlformats.org/package/2006/relationships"><Relationship Type="http://schemas.openxmlformats.org/officeDocument/2006/relationships/slide" Target="/ppt/slides/slide861.xml" Id="R6899707272a24c5b" /><Relationship Type="http://schemas.openxmlformats.org/officeDocument/2006/relationships/notesMaster" Target="/ppt/notesMasters/notesMaster1.xml" Id="Rc832ea6d40d94753" /></Relationships>
</file>

<file path=ppt/notesSlides/_rels/notesSlide862.xml.rels>&#65279;<?xml version="1.0" encoding="utf-8"?><Relationships xmlns="http://schemas.openxmlformats.org/package/2006/relationships"><Relationship Type="http://schemas.openxmlformats.org/officeDocument/2006/relationships/slide" Target="/ppt/slides/slide862.xml" Id="R0b4ea9dca5c44ab3" /><Relationship Type="http://schemas.openxmlformats.org/officeDocument/2006/relationships/notesMaster" Target="/ppt/notesMasters/notesMaster1.xml" Id="R9e43627a3cbd4568" /></Relationships>
</file>

<file path=ppt/notesSlides/_rels/notesSlide863.xml.rels>&#65279;<?xml version="1.0" encoding="utf-8"?><Relationships xmlns="http://schemas.openxmlformats.org/package/2006/relationships"><Relationship Type="http://schemas.openxmlformats.org/officeDocument/2006/relationships/slide" Target="/ppt/slides/slide863.xml" Id="R9ff3b35adc714b5e" /><Relationship Type="http://schemas.openxmlformats.org/officeDocument/2006/relationships/notesMaster" Target="/ppt/notesMasters/notesMaster1.xml" Id="R185444631ed741ae" /></Relationships>
</file>

<file path=ppt/notesSlides/_rels/notesSlide864.xml.rels>&#65279;<?xml version="1.0" encoding="utf-8"?><Relationships xmlns="http://schemas.openxmlformats.org/package/2006/relationships"><Relationship Type="http://schemas.openxmlformats.org/officeDocument/2006/relationships/slide" Target="/ppt/slides/slide864.xml" Id="Rd97d7a8970a041ce" /><Relationship Type="http://schemas.openxmlformats.org/officeDocument/2006/relationships/notesMaster" Target="/ppt/notesMasters/notesMaster1.xml" Id="Ra7270d21c62448dc" /></Relationships>
</file>

<file path=ppt/notesSlides/_rels/notesSlide865.xml.rels>&#65279;<?xml version="1.0" encoding="utf-8"?><Relationships xmlns="http://schemas.openxmlformats.org/package/2006/relationships"><Relationship Type="http://schemas.openxmlformats.org/officeDocument/2006/relationships/slide" Target="/ppt/slides/slide865.xml" Id="R51dce25668884b17" /><Relationship Type="http://schemas.openxmlformats.org/officeDocument/2006/relationships/notesMaster" Target="/ppt/notesMasters/notesMaster1.xml" Id="R3cbaa8c4c10f47e1" /></Relationships>
</file>

<file path=ppt/notesSlides/_rels/notesSlide866.xml.rels>&#65279;<?xml version="1.0" encoding="utf-8"?><Relationships xmlns="http://schemas.openxmlformats.org/package/2006/relationships"><Relationship Type="http://schemas.openxmlformats.org/officeDocument/2006/relationships/slide" Target="/ppt/slides/slide866.xml" Id="Rd8011f08c0b643c7" /><Relationship Type="http://schemas.openxmlformats.org/officeDocument/2006/relationships/notesMaster" Target="/ppt/notesMasters/notesMaster1.xml" Id="R89da4c19d31040c1" /></Relationships>
</file>

<file path=ppt/notesSlides/_rels/notesSlide867.xml.rels>&#65279;<?xml version="1.0" encoding="utf-8"?><Relationships xmlns="http://schemas.openxmlformats.org/package/2006/relationships"><Relationship Type="http://schemas.openxmlformats.org/officeDocument/2006/relationships/slide" Target="/ppt/slides/slide867.xml" Id="Rcb9b379baf914b83" /><Relationship Type="http://schemas.openxmlformats.org/officeDocument/2006/relationships/notesMaster" Target="/ppt/notesMasters/notesMaster1.xml" Id="R7d79664d4d724c7d" /></Relationships>
</file>

<file path=ppt/notesSlides/_rels/notesSlide868.xml.rels>&#65279;<?xml version="1.0" encoding="utf-8"?><Relationships xmlns="http://schemas.openxmlformats.org/package/2006/relationships"><Relationship Type="http://schemas.openxmlformats.org/officeDocument/2006/relationships/slide" Target="/ppt/slides/slide868.xml" Id="Rd6ccbccd31cc4d9f" /><Relationship Type="http://schemas.openxmlformats.org/officeDocument/2006/relationships/notesMaster" Target="/ppt/notesMasters/notesMaster1.xml" Id="R8616325faaef43c1" /></Relationships>
</file>

<file path=ppt/notesSlides/_rels/notesSlide869.xml.rels>&#65279;<?xml version="1.0" encoding="utf-8"?><Relationships xmlns="http://schemas.openxmlformats.org/package/2006/relationships"><Relationship Type="http://schemas.openxmlformats.org/officeDocument/2006/relationships/slide" Target="/ppt/slides/slide869.xml" Id="R51fa156f7b4e460e" /><Relationship Type="http://schemas.openxmlformats.org/officeDocument/2006/relationships/notesMaster" Target="/ppt/notesMasters/notesMaster1.xml" Id="R72db4a9a15274333" /></Relationships>
</file>

<file path=ppt/notesSlides/_rels/notesSlide870.xml.rels>&#65279;<?xml version="1.0" encoding="utf-8"?><Relationships xmlns="http://schemas.openxmlformats.org/package/2006/relationships"><Relationship Type="http://schemas.openxmlformats.org/officeDocument/2006/relationships/slide" Target="/ppt/slides/slide870.xml" Id="R239c2f78b1404dc2" /><Relationship Type="http://schemas.openxmlformats.org/officeDocument/2006/relationships/notesMaster" Target="/ppt/notesMasters/notesMaster1.xml" Id="R887d125424d24eab" /></Relationships>
</file>

<file path=ppt/notesSlides/_rels/notesSlide871.xml.rels>&#65279;<?xml version="1.0" encoding="utf-8"?><Relationships xmlns="http://schemas.openxmlformats.org/package/2006/relationships"><Relationship Type="http://schemas.openxmlformats.org/officeDocument/2006/relationships/slide" Target="/ppt/slides/slide871.xml" Id="R0f878c7da51d406e" /><Relationship Type="http://schemas.openxmlformats.org/officeDocument/2006/relationships/notesMaster" Target="/ppt/notesMasters/notesMaster1.xml" Id="R8dd63aace672438e" /></Relationships>
</file>

<file path=ppt/notesSlides/_rels/notesSlide872.xml.rels>&#65279;<?xml version="1.0" encoding="utf-8"?><Relationships xmlns="http://schemas.openxmlformats.org/package/2006/relationships"><Relationship Type="http://schemas.openxmlformats.org/officeDocument/2006/relationships/slide" Target="/ppt/slides/slide872.xml" Id="R496369c683b0489b" /><Relationship Type="http://schemas.openxmlformats.org/officeDocument/2006/relationships/notesMaster" Target="/ppt/notesMasters/notesMaster1.xml" Id="R0280c4ee385b4029" /></Relationships>
</file>

<file path=ppt/notesSlides/_rels/notesSlide873.xml.rels>&#65279;<?xml version="1.0" encoding="utf-8"?><Relationships xmlns="http://schemas.openxmlformats.org/package/2006/relationships"><Relationship Type="http://schemas.openxmlformats.org/officeDocument/2006/relationships/slide" Target="/ppt/slides/slide873.xml" Id="R87d0a29bfc5a48c2" /><Relationship Type="http://schemas.openxmlformats.org/officeDocument/2006/relationships/notesMaster" Target="/ppt/notesMasters/notesMaster1.xml" Id="R3585c33efb414757" /></Relationships>
</file>

<file path=ppt/notesSlides/_rels/notesSlide874.xml.rels>&#65279;<?xml version="1.0" encoding="utf-8"?><Relationships xmlns="http://schemas.openxmlformats.org/package/2006/relationships"><Relationship Type="http://schemas.openxmlformats.org/officeDocument/2006/relationships/slide" Target="/ppt/slides/slide874.xml" Id="R17393b10d80f4086" /><Relationship Type="http://schemas.openxmlformats.org/officeDocument/2006/relationships/notesMaster" Target="/ppt/notesMasters/notesMaster1.xml" Id="R7616c8ed0af04dca" /></Relationships>
</file>

<file path=ppt/notesSlides/_rels/notesSlide875.xml.rels>&#65279;<?xml version="1.0" encoding="utf-8"?><Relationships xmlns="http://schemas.openxmlformats.org/package/2006/relationships"><Relationship Type="http://schemas.openxmlformats.org/officeDocument/2006/relationships/slide" Target="/ppt/slides/slide875.xml" Id="Ra4db57a6cd684211" /><Relationship Type="http://schemas.openxmlformats.org/officeDocument/2006/relationships/notesMaster" Target="/ppt/notesMasters/notesMaster1.xml" Id="R4a5a9cb9847e4295" /></Relationships>
</file>

<file path=ppt/notesSlides/_rels/notesSlide876.xml.rels>&#65279;<?xml version="1.0" encoding="utf-8"?><Relationships xmlns="http://schemas.openxmlformats.org/package/2006/relationships"><Relationship Type="http://schemas.openxmlformats.org/officeDocument/2006/relationships/slide" Target="/ppt/slides/slide876.xml" Id="Rbd6d98fa98ca472e" /><Relationship Type="http://schemas.openxmlformats.org/officeDocument/2006/relationships/notesMaster" Target="/ppt/notesMasters/notesMaster1.xml" Id="Rdfbfd2ba174845df" /></Relationships>
</file>

<file path=ppt/notesSlides/_rels/notesSlide877.xml.rels>&#65279;<?xml version="1.0" encoding="utf-8"?><Relationships xmlns="http://schemas.openxmlformats.org/package/2006/relationships"><Relationship Type="http://schemas.openxmlformats.org/officeDocument/2006/relationships/slide" Target="/ppt/slides/slide877.xml" Id="R1c3f04b56f7f4dc1" /><Relationship Type="http://schemas.openxmlformats.org/officeDocument/2006/relationships/notesMaster" Target="/ppt/notesMasters/notesMaster1.xml" Id="Rc5b5a632586a496f" /></Relationships>
</file>

<file path=ppt/notesSlides/_rels/notesSlide878.xml.rels>&#65279;<?xml version="1.0" encoding="utf-8"?><Relationships xmlns="http://schemas.openxmlformats.org/package/2006/relationships"><Relationship Type="http://schemas.openxmlformats.org/officeDocument/2006/relationships/slide" Target="/ppt/slides/slide878.xml" Id="Rb6e328e8c6db40fc" /><Relationship Type="http://schemas.openxmlformats.org/officeDocument/2006/relationships/notesMaster" Target="/ppt/notesMasters/notesMaster1.xml" Id="R30731778e6264d98" /></Relationships>
</file>

<file path=ppt/notesSlides/_rels/notesSlide879.xml.rels>&#65279;<?xml version="1.0" encoding="utf-8"?><Relationships xmlns="http://schemas.openxmlformats.org/package/2006/relationships"><Relationship Type="http://schemas.openxmlformats.org/officeDocument/2006/relationships/slide" Target="/ppt/slides/slide879.xml" Id="Rbc45d5d81eaa421a" /><Relationship Type="http://schemas.openxmlformats.org/officeDocument/2006/relationships/notesMaster" Target="/ppt/notesMasters/notesMaster1.xml" Id="Rfa385046d01d4dea" /></Relationships>
</file>

<file path=ppt/notesSlides/_rels/notesSlide880.xml.rels>&#65279;<?xml version="1.0" encoding="utf-8"?><Relationships xmlns="http://schemas.openxmlformats.org/package/2006/relationships"><Relationship Type="http://schemas.openxmlformats.org/officeDocument/2006/relationships/slide" Target="/ppt/slides/slide880.xml" Id="R8c4a6fcb364a4836" /><Relationship Type="http://schemas.openxmlformats.org/officeDocument/2006/relationships/notesMaster" Target="/ppt/notesMasters/notesMaster1.xml" Id="R21d192b84d5c46ff" /></Relationships>
</file>

<file path=ppt/notesSlides/_rels/notesSlide881.xml.rels>&#65279;<?xml version="1.0" encoding="utf-8"?><Relationships xmlns="http://schemas.openxmlformats.org/package/2006/relationships"><Relationship Type="http://schemas.openxmlformats.org/officeDocument/2006/relationships/slide" Target="/ppt/slides/slide881.xml" Id="Rb6fdd8a49a134f35" /><Relationship Type="http://schemas.openxmlformats.org/officeDocument/2006/relationships/notesMaster" Target="/ppt/notesMasters/notesMaster1.xml" Id="R29afc63792614202" /></Relationships>
</file>

<file path=ppt/notesSlides/_rels/notesSlide882.xml.rels>&#65279;<?xml version="1.0" encoding="utf-8"?><Relationships xmlns="http://schemas.openxmlformats.org/package/2006/relationships"><Relationship Type="http://schemas.openxmlformats.org/officeDocument/2006/relationships/slide" Target="/ppt/slides/slide882.xml" Id="R86067ea6e43147c3" /><Relationship Type="http://schemas.openxmlformats.org/officeDocument/2006/relationships/notesMaster" Target="/ppt/notesMasters/notesMaster1.xml" Id="Rb01be5ccf9ad4210" /></Relationships>
</file>

<file path=ppt/notesSlides/_rels/notesSlide883.xml.rels>&#65279;<?xml version="1.0" encoding="utf-8"?><Relationships xmlns="http://schemas.openxmlformats.org/package/2006/relationships"><Relationship Type="http://schemas.openxmlformats.org/officeDocument/2006/relationships/slide" Target="/ppt/slides/slide883.xml" Id="Ra6b58cbe3f6a479a" /><Relationship Type="http://schemas.openxmlformats.org/officeDocument/2006/relationships/notesMaster" Target="/ppt/notesMasters/notesMaster1.xml" Id="R6e6a3e4ba1434497" /></Relationships>
</file>

<file path=ppt/notesSlides/_rels/notesSlide884.xml.rels>&#65279;<?xml version="1.0" encoding="utf-8"?><Relationships xmlns="http://schemas.openxmlformats.org/package/2006/relationships"><Relationship Type="http://schemas.openxmlformats.org/officeDocument/2006/relationships/slide" Target="/ppt/slides/slide884.xml" Id="R79eab10ce30d4174" /><Relationship Type="http://schemas.openxmlformats.org/officeDocument/2006/relationships/notesMaster" Target="/ppt/notesMasters/notesMaster1.xml" Id="R967e1a13f92a4bdf" /></Relationships>
</file>

<file path=ppt/notesSlides/_rels/notesSlide885.xml.rels>&#65279;<?xml version="1.0" encoding="utf-8"?><Relationships xmlns="http://schemas.openxmlformats.org/package/2006/relationships"><Relationship Type="http://schemas.openxmlformats.org/officeDocument/2006/relationships/slide" Target="/ppt/slides/slide885.xml" Id="Rf94eba8a195143fa" /><Relationship Type="http://schemas.openxmlformats.org/officeDocument/2006/relationships/notesMaster" Target="/ppt/notesMasters/notesMaster1.xml" Id="Ra99cea48479f44bc" /></Relationships>
</file>

<file path=ppt/notesSlides/_rels/notesSlide886.xml.rels>&#65279;<?xml version="1.0" encoding="utf-8"?><Relationships xmlns="http://schemas.openxmlformats.org/package/2006/relationships"><Relationship Type="http://schemas.openxmlformats.org/officeDocument/2006/relationships/slide" Target="/ppt/slides/slide886.xml" Id="Rcfbd9be6606444ea" /><Relationship Type="http://schemas.openxmlformats.org/officeDocument/2006/relationships/notesMaster" Target="/ppt/notesMasters/notesMaster1.xml" Id="Rdb17c01862904cc9" /></Relationships>
</file>

<file path=ppt/notesSlides/_rels/notesSlide887.xml.rels>&#65279;<?xml version="1.0" encoding="utf-8"?><Relationships xmlns="http://schemas.openxmlformats.org/package/2006/relationships"><Relationship Type="http://schemas.openxmlformats.org/officeDocument/2006/relationships/slide" Target="/ppt/slides/slide887.xml" Id="Rd6ef526fa612422d" /><Relationship Type="http://schemas.openxmlformats.org/officeDocument/2006/relationships/notesMaster" Target="/ppt/notesMasters/notesMaster1.xml" Id="Re900f19a9ffa4ebe" /></Relationships>
</file>

<file path=ppt/notesSlides/_rels/notesSlide888.xml.rels>&#65279;<?xml version="1.0" encoding="utf-8"?><Relationships xmlns="http://schemas.openxmlformats.org/package/2006/relationships"><Relationship Type="http://schemas.openxmlformats.org/officeDocument/2006/relationships/slide" Target="/ppt/slides/slide888.xml" Id="R53bbb78197f5414b" /><Relationship Type="http://schemas.openxmlformats.org/officeDocument/2006/relationships/notesMaster" Target="/ppt/notesMasters/notesMaster1.xml" Id="R2cd61513dbd3405c" /></Relationships>
</file>

<file path=ppt/notesSlides/_rels/notesSlide889.xml.rels>&#65279;<?xml version="1.0" encoding="utf-8"?><Relationships xmlns="http://schemas.openxmlformats.org/package/2006/relationships"><Relationship Type="http://schemas.openxmlformats.org/officeDocument/2006/relationships/slide" Target="/ppt/slides/slide889.xml" Id="R391e022910f14371" /><Relationship Type="http://schemas.openxmlformats.org/officeDocument/2006/relationships/notesMaster" Target="/ppt/notesMasters/notesMaster1.xml" Id="Rfc80bd7318004fa9" /></Relationships>
</file>

<file path=ppt/notesSlides/_rels/notesSlide890.xml.rels>&#65279;<?xml version="1.0" encoding="utf-8"?><Relationships xmlns="http://schemas.openxmlformats.org/package/2006/relationships"><Relationship Type="http://schemas.openxmlformats.org/officeDocument/2006/relationships/slide" Target="/ppt/slides/slide890.xml" Id="R17d8bd95f0a1479c" /><Relationship Type="http://schemas.openxmlformats.org/officeDocument/2006/relationships/notesMaster" Target="/ppt/notesMasters/notesMaster1.xml" Id="Rb586a61283134c0a" /></Relationships>
</file>

<file path=ppt/notesSlides/_rels/notesSlide891.xml.rels>&#65279;<?xml version="1.0" encoding="utf-8"?><Relationships xmlns="http://schemas.openxmlformats.org/package/2006/relationships"><Relationship Type="http://schemas.openxmlformats.org/officeDocument/2006/relationships/slide" Target="/ppt/slides/slide891.xml" Id="R05f647a4c853431c" /><Relationship Type="http://schemas.openxmlformats.org/officeDocument/2006/relationships/notesMaster" Target="/ppt/notesMasters/notesMaster1.xml" Id="R7a13fb59ce164505" /></Relationships>
</file>

<file path=ppt/notesSlides/_rels/notesSlide892.xml.rels>&#65279;<?xml version="1.0" encoding="utf-8"?><Relationships xmlns="http://schemas.openxmlformats.org/package/2006/relationships"><Relationship Type="http://schemas.openxmlformats.org/officeDocument/2006/relationships/slide" Target="/ppt/slides/slide892.xml" Id="R58cc9c08a1c5422c" /><Relationship Type="http://schemas.openxmlformats.org/officeDocument/2006/relationships/notesMaster" Target="/ppt/notesMasters/notesMaster1.xml" Id="R11acb2f087924882" /></Relationship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public/tutorial/trb/processed/page-129.png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public/tutorial/trb/processed/page-149.png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public/tutorial/trb/processed/page-129.png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public/tutorial/trb/processed/page-149.png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2836cd47c44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9860932063470d" /><Relationship Type="http://schemas.openxmlformats.org/officeDocument/2006/relationships/slideLayout" Target="/ppt/slideLayouts/slideLayout1.xml" Id="R1263a99b425b42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63a99b425b42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3ea82f7b14313" /><Relationship Type="http://schemas.openxmlformats.org/officeDocument/2006/relationships/image" Target="/ppt/media/image66.png" Id="R5ca46f12d6364c33" /><Relationship Type="http://schemas.openxmlformats.org/officeDocument/2006/relationships/notesSlide" Target="/ppt/notesSlides/notesSlide216.xml" Id="Rb3d6ab51d4e945bc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5a151f29245da" /><Relationship Type="http://schemas.openxmlformats.org/officeDocument/2006/relationships/notesSlide" Target="/ppt/notesSlides/notesSlide217.xml" Id="R634f21cc9a004841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b925bc5aa40bf" /><Relationship Type="http://schemas.openxmlformats.org/officeDocument/2006/relationships/notesSlide" Target="/ppt/notesSlides/notesSlide218.xml" Id="R59fa351797d04b9c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558defd254db4" /><Relationship Type="http://schemas.openxmlformats.org/officeDocument/2006/relationships/notesSlide" Target="/ppt/notesSlides/notesSlide219.xml" Id="R57daa3f8a55e4f2f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4f50c23814f56" /><Relationship Type="http://schemas.openxmlformats.org/officeDocument/2006/relationships/notesSlide" Target="/ppt/notesSlides/notesSlide220.xml" Id="Rff8509f4db884737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e0402fa174eae" /><Relationship Type="http://schemas.openxmlformats.org/officeDocument/2006/relationships/image" Target="/ppt/media/image67.png" Id="Race138a6fced4c97" /><Relationship Type="http://schemas.openxmlformats.org/officeDocument/2006/relationships/notesSlide" Target="/ppt/notesSlides/notesSlide221.xml" Id="R278622b39c324360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1020c8c85474d" /><Relationship Type="http://schemas.openxmlformats.org/officeDocument/2006/relationships/image" Target="/ppt/media/image68.png" Id="R92f94dd7510a4024" /><Relationship Type="http://schemas.openxmlformats.org/officeDocument/2006/relationships/notesSlide" Target="/ppt/notesSlides/notesSlide222.xml" Id="R3d023a2df70c4bd2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1096b67ba4ea8" /><Relationship Type="http://schemas.openxmlformats.org/officeDocument/2006/relationships/image" Target="/ppt/media/image68.png" Id="Raa51d44494e64769" /><Relationship Type="http://schemas.openxmlformats.org/officeDocument/2006/relationships/notesSlide" Target="/ppt/notesSlides/notesSlide223.xml" Id="R7bdb0dd478074d69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76b2837134fc7" /><Relationship Type="http://schemas.openxmlformats.org/officeDocument/2006/relationships/image" Target="/ppt/media/image69.png" Id="R5d4a0feb17e04ead" /><Relationship Type="http://schemas.openxmlformats.org/officeDocument/2006/relationships/notesSlide" Target="/ppt/notesSlides/notesSlide224.xml" Id="R49576527670d4996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9b10941064f46" /><Relationship Type="http://schemas.openxmlformats.org/officeDocument/2006/relationships/notesSlide" Target="/ppt/notesSlides/notesSlide225.xml" Id="Rca2ce94a97794dda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6102334e54699" /><Relationship Type="http://schemas.openxmlformats.org/officeDocument/2006/relationships/notesSlide" Target="/ppt/notesSlides/notesSlide226.xml" Id="Rb4a29897b9e148f9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33ad8163d4d31" /><Relationship Type="http://schemas.openxmlformats.org/officeDocument/2006/relationships/image" Target="/ppt/media/image70.png" Id="R5c68a85f09ba4128" /><Relationship Type="http://schemas.openxmlformats.org/officeDocument/2006/relationships/notesSlide" Target="/ppt/notesSlides/notesSlide227.xml" Id="Re40500a6170a49fc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f5cb57f49498d" /><Relationship Type="http://schemas.openxmlformats.org/officeDocument/2006/relationships/image" Target="/ppt/media/image70.png" Id="R264b78d9c91f4264" /><Relationship Type="http://schemas.openxmlformats.org/officeDocument/2006/relationships/notesSlide" Target="/ppt/notesSlides/notesSlide228.xml" Id="R6caefee6e2a24be4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da661fb364909" /><Relationship Type="http://schemas.openxmlformats.org/officeDocument/2006/relationships/image" Target="/ppt/media/image70.png" Id="R5fd0eb6ef46c43e9" /><Relationship Type="http://schemas.openxmlformats.org/officeDocument/2006/relationships/notesSlide" Target="/ppt/notesSlides/notesSlide229.xml" Id="R2c061c1b47474ffe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4adfd2f2c4665" /><Relationship Type="http://schemas.openxmlformats.org/officeDocument/2006/relationships/image" Target="/ppt/media/image70.png" Id="Reac5af616d904d23" /><Relationship Type="http://schemas.openxmlformats.org/officeDocument/2006/relationships/notesSlide" Target="/ppt/notesSlides/notesSlide230.xml" Id="Rdd0a5dc108274393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5e86f0abd4370" /><Relationship Type="http://schemas.openxmlformats.org/officeDocument/2006/relationships/notesSlide" Target="/ppt/notesSlides/notesSlide231.xml" Id="R129de12041b34ecc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b6aff28314878" /><Relationship Type="http://schemas.openxmlformats.org/officeDocument/2006/relationships/notesSlide" Target="/ppt/notesSlides/notesSlide232.xml" Id="R7b376e0562aa4ce0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c5da0c4ec4103" /><Relationship Type="http://schemas.openxmlformats.org/officeDocument/2006/relationships/image" Target="/ppt/media/image71.png" Id="Rd7f000e0418d4cbb" /><Relationship Type="http://schemas.openxmlformats.org/officeDocument/2006/relationships/notesSlide" Target="/ppt/notesSlides/notesSlide233.xml" Id="R86e4edc26dd74063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5cbfb000b45e2" /><Relationship Type="http://schemas.openxmlformats.org/officeDocument/2006/relationships/image" Target="/ppt/media/image71.png" Id="R4df1af24b7044845" /><Relationship Type="http://schemas.openxmlformats.org/officeDocument/2006/relationships/notesSlide" Target="/ppt/notesSlides/notesSlide234.xml" Id="R95a592d2a6ca46d5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c086ae93a448a" /><Relationship Type="http://schemas.openxmlformats.org/officeDocument/2006/relationships/image" Target="/ppt/media/image72.png" Id="Rb09a3c1416ba40ee" /><Relationship Type="http://schemas.openxmlformats.org/officeDocument/2006/relationships/notesSlide" Target="/ppt/notesSlides/notesSlide235.xml" Id="Rd56a80c587a64f4e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cd496520b4dca" /><Relationship Type="http://schemas.openxmlformats.org/officeDocument/2006/relationships/image" Target="/ppt/media/image72.png" Id="R08f04026932044ec" /><Relationship Type="http://schemas.openxmlformats.org/officeDocument/2006/relationships/notesSlide" Target="/ppt/notesSlides/notesSlide236.xml" Id="R263a4d765be24c00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df11654c74262" /><Relationship Type="http://schemas.openxmlformats.org/officeDocument/2006/relationships/notesSlide" Target="/ppt/notesSlides/notesSlide237.xml" Id="R30f4753ffc9a4c4a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e8281b16f4799" /><Relationship Type="http://schemas.openxmlformats.org/officeDocument/2006/relationships/notesSlide" Target="/ppt/notesSlides/notesSlide238.xml" Id="Rbfa8a7acd20f4699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2f8a1b00a485c" /><Relationship Type="http://schemas.openxmlformats.org/officeDocument/2006/relationships/image" Target="/ppt/media/image73.png" Id="Rbd0b016d4c8a4994" /><Relationship Type="http://schemas.openxmlformats.org/officeDocument/2006/relationships/notesSlide" Target="/ppt/notesSlides/notesSlide239.xml" Id="R2a7ef2c2d65f4b89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20a9ee63e44f6" /><Relationship Type="http://schemas.openxmlformats.org/officeDocument/2006/relationships/image" Target="/ppt/media/image73.png" Id="R43251d0d787f41da" /><Relationship Type="http://schemas.openxmlformats.org/officeDocument/2006/relationships/notesSlide" Target="/ppt/notesSlides/notesSlide240.xml" Id="R9acf64fd28ea49f8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fdc6b45484ef8" /><Relationship Type="http://schemas.openxmlformats.org/officeDocument/2006/relationships/image" Target="/ppt/media/image74.png" Id="Rd71f4c91b01c4056" /><Relationship Type="http://schemas.openxmlformats.org/officeDocument/2006/relationships/notesSlide" Target="/ppt/notesSlides/notesSlide241.xml" Id="R2e99c0c672a74335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ca0138e5a4a9a" /><Relationship Type="http://schemas.openxmlformats.org/officeDocument/2006/relationships/image" Target="/ppt/media/image74.png" Id="R8ee36f7989594018" /><Relationship Type="http://schemas.openxmlformats.org/officeDocument/2006/relationships/notesSlide" Target="/ppt/notesSlides/notesSlide242.xml" Id="R42443e538a5e4c4f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7bfa244be4809" /><Relationship Type="http://schemas.openxmlformats.org/officeDocument/2006/relationships/notesSlide" Target="/ppt/notesSlides/notesSlide243.xml" Id="R0068514b532f4e95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efd43bfc1456c" /><Relationship Type="http://schemas.openxmlformats.org/officeDocument/2006/relationships/notesSlide" Target="/ppt/notesSlides/notesSlide244.xml" Id="Rd87059ef6c164e9f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871a0adda4a85" /><Relationship Type="http://schemas.openxmlformats.org/officeDocument/2006/relationships/notesSlide" Target="/ppt/notesSlides/notesSlide245.xml" Id="Rc00ca05145c040ce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3bdf2c626453b" /><Relationship Type="http://schemas.openxmlformats.org/officeDocument/2006/relationships/image" Target="/ppt/media/image75.png" Id="R6cc8ccc41d304e3a" /><Relationship Type="http://schemas.openxmlformats.org/officeDocument/2006/relationships/notesSlide" Target="/ppt/notesSlides/notesSlide246.xml" Id="Ra3daaa545ea841b1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0b39bf71642dd" /><Relationship Type="http://schemas.openxmlformats.org/officeDocument/2006/relationships/image" Target="/ppt/media/image76.png" Id="R53dfcea4cbed4b39" /><Relationship Type="http://schemas.openxmlformats.org/officeDocument/2006/relationships/notesSlide" Target="/ppt/notesSlides/notesSlide247.xml" Id="R7244b80e66964e4f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31b3ac048440e" /><Relationship Type="http://schemas.openxmlformats.org/officeDocument/2006/relationships/image" Target="/ppt/media/image76.png" Id="R264cb0abe0104a08" /><Relationship Type="http://schemas.openxmlformats.org/officeDocument/2006/relationships/notesSlide" Target="/ppt/notesSlides/notesSlide248.xml" Id="Rfc1a892857ba4955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5046e91fb4cd7" /><Relationship Type="http://schemas.openxmlformats.org/officeDocument/2006/relationships/image" Target="/ppt/media/image76.png" Id="Rb571d44b39514fee" /><Relationship Type="http://schemas.openxmlformats.org/officeDocument/2006/relationships/notesSlide" Target="/ppt/notesSlides/notesSlide249.xml" Id="R6a385b4df0df4eb7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5cb039a6e480b" /><Relationship Type="http://schemas.openxmlformats.org/officeDocument/2006/relationships/notesSlide" Target="/ppt/notesSlides/notesSlide250.xml" Id="Raf09e9724da84f6f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d463796dd4e45" /><Relationship Type="http://schemas.openxmlformats.org/officeDocument/2006/relationships/notesSlide" Target="/ppt/notesSlides/notesSlide251.xml" Id="R46788b98e340480d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fad2a821c45b2" /><Relationship Type="http://schemas.openxmlformats.org/officeDocument/2006/relationships/image" Target="/ppt/media/image77.png" Id="R3b3f52d49d56496a" /><Relationship Type="http://schemas.openxmlformats.org/officeDocument/2006/relationships/notesSlide" Target="/ppt/notesSlides/notesSlide252.xml" Id="R62f3544dfa8f416c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030b7c0a348f5" /><Relationship Type="http://schemas.openxmlformats.org/officeDocument/2006/relationships/image" Target="/ppt/media/image77.png" Id="R83bd19b8f6844779" /><Relationship Type="http://schemas.openxmlformats.org/officeDocument/2006/relationships/notesSlide" Target="/ppt/notesSlides/notesSlide253.xml" Id="Rae3b0a84e3a34875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08ad5718049d9" /><Relationship Type="http://schemas.openxmlformats.org/officeDocument/2006/relationships/image" Target="/ppt/media/image78.png" Id="R2ca7b1048c30496c" /><Relationship Type="http://schemas.openxmlformats.org/officeDocument/2006/relationships/notesSlide" Target="/ppt/notesSlides/notesSlide254.xml" Id="R76c6417c15294c8b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f4b55c3b94966" /><Relationship Type="http://schemas.openxmlformats.org/officeDocument/2006/relationships/image" Target="/ppt/media/image78.png" Id="R50da17fa43494f67" /><Relationship Type="http://schemas.openxmlformats.org/officeDocument/2006/relationships/notesSlide" Target="/ppt/notesSlides/notesSlide255.xml" Id="Rb57aef40ae324874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1ae30e3df4e7b" /><Relationship Type="http://schemas.openxmlformats.org/officeDocument/2006/relationships/notesSlide" Target="/ppt/notesSlides/notesSlide256.xml" Id="R170cc9c7e98946e6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2a626e12a4c64" /><Relationship Type="http://schemas.openxmlformats.org/officeDocument/2006/relationships/notesSlide" Target="/ppt/notesSlides/notesSlide257.xml" Id="Ra7d76e3473094841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38f182d6243de" /><Relationship Type="http://schemas.openxmlformats.org/officeDocument/2006/relationships/image" Target="/ppt/media/image79.png" Id="R9cf9881cd8144e27" /><Relationship Type="http://schemas.openxmlformats.org/officeDocument/2006/relationships/notesSlide" Target="/ppt/notesSlides/notesSlide258.xml" Id="R036a907a5a6e479e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68b0b43054d79" /><Relationship Type="http://schemas.openxmlformats.org/officeDocument/2006/relationships/image" Target="/ppt/media/image80.png" Id="Ref96918b0d9d4f1f" /><Relationship Type="http://schemas.openxmlformats.org/officeDocument/2006/relationships/notesSlide" Target="/ppt/notesSlides/notesSlide259.xml" Id="R37f7d7d733cd4f03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2250bf2274114" /><Relationship Type="http://schemas.openxmlformats.org/officeDocument/2006/relationships/image" Target="/ppt/media/image81.png" Id="R6eff570007a74923" /><Relationship Type="http://schemas.openxmlformats.org/officeDocument/2006/relationships/notesSlide" Target="/ppt/notesSlides/notesSlide260.xml" Id="R0faacaf3755a4b0b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5cae5c503470f" /><Relationship Type="http://schemas.openxmlformats.org/officeDocument/2006/relationships/image" Target="/ppt/media/image81.png" Id="R8a967c9310564b88" /><Relationship Type="http://schemas.openxmlformats.org/officeDocument/2006/relationships/notesSlide" Target="/ppt/notesSlides/notesSlide261.xml" Id="Rbf35eb9916594ca8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bcd65b92d44ff" /><Relationship Type="http://schemas.openxmlformats.org/officeDocument/2006/relationships/notesSlide" Target="/ppt/notesSlides/notesSlide262.xml" Id="Ra6fe7620d4214e0c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6fe08ad594fa4" /><Relationship Type="http://schemas.openxmlformats.org/officeDocument/2006/relationships/notesSlide" Target="/ppt/notesSlides/notesSlide263.xml" Id="Rfcbd8063eb4e4629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dbb3719e14ea5" /><Relationship Type="http://schemas.openxmlformats.org/officeDocument/2006/relationships/image" Target="/ppt/media/image82.png" Id="Rfc402fa34eb94d3a" /><Relationship Type="http://schemas.openxmlformats.org/officeDocument/2006/relationships/notesSlide" Target="/ppt/notesSlides/notesSlide264.xml" Id="Raeaafa9aa4a1438d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3efe085a545e4" /><Relationship Type="http://schemas.openxmlformats.org/officeDocument/2006/relationships/image" Target="/ppt/media/image83.png" Id="Rb5e109a3b6844b97" /><Relationship Type="http://schemas.openxmlformats.org/officeDocument/2006/relationships/notesSlide" Target="/ppt/notesSlides/notesSlide265.xml" Id="R8ee4d30e701d4efc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80fd9c5d7483e" /><Relationship Type="http://schemas.openxmlformats.org/officeDocument/2006/relationships/image" Target="/ppt/media/image84.png" Id="R3175143ef72143f4" /><Relationship Type="http://schemas.openxmlformats.org/officeDocument/2006/relationships/notesSlide" Target="/ppt/notesSlides/notesSlide266.xml" Id="R0c3bf6ff941449a0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570402a734aee" /><Relationship Type="http://schemas.openxmlformats.org/officeDocument/2006/relationships/image" Target="/ppt/media/image85.png" Id="Rb1d1861b63244670" /><Relationship Type="http://schemas.openxmlformats.org/officeDocument/2006/relationships/notesSlide" Target="/ppt/notesSlides/notesSlide267.xml" Id="R2cd5369a01cb4355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3086900bd448c" /><Relationship Type="http://schemas.openxmlformats.org/officeDocument/2006/relationships/image" Target="/ppt/media/image86.png" Id="R561b115a8aac4784" /><Relationship Type="http://schemas.openxmlformats.org/officeDocument/2006/relationships/notesSlide" Target="/ppt/notesSlides/notesSlide268.xml" Id="R2e249eea59ac4502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dbf59ff25422b" /><Relationship Type="http://schemas.openxmlformats.org/officeDocument/2006/relationships/notesSlide" Target="/ppt/notesSlides/notesSlide269.xml" Id="R78def06d5cb24f23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ba5d629ea4660" /><Relationship Type="http://schemas.openxmlformats.org/officeDocument/2006/relationships/notesSlide" Target="/ppt/notesSlides/notesSlide270.xml" Id="R1c86a18d7fbb433d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3c3dff8584283" /><Relationship Type="http://schemas.openxmlformats.org/officeDocument/2006/relationships/image" Target="/ppt/media/image87.png" Id="Rd7b406a5c84d4e91" /><Relationship Type="http://schemas.openxmlformats.org/officeDocument/2006/relationships/notesSlide" Target="/ppt/notesSlides/notesSlide271.xml" Id="Rb92efe15b8d446dd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9f8d7186249f0" /><Relationship Type="http://schemas.openxmlformats.org/officeDocument/2006/relationships/image" Target="/ppt/media/image88.png" Id="R6ddf5b71d1214b1e" /><Relationship Type="http://schemas.openxmlformats.org/officeDocument/2006/relationships/notesSlide" Target="/ppt/notesSlides/notesSlide272.xml" Id="Ra0e246da518540b5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3e4bd9937482d" /><Relationship Type="http://schemas.openxmlformats.org/officeDocument/2006/relationships/image" Target="/ppt/media/image88.png" Id="Re7e51c8a49c043d5" /><Relationship Type="http://schemas.openxmlformats.org/officeDocument/2006/relationships/notesSlide" Target="/ppt/notesSlides/notesSlide273.xml" Id="Rd5f055c2b4734d39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a4232a00840bb" /><Relationship Type="http://schemas.openxmlformats.org/officeDocument/2006/relationships/image" Target="/ppt/media/image89.png" Id="R0656c8b0da6b4189" /><Relationship Type="http://schemas.openxmlformats.org/officeDocument/2006/relationships/notesSlide" Target="/ppt/notesSlides/notesSlide274.xml" Id="Rffc6eda597f240f8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f58b88a754f0a" /><Relationship Type="http://schemas.openxmlformats.org/officeDocument/2006/relationships/notesSlide" Target="/ppt/notesSlides/notesSlide275.xml" Id="R9ba3c13ec8094912" /></Relationships>
</file>

<file path=ppt/slides/_rels/slide2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c550508f14646" /><Relationship Type="http://schemas.openxmlformats.org/officeDocument/2006/relationships/notesSlide" Target="/ppt/notesSlides/notesSlide276.xml" Id="R52d206cfe7a8477a" /></Relationships>
</file>

<file path=ppt/slides/_rels/slide2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1eef824d94034" /><Relationship Type="http://schemas.openxmlformats.org/officeDocument/2006/relationships/image" Target="/ppt/media/image90.png" Id="R14c7393b33af4b22" /><Relationship Type="http://schemas.openxmlformats.org/officeDocument/2006/relationships/notesSlide" Target="/ppt/notesSlides/notesSlide277.xml" Id="Rc8f9fccc95af405a" /></Relationships>
</file>

<file path=ppt/slides/_rels/slide2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49dd53b6347e5" /><Relationship Type="http://schemas.openxmlformats.org/officeDocument/2006/relationships/image" Target="/ppt/media/image91.png" Id="Rce40ee6869454df9" /><Relationship Type="http://schemas.openxmlformats.org/officeDocument/2006/relationships/notesSlide" Target="/ppt/notesSlides/notesSlide278.xml" Id="Rbad1c7cc217b4f10" /></Relationships>
</file>

<file path=ppt/slides/_rels/slide2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8904b247a408c" /><Relationship Type="http://schemas.openxmlformats.org/officeDocument/2006/relationships/image" Target="/ppt/media/image92.png" Id="R84dffe6e551a4cdb" /><Relationship Type="http://schemas.openxmlformats.org/officeDocument/2006/relationships/notesSlide" Target="/ppt/notesSlides/notesSlide279.xml" Id="R8f606f38299440c6" /></Relationships>
</file>

<file path=ppt/slides/_rels/slide2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718cf20d94d28" /><Relationship Type="http://schemas.openxmlformats.org/officeDocument/2006/relationships/image" Target="/ppt/media/image93.png" Id="R2156d0951cb642b2" /><Relationship Type="http://schemas.openxmlformats.org/officeDocument/2006/relationships/notesSlide" Target="/ppt/notesSlides/notesSlide280.xml" Id="R2540234337484806" /></Relationships>
</file>

<file path=ppt/slides/_rels/slide2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978036b224725" /><Relationship Type="http://schemas.openxmlformats.org/officeDocument/2006/relationships/image" Target="/ppt/media/image93.png" Id="R9b91ee7d98ba4466" /><Relationship Type="http://schemas.openxmlformats.org/officeDocument/2006/relationships/notesSlide" Target="/ppt/notesSlides/notesSlide281.xml" Id="R6d9b3f3ed6e249c8" /></Relationships>
</file>

<file path=ppt/slides/_rels/slide2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d4189f0434074" /><Relationship Type="http://schemas.openxmlformats.org/officeDocument/2006/relationships/notesSlide" Target="/ppt/notesSlides/notesSlide282.xml" Id="R0abb22539f7b48fd" /></Relationships>
</file>

<file path=ppt/slides/_rels/slide2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521ebc8544ddb" /><Relationship Type="http://schemas.openxmlformats.org/officeDocument/2006/relationships/notesSlide" Target="/ppt/notesSlides/notesSlide283.xml" Id="R5135e7d6d6204450" /></Relationships>
</file>

<file path=ppt/slides/_rels/slide2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1ea0173404985" /><Relationship Type="http://schemas.openxmlformats.org/officeDocument/2006/relationships/image" Target="/ppt/media/image94.png" Id="Rce2102e6a1d943bf" /><Relationship Type="http://schemas.openxmlformats.org/officeDocument/2006/relationships/notesSlide" Target="/ppt/notesSlides/notesSlide284.xml" Id="R2289c85292f546be" /></Relationships>
</file>

<file path=ppt/slides/_rels/slide2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88d76fb6d42c7" /><Relationship Type="http://schemas.openxmlformats.org/officeDocument/2006/relationships/image" Target="/ppt/media/image95.png" Id="R7cd47eab67154d26" /><Relationship Type="http://schemas.openxmlformats.org/officeDocument/2006/relationships/notesSlide" Target="/ppt/notesSlides/notesSlide285.xml" Id="R682b73b038fa4ac4" /></Relationships>
</file>

<file path=ppt/slides/_rels/slide2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74179ba954b36" /><Relationship Type="http://schemas.openxmlformats.org/officeDocument/2006/relationships/image" Target="/ppt/media/image95.png" Id="R56ec2c7e84d3480a" /><Relationship Type="http://schemas.openxmlformats.org/officeDocument/2006/relationships/notesSlide" Target="/ppt/notesSlides/notesSlide286.xml" Id="Rd7ea74690bcc49ea" /></Relationships>
</file>

<file path=ppt/slides/_rels/slide2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595e9b5444365" /><Relationship Type="http://schemas.openxmlformats.org/officeDocument/2006/relationships/image" Target="/ppt/media/image94.png" Id="R4356074e6bac4253" /><Relationship Type="http://schemas.openxmlformats.org/officeDocument/2006/relationships/notesSlide" Target="/ppt/notesSlides/notesSlide287.xml" Id="R45d22949d26b491a" /></Relationships>
</file>

<file path=ppt/slides/_rels/slide2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6347219af4c02" /><Relationship Type="http://schemas.openxmlformats.org/officeDocument/2006/relationships/notesSlide" Target="/ppt/notesSlides/notesSlide288.xml" Id="Rf200eb814ef54adc" /></Relationships>
</file>

<file path=ppt/slides/_rels/slide2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268ddf1014269" /><Relationship Type="http://schemas.openxmlformats.org/officeDocument/2006/relationships/notesSlide" Target="/ppt/notesSlides/notesSlide289.xml" Id="Rb4f0efcf7bba4dd6" /></Relationships>
</file>

<file path=ppt/slides/_rels/slide2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4c51e6f364ee0" /><Relationship Type="http://schemas.openxmlformats.org/officeDocument/2006/relationships/image" Target="/ppt/media/image96.png" Id="Rcc537a8d74b04349" /><Relationship Type="http://schemas.openxmlformats.org/officeDocument/2006/relationships/notesSlide" Target="/ppt/notesSlides/notesSlide290.xml" Id="Rc0ac4ac3acc5433b" /></Relationships>
</file>

<file path=ppt/slides/_rels/slide2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e9e2e78034803" /><Relationship Type="http://schemas.openxmlformats.org/officeDocument/2006/relationships/image" Target="/ppt/media/image97.png" Id="R7affed94c3d84f8a" /><Relationship Type="http://schemas.openxmlformats.org/officeDocument/2006/relationships/notesSlide" Target="/ppt/notesSlides/notesSlide291.xml" Id="R91a112b3f1c94e12" /></Relationships>
</file>

<file path=ppt/slides/_rels/slide2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7d8baad394900" /><Relationship Type="http://schemas.openxmlformats.org/officeDocument/2006/relationships/image" Target="/ppt/media/image98.png" Id="Rec7c7ba6618e4ad9" /><Relationship Type="http://schemas.openxmlformats.org/officeDocument/2006/relationships/notesSlide" Target="/ppt/notesSlides/notesSlide292.xml" Id="R38bc0cb34f35478c" /></Relationships>
</file>

<file path=ppt/slides/_rels/slide2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db2ddffc44642" /><Relationship Type="http://schemas.openxmlformats.org/officeDocument/2006/relationships/image" Target="/ppt/media/image99.png" Id="R6add31023c0d43a1" /><Relationship Type="http://schemas.openxmlformats.org/officeDocument/2006/relationships/notesSlide" Target="/ppt/notesSlides/notesSlide293.xml" Id="Red4a7a8f0e8146c3" /></Relationships>
</file>

<file path=ppt/slides/_rels/slide2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4fed96d214fa5" /><Relationship Type="http://schemas.openxmlformats.org/officeDocument/2006/relationships/image" Target="/ppt/media/image100.png" Id="R963627c7fc0e476d" /><Relationship Type="http://schemas.openxmlformats.org/officeDocument/2006/relationships/notesSlide" Target="/ppt/notesSlides/notesSlide294.xml" Id="R30c808791f6240b5" /></Relationships>
</file>

<file path=ppt/slides/_rels/slide2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53a6dcaa44cf8" /><Relationship Type="http://schemas.openxmlformats.org/officeDocument/2006/relationships/notesSlide" Target="/ppt/notesSlides/notesSlide295.xml" Id="R3c7307ec9abc4cd4" /></Relationships>
</file>

<file path=ppt/slides/_rels/slide2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b48bf2aa848e5" /><Relationship Type="http://schemas.openxmlformats.org/officeDocument/2006/relationships/notesSlide" Target="/ppt/notesSlides/notesSlide296.xml" Id="Rf510e8dc67a44034" /></Relationships>
</file>

<file path=ppt/slides/_rels/slide2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93111ae02471c" /><Relationship Type="http://schemas.openxmlformats.org/officeDocument/2006/relationships/image" Target="/ppt/media/image101.png" Id="R060dace51456492c" /><Relationship Type="http://schemas.openxmlformats.org/officeDocument/2006/relationships/notesSlide" Target="/ppt/notesSlides/notesSlide297.xml" Id="R4e56fc4102114905" /></Relationships>
</file>

<file path=ppt/slides/_rels/slide2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b415e70eb45d4" /><Relationship Type="http://schemas.openxmlformats.org/officeDocument/2006/relationships/image" Target="/ppt/media/image101.png" Id="R461a6daf5752492d" /><Relationship Type="http://schemas.openxmlformats.org/officeDocument/2006/relationships/notesSlide" Target="/ppt/notesSlides/notesSlide298.xml" Id="R87f0678d135c4be3" /></Relationships>
</file>

<file path=ppt/slides/_rels/slide2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148d8736343c6" /><Relationship Type="http://schemas.openxmlformats.org/officeDocument/2006/relationships/image" Target="/ppt/media/image102.png" Id="Rfe2bf5fdbc264151" /><Relationship Type="http://schemas.openxmlformats.org/officeDocument/2006/relationships/notesSlide" Target="/ppt/notesSlides/notesSlide299.xml" Id="R1bd4cc7ea3944f37" /></Relationships>
</file>

<file path=ppt/slides/_rels/slide3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f249587884048" /><Relationship Type="http://schemas.openxmlformats.org/officeDocument/2006/relationships/image" Target="/ppt/media/image102.png" Id="R4a15ee6aff9d466d" /><Relationship Type="http://schemas.openxmlformats.org/officeDocument/2006/relationships/notesSlide" Target="/ppt/notesSlides/notesSlide300.xml" Id="R81df6a01355845d3" /></Relationships>
</file>

<file path=ppt/slides/_rels/slide3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d586136c44e0d" /><Relationship Type="http://schemas.openxmlformats.org/officeDocument/2006/relationships/notesSlide" Target="/ppt/notesSlides/notesSlide301.xml" Id="Rbdca9b04449a4a01" /></Relationships>
</file>

<file path=ppt/slides/_rels/slide3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fa48dffd84be8" /><Relationship Type="http://schemas.openxmlformats.org/officeDocument/2006/relationships/notesSlide" Target="/ppt/notesSlides/notesSlide302.xml" Id="R236f4d2bb7aa44d5" /></Relationships>
</file>

<file path=ppt/slides/_rels/slide3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8157ef487493d" /><Relationship Type="http://schemas.openxmlformats.org/officeDocument/2006/relationships/image" Target="/ppt/media/image103.png" Id="Re036b99d3b844f61" /><Relationship Type="http://schemas.openxmlformats.org/officeDocument/2006/relationships/notesSlide" Target="/ppt/notesSlides/notesSlide303.xml" Id="Rcf47dfb24d99406b" /></Relationships>
</file>

<file path=ppt/slides/_rels/slide3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12f80c5e8478b" /><Relationship Type="http://schemas.openxmlformats.org/officeDocument/2006/relationships/image" Target="/ppt/media/image104.png" Id="R69ff04bfd3dc4ff5" /><Relationship Type="http://schemas.openxmlformats.org/officeDocument/2006/relationships/notesSlide" Target="/ppt/notesSlides/notesSlide304.xml" Id="R737a102c44a541d0" /></Relationships>
</file>

<file path=ppt/slides/_rels/slide3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7bd1790644669" /><Relationship Type="http://schemas.openxmlformats.org/officeDocument/2006/relationships/image" Target="/ppt/media/image104.png" Id="R4b7f9a7c7c94490e" /><Relationship Type="http://schemas.openxmlformats.org/officeDocument/2006/relationships/notesSlide" Target="/ppt/notesSlides/notesSlide305.xml" Id="R7947c5c23bbb41a5" /></Relationships>
</file>

<file path=ppt/slides/_rels/slide3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254844ac5406b" /><Relationship Type="http://schemas.openxmlformats.org/officeDocument/2006/relationships/image" Target="/ppt/media/image105.png" Id="R743f640d6fd84d33" /><Relationship Type="http://schemas.openxmlformats.org/officeDocument/2006/relationships/notesSlide" Target="/ppt/notesSlides/notesSlide306.xml" Id="R8957ff2bd9054588" /></Relationships>
</file>

<file path=ppt/slides/_rels/slide3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689a001b8484e" /><Relationship Type="http://schemas.openxmlformats.org/officeDocument/2006/relationships/image" Target="/ppt/media/image106.png" Id="Rc3be25bc1a744d9a" /><Relationship Type="http://schemas.openxmlformats.org/officeDocument/2006/relationships/notesSlide" Target="/ppt/notesSlides/notesSlide307.xml" Id="Re232314f34c54e83" /></Relationships>
</file>

<file path=ppt/slides/_rels/slide3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1203a8bd94122" /><Relationship Type="http://schemas.openxmlformats.org/officeDocument/2006/relationships/notesSlide" Target="/ppt/notesSlides/notesSlide308.xml" Id="R77163dc640e9421f" /></Relationships>
</file>

<file path=ppt/slides/_rels/slide3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3fc0fe8494b4f" /><Relationship Type="http://schemas.openxmlformats.org/officeDocument/2006/relationships/notesSlide" Target="/ppt/notesSlides/notesSlide309.xml" Id="R9c7239f647c046e8" /></Relationships>
</file>

<file path=ppt/slides/_rels/slide3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ab8ca0fc54e96" /><Relationship Type="http://schemas.openxmlformats.org/officeDocument/2006/relationships/notesSlide" Target="/ppt/notesSlides/notesSlide310.xml" Id="R13d642d5b60542a5" /></Relationships>
</file>

<file path=ppt/slides/_rels/slide3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85b0bd1974824" /><Relationship Type="http://schemas.openxmlformats.org/officeDocument/2006/relationships/image" Target="/ppt/media/image107.png" Id="R691fc4958f9f45ee" /><Relationship Type="http://schemas.openxmlformats.org/officeDocument/2006/relationships/notesSlide" Target="/ppt/notesSlides/notesSlide311.xml" Id="R784d4765d3664049" /></Relationships>
</file>

<file path=ppt/slides/_rels/slide3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696bd8afd4734" /><Relationship Type="http://schemas.openxmlformats.org/officeDocument/2006/relationships/image" Target="/ppt/media/image107.png" Id="Rc3e7166f8b6744ca" /><Relationship Type="http://schemas.openxmlformats.org/officeDocument/2006/relationships/notesSlide" Target="/ppt/notesSlides/notesSlide312.xml" Id="Re5af9991b771495f" /></Relationships>
</file>

<file path=ppt/slides/_rels/slide3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5b51881f64e7b" /><Relationship Type="http://schemas.openxmlformats.org/officeDocument/2006/relationships/image" Target="/ppt/media/image107.png" Id="R1eda618aab7d4000" /><Relationship Type="http://schemas.openxmlformats.org/officeDocument/2006/relationships/notesSlide" Target="/ppt/notesSlides/notesSlide313.xml" Id="Rb2ce968bb8f6455d" /></Relationships>
</file>

<file path=ppt/slides/_rels/slide3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5ddd1097d40f4" /><Relationship Type="http://schemas.openxmlformats.org/officeDocument/2006/relationships/image" Target="/ppt/media/image107.png" Id="Rda4b97ffa45f4056" /><Relationship Type="http://schemas.openxmlformats.org/officeDocument/2006/relationships/notesSlide" Target="/ppt/notesSlides/notesSlide314.xml" Id="R7fdc760f9ee04d09" /></Relationships>
</file>

<file path=ppt/slides/_rels/slide3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556f61bd44bd" /><Relationship Type="http://schemas.openxmlformats.org/officeDocument/2006/relationships/notesSlide" Target="/ppt/notesSlides/notesSlide315.xml" Id="R9c5eb30a28c6419b" /></Relationships>
</file>

<file path=ppt/slides/_rels/slide3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d9694d234430" /><Relationship Type="http://schemas.openxmlformats.org/officeDocument/2006/relationships/notesSlide" Target="/ppt/notesSlides/notesSlide316.xml" Id="R2a1eebb267b240d0" /></Relationships>
</file>

<file path=ppt/slides/_rels/slide3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4215b34284274" /><Relationship Type="http://schemas.openxmlformats.org/officeDocument/2006/relationships/image" Target="/ppt/media/image108.png" Id="R16126183a9554d07" /><Relationship Type="http://schemas.openxmlformats.org/officeDocument/2006/relationships/notesSlide" Target="/ppt/notesSlides/notesSlide317.xml" Id="Rb519a853f3ea4d8b" /></Relationships>
</file>

<file path=ppt/slides/_rels/slide3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f0beeebb84e1d" /><Relationship Type="http://schemas.openxmlformats.org/officeDocument/2006/relationships/image" Target="/ppt/media/image108.png" Id="Rd2c65b8ca5614f96" /><Relationship Type="http://schemas.openxmlformats.org/officeDocument/2006/relationships/notesSlide" Target="/ppt/notesSlides/notesSlide318.xml" Id="R35e1245d1e094c96" /></Relationships>
</file>

<file path=ppt/slides/_rels/slide3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43f31651c416c" /><Relationship Type="http://schemas.openxmlformats.org/officeDocument/2006/relationships/image" Target="/ppt/media/image109.png" Id="Rb4f7153994d045cd" /><Relationship Type="http://schemas.openxmlformats.org/officeDocument/2006/relationships/notesSlide" Target="/ppt/notesSlides/notesSlide319.xml" Id="R41e6bccaab594ce4" /></Relationships>
</file>

<file path=ppt/slides/_rels/slide3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1c3dd32f44f0f" /><Relationship Type="http://schemas.openxmlformats.org/officeDocument/2006/relationships/image" Target="/ppt/media/image109.png" Id="R35fed6c8e3f94a65" /><Relationship Type="http://schemas.openxmlformats.org/officeDocument/2006/relationships/notesSlide" Target="/ppt/notesSlides/notesSlide320.xml" Id="R670d51bc6341467d" /></Relationships>
</file>

<file path=ppt/slides/_rels/slide3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e7e83904e465f" /><Relationship Type="http://schemas.openxmlformats.org/officeDocument/2006/relationships/notesSlide" Target="/ppt/notesSlides/notesSlide321.xml" Id="R8063be66c1044cc7" /></Relationships>
</file>

<file path=ppt/slides/_rels/slide3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b06b465454b12" /><Relationship Type="http://schemas.openxmlformats.org/officeDocument/2006/relationships/notesSlide" Target="/ppt/notesSlides/notesSlide322.xml" Id="Rfd4e61de42094c5a" /></Relationships>
</file>

<file path=ppt/slides/_rels/slide3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1169ad4b44de3" /><Relationship Type="http://schemas.openxmlformats.org/officeDocument/2006/relationships/image" Target="/ppt/media/image110.png" Id="R12e8b661bf8840a0" /><Relationship Type="http://schemas.openxmlformats.org/officeDocument/2006/relationships/notesSlide" Target="/ppt/notesSlides/notesSlide323.xml" Id="R7260bfd872194533" /></Relationships>
</file>

<file path=ppt/slides/_rels/slide3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d40e76f374662" /><Relationship Type="http://schemas.openxmlformats.org/officeDocument/2006/relationships/image" Target="/ppt/media/image110.png" Id="R14a659d6d0df47dd" /><Relationship Type="http://schemas.openxmlformats.org/officeDocument/2006/relationships/notesSlide" Target="/ppt/notesSlides/notesSlide324.xml" Id="R20289ea394cc4dd7" /></Relationships>
</file>

<file path=ppt/slides/_rels/slide3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f9ef9c2984099" /><Relationship Type="http://schemas.openxmlformats.org/officeDocument/2006/relationships/image" Target="/ppt/media/image110.png" Id="R77edab486a8d482d" /><Relationship Type="http://schemas.openxmlformats.org/officeDocument/2006/relationships/notesSlide" Target="/ppt/notesSlides/notesSlide325.xml" Id="Ra93dccd8fd9b4d43" /></Relationships>
</file>

<file path=ppt/slides/_rels/slide3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7e7cab5e344e8" /><Relationship Type="http://schemas.openxmlformats.org/officeDocument/2006/relationships/image" Target="/ppt/media/image110.png" Id="Rb91835533843451d" /><Relationship Type="http://schemas.openxmlformats.org/officeDocument/2006/relationships/notesSlide" Target="/ppt/notesSlides/notesSlide326.xml" Id="R2f4c319cbad642b6" /></Relationships>
</file>

<file path=ppt/slides/_rels/slide3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6806da8494597" /><Relationship Type="http://schemas.openxmlformats.org/officeDocument/2006/relationships/notesSlide" Target="/ppt/notesSlides/notesSlide327.xml" Id="R0f7080dbe9394da2" /></Relationships>
</file>

<file path=ppt/slides/_rels/slide3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7d2bfdf254720" /><Relationship Type="http://schemas.openxmlformats.org/officeDocument/2006/relationships/notesSlide" Target="/ppt/notesSlides/notesSlide328.xml" Id="R6b0773456a304dd5" /></Relationships>
</file>

<file path=ppt/slides/_rels/slide3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a076d8ea44847" /><Relationship Type="http://schemas.openxmlformats.org/officeDocument/2006/relationships/image" Target="/ppt/media/image111.png" Id="R73466b5d14be4d6c" /><Relationship Type="http://schemas.openxmlformats.org/officeDocument/2006/relationships/notesSlide" Target="/ppt/notesSlides/notesSlide329.xml" Id="R48ec3c3bc95d484d" /></Relationships>
</file>

<file path=ppt/slides/_rels/slide3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586db843f4ce5" /><Relationship Type="http://schemas.openxmlformats.org/officeDocument/2006/relationships/image" Target="/ppt/media/image111.png" Id="R546adb03f04e4bb5" /><Relationship Type="http://schemas.openxmlformats.org/officeDocument/2006/relationships/notesSlide" Target="/ppt/notesSlides/notesSlide330.xml" Id="R6f8af39784a1499c" /></Relationships>
</file>

<file path=ppt/slides/_rels/slide3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cf6dcfc0742dd" /><Relationship Type="http://schemas.openxmlformats.org/officeDocument/2006/relationships/image" Target="/ppt/media/image112.png" Id="R1d29e09d49fa4925" /><Relationship Type="http://schemas.openxmlformats.org/officeDocument/2006/relationships/notesSlide" Target="/ppt/notesSlides/notesSlide331.xml" Id="Rf20270c4d3b94d75" /></Relationships>
</file>

<file path=ppt/slides/_rels/slide3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a40cdad1e411f" /><Relationship Type="http://schemas.openxmlformats.org/officeDocument/2006/relationships/image" Target="/ppt/media/image112.png" Id="R6939563c83954b52" /><Relationship Type="http://schemas.openxmlformats.org/officeDocument/2006/relationships/notesSlide" Target="/ppt/notesSlides/notesSlide332.xml" Id="R2d2a295c84ed4f46" /></Relationships>
</file>

<file path=ppt/slides/_rels/slide3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eb9001aa4803" /><Relationship Type="http://schemas.openxmlformats.org/officeDocument/2006/relationships/image" Target="/ppt/media/image112.png" Id="R5d0ecf2604844558" /><Relationship Type="http://schemas.openxmlformats.org/officeDocument/2006/relationships/notesSlide" Target="/ppt/notesSlides/notesSlide333.xml" Id="Reab67ca42f1d4080" /></Relationships>
</file>

<file path=ppt/slides/_rels/slide3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c75dac8b54a27" /><Relationship Type="http://schemas.openxmlformats.org/officeDocument/2006/relationships/notesSlide" Target="/ppt/notesSlides/notesSlide334.xml" Id="R6c5b1122232b4a48" /></Relationships>
</file>

<file path=ppt/slides/_rels/slide7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fd048fa704f21" /><Relationship Type="http://schemas.openxmlformats.org/officeDocument/2006/relationships/image" Target="/ppt/media/image66.png" Id="R017e24cf9a204f86" /><Relationship Type="http://schemas.openxmlformats.org/officeDocument/2006/relationships/notesSlide" Target="/ppt/notesSlides/notesSlide774.xml" Id="R12f35947322642df" /></Relationships>
</file>

<file path=ppt/slides/_rels/slide7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9a19288634e46" /><Relationship Type="http://schemas.openxmlformats.org/officeDocument/2006/relationships/notesSlide" Target="/ppt/notesSlides/notesSlide775.xml" Id="R09071f16bed64c15" /></Relationships>
</file>

<file path=ppt/slides/_rels/slide7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d6e682eef447d" /><Relationship Type="http://schemas.openxmlformats.org/officeDocument/2006/relationships/notesSlide" Target="/ppt/notesSlides/notesSlide776.xml" Id="R9fdb2bf17f6045a7" /></Relationships>
</file>

<file path=ppt/slides/_rels/slide7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bb5036ea14958" /><Relationship Type="http://schemas.openxmlformats.org/officeDocument/2006/relationships/notesSlide" Target="/ppt/notesSlides/notesSlide777.xml" Id="R27670650083c4155" /></Relationships>
</file>

<file path=ppt/slides/_rels/slide7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b335ee1f74fda" /><Relationship Type="http://schemas.openxmlformats.org/officeDocument/2006/relationships/notesSlide" Target="/ppt/notesSlides/notesSlide778.xml" Id="R8a351db1bc714dee" /></Relationships>
</file>

<file path=ppt/slides/_rels/slide7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76bce9cf0419a" /><Relationship Type="http://schemas.openxmlformats.org/officeDocument/2006/relationships/image" Target="/ppt/media/image67.png" Id="R4f9eb1702782459d" /><Relationship Type="http://schemas.openxmlformats.org/officeDocument/2006/relationships/notesSlide" Target="/ppt/notesSlides/notesSlide779.xml" Id="R54d4203a364b4d19" /></Relationships>
</file>

<file path=ppt/slides/_rels/slide7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247f6f2614ecb" /><Relationship Type="http://schemas.openxmlformats.org/officeDocument/2006/relationships/image" Target="/ppt/media/image68.png" Id="R345e48aaa0384255" /><Relationship Type="http://schemas.openxmlformats.org/officeDocument/2006/relationships/notesSlide" Target="/ppt/notesSlides/notesSlide780.xml" Id="Rafc81858211b4b62" /></Relationships>
</file>

<file path=ppt/slides/_rels/slide7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1ab23d9d745a5" /><Relationship Type="http://schemas.openxmlformats.org/officeDocument/2006/relationships/image" Target="/ppt/media/image68.png" Id="Rde9b924c97d24dd9" /><Relationship Type="http://schemas.openxmlformats.org/officeDocument/2006/relationships/notesSlide" Target="/ppt/notesSlides/notesSlide781.xml" Id="Rc9e91ad1fd9c4698" /></Relationships>
</file>

<file path=ppt/slides/_rels/slide7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f67dfa68f4650" /><Relationship Type="http://schemas.openxmlformats.org/officeDocument/2006/relationships/image" Target="/ppt/media/image69.png" Id="Rb00a1f5b121e4e55" /><Relationship Type="http://schemas.openxmlformats.org/officeDocument/2006/relationships/notesSlide" Target="/ppt/notesSlides/notesSlide782.xml" Id="Rc3455e3d03194ba1" /></Relationships>
</file>

<file path=ppt/slides/_rels/slide7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5b58006694693" /><Relationship Type="http://schemas.openxmlformats.org/officeDocument/2006/relationships/notesSlide" Target="/ppt/notesSlides/notesSlide783.xml" Id="R1bd3481e089f465e" /></Relationships>
</file>

<file path=ppt/slides/_rels/slide7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0d811cff14015" /><Relationship Type="http://schemas.openxmlformats.org/officeDocument/2006/relationships/notesSlide" Target="/ppt/notesSlides/notesSlide784.xml" Id="Rdaa5ac1a6d274b2f" /></Relationships>
</file>

<file path=ppt/slides/_rels/slide7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a0436db9b49ce" /><Relationship Type="http://schemas.openxmlformats.org/officeDocument/2006/relationships/image" Target="/ppt/media/image70.png" Id="R964920b80a224214" /><Relationship Type="http://schemas.openxmlformats.org/officeDocument/2006/relationships/notesSlide" Target="/ppt/notesSlides/notesSlide785.xml" Id="Re26e0030a0ce427f" /></Relationships>
</file>

<file path=ppt/slides/_rels/slide7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a94206da94778" /><Relationship Type="http://schemas.openxmlformats.org/officeDocument/2006/relationships/image" Target="/ppt/media/image70.png" Id="Rec93ecfa44fa49e8" /><Relationship Type="http://schemas.openxmlformats.org/officeDocument/2006/relationships/notesSlide" Target="/ppt/notesSlides/notesSlide786.xml" Id="R4126c7039a554b92" /></Relationships>
</file>

<file path=ppt/slides/_rels/slide7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8106cd1b444fe" /><Relationship Type="http://schemas.openxmlformats.org/officeDocument/2006/relationships/image" Target="/ppt/media/image70.png" Id="R44eae1e96c4844d6" /><Relationship Type="http://schemas.openxmlformats.org/officeDocument/2006/relationships/notesSlide" Target="/ppt/notesSlides/notesSlide787.xml" Id="R916e34c5b4014695" /></Relationships>
</file>

<file path=ppt/slides/_rels/slide7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574fd2f0b4752" /><Relationship Type="http://schemas.openxmlformats.org/officeDocument/2006/relationships/image" Target="/ppt/media/image70.png" Id="R049ff93ab21c4463" /><Relationship Type="http://schemas.openxmlformats.org/officeDocument/2006/relationships/notesSlide" Target="/ppt/notesSlides/notesSlide788.xml" Id="Rc1b5e323eb0443fe" /></Relationships>
</file>

<file path=ppt/slides/_rels/slide7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6cfab5c724751" /><Relationship Type="http://schemas.openxmlformats.org/officeDocument/2006/relationships/notesSlide" Target="/ppt/notesSlides/notesSlide789.xml" Id="Ra3fdd339fd344095" /></Relationships>
</file>

<file path=ppt/slides/_rels/slide7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e3b9a7ceb43fc" /><Relationship Type="http://schemas.openxmlformats.org/officeDocument/2006/relationships/notesSlide" Target="/ppt/notesSlides/notesSlide790.xml" Id="Rbfa3e5eb643e4ccb" /></Relationships>
</file>

<file path=ppt/slides/_rels/slide7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8a3441d7e41d1" /><Relationship Type="http://schemas.openxmlformats.org/officeDocument/2006/relationships/image" Target="/ppt/media/image71.png" Id="R4a0db3e0e1344986" /><Relationship Type="http://schemas.openxmlformats.org/officeDocument/2006/relationships/notesSlide" Target="/ppt/notesSlides/notesSlide791.xml" Id="Rc15be3750dc24bbf" /></Relationships>
</file>

<file path=ppt/slides/_rels/slide7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390e71ea64bab" /><Relationship Type="http://schemas.openxmlformats.org/officeDocument/2006/relationships/image" Target="/ppt/media/image71.png" Id="R1dd5fae9c71c40d5" /><Relationship Type="http://schemas.openxmlformats.org/officeDocument/2006/relationships/notesSlide" Target="/ppt/notesSlides/notesSlide792.xml" Id="Rb10c253d6f2f4d9d" /></Relationships>
</file>

<file path=ppt/slides/_rels/slide7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e8074cc484805" /><Relationship Type="http://schemas.openxmlformats.org/officeDocument/2006/relationships/image" Target="/ppt/media/image72.png" Id="R26d515ac9f1d4f72" /><Relationship Type="http://schemas.openxmlformats.org/officeDocument/2006/relationships/notesSlide" Target="/ppt/notesSlides/notesSlide793.xml" Id="R78681ec7261546d4" /></Relationships>
</file>

<file path=ppt/slides/_rels/slide7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e4d4b89764004" /><Relationship Type="http://schemas.openxmlformats.org/officeDocument/2006/relationships/image" Target="/ppt/media/image72.png" Id="Rc3faf4ec41eb424c" /><Relationship Type="http://schemas.openxmlformats.org/officeDocument/2006/relationships/notesSlide" Target="/ppt/notesSlides/notesSlide794.xml" Id="Rae8c26356a9e4d7f" /></Relationships>
</file>

<file path=ppt/slides/_rels/slide7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9084353074147" /><Relationship Type="http://schemas.openxmlformats.org/officeDocument/2006/relationships/notesSlide" Target="/ppt/notesSlides/notesSlide795.xml" Id="R7f829311cf40487b" /></Relationships>
</file>

<file path=ppt/slides/_rels/slide7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ae36d2e434c00" /><Relationship Type="http://schemas.openxmlformats.org/officeDocument/2006/relationships/notesSlide" Target="/ppt/notesSlides/notesSlide796.xml" Id="R43610eb5cd5f46c9" /></Relationships>
</file>

<file path=ppt/slides/_rels/slide7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fe4a6bc614f16" /><Relationship Type="http://schemas.openxmlformats.org/officeDocument/2006/relationships/image" Target="/ppt/media/image73.png" Id="R5d4d77659d694462" /><Relationship Type="http://schemas.openxmlformats.org/officeDocument/2006/relationships/notesSlide" Target="/ppt/notesSlides/notesSlide797.xml" Id="R54ce6dac5c714be3" /></Relationships>
</file>

<file path=ppt/slides/_rels/slide7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978079e494deb" /><Relationship Type="http://schemas.openxmlformats.org/officeDocument/2006/relationships/image" Target="/ppt/media/image73.png" Id="R8c80f9405d9c4645" /><Relationship Type="http://schemas.openxmlformats.org/officeDocument/2006/relationships/notesSlide" Target="/ppt/notesSlides/notesSlide798.xml" Id="Rd97b98e6c7cf4b75" /></Relationships>
</file>

<file path=ppt/slides/_rels/slide7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5ef0bf54a40b5" /><Relationship Type="http://schemas.openxmlformats.org/officeDocument/2006/relationships/image" Target="/ppt/media/image74.png" Id="R0fe7400d06a148ad" /><Relationship Type="http://schemas.openxmlformats.org/officeDocument/2006/relationships/notesSlide" Target="/ppt/notesSlides/notesSlide799.xml" Id="Rcd409af6129a496a" /></Relationships>
</file>

<file path=ppt/slides/_rels/slide8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b8c18059e47cc" /><Relationship Type="http://schemas.openxmlformats.org/officeDocument/2006/relationships/image" Target="/ppt/media/image74.png" Id="Re7feffa6801c4cec" /><Relationship Type="http://schemas.openxmlformats.org/officeDocument/2006/relationships/notesSlide" Target="/ppt/notesSlides/notesSlide800.xml" Id="Rc825df004e4149ad" /></Relationships>
</file>

<file path=ppt/slides/_rels/slide8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d493074944a4c" /><Relationship Type="http://schemas.openxmlformats.org/officeDocument/2006/relationships/notesSlide" Target="/ppt/notesSlides/notesSlide801.xml" Id="R50bc167d8e5844ea" /></Relationships>
</file>

<file path=ppt/slides/_rels/slide8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ca03421074b8e" /><Relationship Type="http://schemas.openxmlformats.org/officeDocument/2006/relationships/notesSlide" Target="/ppt/notesSlides/notesSlide802.xml" Id="Rfe80436fe9e747d1" /></Relationships>
</file>

<file path=ppt/slides/_rels/slide8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0a4d1f52741e9" /><Relationship Type="http://schemas.openxmlformats.org/officeDocument/2006/relationships/notesSlide" Target="/ppt/notesSlides/notesSlide803.xml" Id="R958f942dfbb747b3" /></Relationships>
</file>

<file path=ppt/slides/_rels/slide8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bb02bb0594d91" /><Relationship Type="http://schemas.openxmlformats.org/officeDocument/2006/relationships/image" Target="/ppt/media/image75.png" Id="R447effc4662f4b38" /><Relationship Type="http://schemas.openxmlformats.org/officeDocument/2006/relationships/notesSlide" Target="/ppt/notesSlides/notesSlide804.xml" Id="R561445ec604d491d" /></Relationships>
</file>

<file path=ppt/slides/_rels/slide8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b02bb6b1744c1" /><Relationship Type="http://schemas.openxmlformats.org/officeDocument/2006/relationships/image" Target="/ppt/media/image76.png" Id="Rd730ad8788fb431b" /><Relationship Type="http://schemas.openxmlformats.org/officeDocument/2006/relationships/notesSlide" Target="/ppt/notesSlides/notesSlide805.xml" Id="R1f3d3358753b4abf" /></Relationships>
</file>

<file path=ppt/slides/_rels/slide8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09918ae984854" /><Relationship Type="http://schemas.openxmlformats.org/officeDocument/2006/relationships/image" Target="/ppt/media/image76.png" Id="R8a2e6e5536764fa4" /><Relationship Type="http://schemas.openxmlformats.org/officeDocument/2006/relationships/notesSlide" Target="/ppt/notesSlides/notesSlide806.xml" Id="Re35d0909599449a2" /></Relationships>
</file>

<file path=ppt/slides/_rels/slide8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9a8f2c1af4fbb" /><Relationship Type="http://schemas.openxmlformats.org/officeDocument/2006/relationships/image" Target="/ppt/media/image76.png" Id="Ra8cc3bcfce4f48aa" /><Relationship Type="http://schemas.openxmlformats.org/officeDocument/2006/relationships/notesSlide" Target="/ppt/notesSlides/notesSlide807.xml" Id="R36acdc13cbae49cf" /></Relationships>
</file>

<file path=ppt/slides/_rels/slide8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de65b91e34cd6" /><Relationship Type="http://schemas.openxmlformats.org/officeDocument/2006/relationships/notesSlide" Target="/ppt/notesSlides/notesSlide808.xml" Id="R527cdce2e6f748b9" /></Relationships>
</file>

<file path=ppt/slides/_rels/slide8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446c33bdb443c" /><Relationship Type="http://schemas.openxmlformats.org/officeDocument/2006/relationships/notesSlide" Target="/ppt/notesSlides/notesSlide809.xml" Id="R4e3d0e49f16d4743" /></Relationships>
</file>

<file path=ppt/slides/_rels/slide8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7bbaa7cd7434d" /><Relationship Type="http://schemas.openxmlformats.org/officeDocument/2006/relationships/image" Target="/ppt/media/image77.png" Id="Rf65fc9c0ee4042fe" /><Relationship Type="http://schemas.openxmlformats.org/officeDocument/2006/relationships/notesSlide" Target="/ppt/notesSlides/notesSlide810.xml" Id="R1dd06853e1904062" /></Relationships>
</file>

<file path=ppt/slides/_rels/slide8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677e82f27498c" /><Relationship Type="http://schemas.openxmlformats.org/officeDocument/2006/relationships/image" Target="/ppt/media/image77.png" Id="R2417322202d041c5" /><Relationship Type="http://schemas.openxmlformats.org/officeDocument/2006/relationships/notesSlide" Target="/ppt/notesSlides/notesSlide811.xml" Id="Rab46c8ccfa3d40ba" /></Relationships>
</file>

<file path=ppt/slides/_rels/slide8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30e0169244dea" /><Relationship Type="http://schemas.openxmlformats.org/officeDocument/2006/relationships/image" Target="/ppt/media/image78.png" Id="R1c314bd8caf24124" /><Relationship Type="http://schemas.openxmlformats.org/officeDocument/2006/relationships/notesSlide" Target="/ppt/notesSlides/notesSlide812.xml" Id="Rdb22854d342641fe" /></Relationships>
</file>

<file path=ppt/slides/_rels/slide8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62491d20a4cd2" /><Relationship Type="http://schemas.openxmlformats.org/officeDocument/2006/relationships/image" Target="/ppt/media/image78.png" Id="R11bba9bdc16d4771" /><Relationship Type="http://schemas.openxmlformats.org/officeDocument/2006/relationships/notesSlide" Target="/ppt/notesSlides/notesSlide813.xml" Id="R89cf9bf2bf054c57" /></Relationships>
</file>

<file path=ppt/slides/_rels/slide8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ded1b9a5e49c7" /><Relationship Type="http://schemas.openxmlformats.org/officeDocument/2006/relationships/notesSlide" Target="/ppt/notesSlides/notesSlide814.xml" Id="Rfddd1d144c10473d" /></Relationships>
</file>

<file path=ppt/slides/_rels/slide8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195c72e3446d3" /><Relationship Type="http://schemas.openxmlformats.org/officeDocument/2006/relationships/notesSlide" Target="/ppt/notesSlides/notesSlide815.xml" Id="R71581ef3e205475f" /></Relationships>
</file>

<file path=ppt/slides/_rels/slide8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a573c52e4444c" /><Relationship Type="http://schemas.openxmlformats.org/officeDocument/2006/relationships/image" Target="/ppt/media/image79.png" Id="R52b4773ed4af408f" /><Relationship Type="http://schemas.openxmlformats.org/officeDocument/2006/relationships/notesSlide" Target="/ppt/notesSlides/notesSlide816.xml" Id="R2e485c8efea74341" /></Relationships>
</file>

<file path=ppt/slides/_rels/slide8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dc1bd116748d4" /><Relationship Type="http://schemas.openxmlformats.org/officeDocument/2006/relationships/image" Target="/ppt/media/image80.png" Id="R2c4de59d62074c66" /><Relationship Type="http://schemas.openxmlformats.org/officeDocument/2006/relationships/notesSlide" Target="/ppt/notesSlides/notesSlide817.xml" Id="R2bb4452bf4a046d1" /></Relationships>
</file>

<file path=ppt/slides/_rels/slide8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83b8073df49bf" /><Relationship Type="http://schemas.openxmlformats.org/officeDocument/2006/relationships/image" Target="/ppt/media/image81.png" Id="R9fb44eae20c94f79" /><Relationship Type="http://schemas.openxmlformats.org/officeDocument/2006/relationships/notesSlide" Target="/ppt/notesSlides/notesSlide818.xml" Id="R056b168a7d914fcd" /></Relationships>
</file>

<file path=ppt/slides/_rels/slide8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da32576c74e3c" /><Relationship Type="http://schemas.openxmlformats.org/officeDocument/2006/relationships/image" Target="/ppt/media/image81.png" Id="R296d106423a945db" /><Relationship Type="http://schemas.openxmlformats.org/officeDocument/2006/relationships/notesSlide" Target="/ppt/notesSlides/notesSlide819.xml" Id="R5bb83285c1684a03" /></Relationships>
</file>

<file path=ppt/slides/_rels/slide8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9a861a2164409" /><Relationship Type="http://schemas.openxmlformats.org/officeDocument/2006/relationships/notesSlide" Target="/ppt/notesSlides/notesSlide820.xml" Id="R8d038545c77d4aa2" /></Relationships>
</file>

<file path=ppt/slides/_rels/slide8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17c977bde411c" /><Relationship Type="http://schemas.openxmlformats.org/officeDocument/2006/relationships/notesSlide" Target="/ppt/notesSlides/notesSlide821.xml" Id="R1afba6e16ada4be3" /></Relationships>
</file>

<file path=ppt/slides/_rels/slide8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5ed31809a4888" /><Relationship Type="http://schemas.openxmlformats.org/officeDocument/2006/relationships/image" Target="/ppt/media/image82.png" Id="R35752c8119214654" /><Relationship Type="http://schemas.openxmlformats.org/officeDocument/2006/relationships/notesSlide" Target="/ppt/notesSlides/notesSlide822.xml" Id="Re863677b1a1f46f3" /></Relationships>
</file>

<file path=ppt/slides/_rels/slide8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0e7ced27041ff" /><Relationship Type="http://schemas.openxmlformats.org/officeDocument/2006/relationships/image" Target="/ppt/media/image83.png" Id="R20bbd95a96974811" /><Relationship Type="http://schemas.openxmlformats.org/officeDocument/2006/relationships/notesSlide" Target="/ppt/notesSlides/notesSlide823.xml" Id="R0594e77765da4b30" /></Relationships>
</file>

<file path=ppt/slides/_rels/slide8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0865f2bf34f95" /><Relationship Type="http://schemas.openxmlformats.org/officeDocument/2006/relationships/image" Target="/ppt/media/image84.png" Id="Rfa127f8d7187484d" /><Relationship Type="http://schemas.openxmlformats.org/officeDocument/2006/relationships/notesSlide" Target="/ppt/notesSlides/notesSlide824.xml" Id="Rfd7b00488acf48b2" /></Relationships>
</file>

<file path=ppt/slides/_rels/slide8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6fe69851a47a5" /><Relationship Type="http://schemas.openxmlformats.org/officeDocument/2006/relationships/image" Target="/ppt/media/image85.png" Id="R62927cd7a67e40d9" /><Relationship Type="http://schemas.openxmlformats.org/officeDocument/2006/relationships/notesSlide" Target="/ppt/notesSlides/notesSlide825.xml" Id="R927d3b38089f4882" /></Relationships>
</file>

<file path=ppt/slides/_rels/slide8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4ad9b81ea45c3" /><Relationship Type="http://schemas.openxmlformats.org/officeDocument/2006/relationships/image" Target="/ppt/media/image86.png" Id="Rdb42163c0ce64acb" /><Relationship Type="http://schemas.openxmlformats.org/officeDocument/2006/relationships/notesSlide" Target="/ppt/notesSlides/notesSlide826.xml" Id="R7477434833d6468b" /></Relationships>
</file>

<file path=ppt/slides/_rels/slide8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b30bfb34c4cfb" /><Relationship Type="http://schemas.openxmlformats.org/officeDocument/2006/relationships/notesSlide" Target="/ppt/notesSlides/notesSlide827.xml" Id="Rf75512fefbda486e" /></Relationships>
</file>

<file path=ppt/slides/_rels/slide8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13815a1ab4317" /><Relationship Type="http://schemas.openxmlformats.org/officeDocument/2006/relationships/notesSlide" Target="/ppt/notesSlides/notesSlide828.xml" Id="Ree438c30f0924897" /></Relationships>
</file>

<file path=ppt/slides/_rels/slide8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2eeae1abb49aa" /><Relationship Type="http://schemas.openxmlformats.org/officeDocument/2006/relationships/image" Target="/ppt/media/image87.png" Id="Ra0c171257bf64b24" /><Relationship Type="http://schemas.openxmlformats.org/officeDocument/2006/relationships/notesSlide" Target="/ppt/notesSlides/notesSlide829.xml" Id="R286e78ae2172447b" /></Relationships>
</file>

<file path=ppt/slides/_rels/slide8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f6006808e432c" /><Relationship Type="http://schemas.openxmlformats.org/officeDocument/2006/relationships/image" Target="/ppt/media/image88.png" Id="Ra0318bbad77c4a41" /><Relationship Type="http://schemas.openxmlformats.org/officeDocument/2006/relationships/notesSlide" Target="/ppt/notesSlides/notesSlide830.xml" Id="Ra40e4061555b4138" /></Relationships>
</file>

<file path=ppt/slides/_rels/slide8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b7c7c248b4d0f" /><Relationship Type="http://schemas.openxmlformats.org/officeDocument/2006/relationships/image" Target="/ppt/media/image88.png" Id="R70f4739b0c0a437e" /><Relationship Type="http://schemas.openxmlformats.org/officeDocument/2006/relationships/notesSlide" Target="/ppt/notesSlides/notesSlide831.xml" Id="Ra1322edab71b4128" /></Relationships>
</file>

<file path=ppt/slides/_rels/slide8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22b4e062a4895" /><Relationship Type="http://schemas.openxmlformats.org/officeDocument/2006/relationships/image" Target="/ppt/media/image89.png" Id="Raf66698ff52345df" /><Relationship Type="http://schemas.openxmlformats.org/officeDocument/2006/relationships/notesSlide" Target="/ppt/notesSlides/notesSlide832.xml" Id="R7e1255994cfb4f52" /></Relationships>
</file>

<file path=ppt/slides/_rels/slide8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2d5d1a6cf426e" /><Relationship Type="http://schemas.openxmlformats.org/officeDocument/2006/relationships/notesSlide" Target="/ppt/notesSlides/notesSlide833.xml" Id="Re994caa9da9345b6" /></Relationships>
</file>

<file path=ppt/slides/_rels/slide8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eb4e156854355" /><Relationship Type="http://schemas.openxmlformats.org/officeDocument/2006/relationships/notesSlide" Target="/ppt/notesSlides/notesSlide834.xml" Id="R987bdc601a724878" /></Relationships>
</file>

<file path=ppt/slides/_rels/slide8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f617eba044992" /><Relationship Type="http://schemas.openxmlformats.org/officeDocument/2006/relationships/image" Target="/ppt/media/image90.png" Id="Rbb233419815041d3" /><Relationship Type="http://schemas.openxmlformats.org/officeDocument/2006/relationships/notesSlide" Target="/ppt/notesSlides/notesSlide835.xml" Id="Rc5dc43de0ff64dd5" /></Relationships>
</file>

<file path=ppt/slides/_rels/slide8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8826acf274b3b" /><Relationship Type="http://schemas.openxmlformats.org/officeDocument/2006/relationships/image" Target="/ppt/media/image91.png" Id="R0ee570ee39464db7" /><Relationship Type="http://schemas.openxmlformats.org/officeDocument/2006/relationships/notesSlide" Target="/ppt/notesSlides/notesSlide836.xml" Id="R4ec471eef6514254" /></Relationships>
</file>

<file path=ppt/slides/_rels/slide8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baafd903849c8" /><Relationship Type="http://schemas.openxmlformats.org/officeDocument/2006/relationships/image" Target="/ppt/media/image92.png" Id="Ra091476978824625" /><Relationship Type="http://schemas.openxmlformats.org/officeDocument/2006/relationships/notesSlide" Target="/ppt/notesSlides/notesSlide837.xml" Id="R9344a1606b294583" /></Relationships>
</file>

<file path=ppt/slides/_rels/slide8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4177847bf487e" /><Relationship Type="http://schemas.openxmlformats.org/officeDocument/2006/relationships/image" Target="/ppt/media/image93.png" Id="R3dbde8e7d5684fff" /><Relationship Type="http://schemas.openxmlformats.org/officeDocument/2006/relationships/notesSlide" Target="/ppt/notesSlides/notesSlide838.xml" Id="Rcb98000643894d9d" /></Relationships>
</file>

<file path=ppt/slides/_rels/slide8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503d9a33945bc" /><Relationship Type="http://schemas.openxmlformats.org/officeDocument/2006/relationships/image" Target="/ppt/media/image93.png" Id="Rcbb657de7fc44a09" /><Relationship Type="http://schemas.openxmlformats.org/officeDocument/2006/relationships/notesSlide" Target="/ppt/notesSlides/notesSlide839.xml" Id="R7a7a3af595c94699" /></Relationships>
</file>

<file path=ppt/slides/_rels/slide8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eeb612a5b432b" /><Relationship Type="http://schemas.openxmlformats.org/officeDocument/2006/relationships/notesSlide" Target="/ppt/notesSlides/notesSlide840.xml" Id="Rb4124351cb11431c" /></Relationships>
</file>

<file path=ppt/slides/_rels/slide8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58c3ca32b4f59" /><Relationship Type="http://schemas.openxmlformats.org/officeDocument/2006/relationships/notesSlide" Target="/ppt/notesSlides/notesSlide841.xml" Id="Rb5574ea918d740d3" /></Relationships>
</file>

<file path=ppt/slides/_rels/slide8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ec64ab02b49cc" /><Relationship Type="http://schemas.openxmlformats.org/officeDocument/2006/relationships/image" Target="/ppt/media/image94.png" Id="Rd40fba2cb7c840fc" /><Relationship Type="http://schemas.openxmlformats.org/officeDocument/2006/relationships/notesSlide" Target="/ppt/notesSlides/notesSlide842.xml" Id="R1a13a584872b45df" /></Relationships>
</file>

<file path=ppt/slides/_rels/slide8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79f720c8a411c" /><Relationship Type="http://schemas.openxmlformats.org/officeDocument/2006/relationships/image" Target="/ppt/media/image95.png" Id="R794c3c2f4b43435f" /><Relationship Type="http://schemas.openxmlformats.org/officeDocument/2006/relationships/notesSlide" Target="/ppt/notesSlides/notesSlide843.xml" Id="R6d596a80a84a41f2" /></Relationships>
</file>

<file path=ppt/slides/_rels/slide8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4965bbe19455c" /><Relationship Type="http://schemas.openxmlformats.org/officeDocument/2006/relationships/image" Target="/ppt/media/image95.png" Id="R29d58695908b4162" /><Relationship Type="http://schemas.openxmlformats.org/officeDocument/2006/relationships/notesSlide" Target="/ppt/notesSlides/notesSlide844.xml" Id="Rc805bbd908f44baf" /></Relationships>
</file>

<file path=ppt/slides/_rels/slide8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e84b99ed4412e" /><Relationship Type="http://schemas.openxmlformats.org/officeDocument/2006/relationships/image" Target="/ppt/media/image94.png" Id="R2d964a57d73c4159" /><Relationship Type="http://schemas.openxmlformats.org/officeDocument/2006/relationships/notesSlide" Target="/ppt/notesSlides/notesSlide845.xml" Id="Rb9e0c32822cb4aca" /></Relationships>
</file>

<file path=ppt/slides/_rels/slide8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b05f6d4ff49df" /><Relationship Type="http://schemas.openxmlformats.org/officeDocument/2006/relationships/notesSlide" Target="/ppt/notesSlides/notesSlide846.xml" Id="Re5442cce25cb467b" /></Relationships>
</file>

<file path=ppt/slides/_rels/slide8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d83d0438d4d8d" /><Relationship Type="http://schemas.openxmlformats.org/officeDocument/2006/relationships/notesSlide" Target="/ppt/notesSlides/notesSlide847.xml" Id="R559972fbd8b54239" /></Relationships>
</file>

<file path=ppt/slides/_rels/slide8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3d19d69d146c6" /><Relationship Type="http://schemas.openxmlformats.org/officeDocument/2006/relationships/image" Target="/ppt/media/image96.png" Id="Redb889dbd65a4dce" /><Relationship Type="http://schemas.openxmlformats.org/officeDocument/2006/relationships/notesSlide" Target="/ppt/notesSlides/notesSlide848.xml" Id="R07c2a0bf043a4ed0" /></Relationships>
</file>

<file path=ppt/slides/_rels/slide8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16ddc73bf4bf3" /><Relationship Type="http://schemas.openxmlformats.org/officeDocument/2006/relationships/image" Target="/ppt/media/image97.png" Id="R4edbaf7e05234731" /><Relationship Type="http://schemas.openxmlformats.org/officeDocument/2006/relationships/notesSlide" Target="/ppt/notesSlides/notesSlide849.xml" Id="Rd4843cb42ec3467b" /></Relationships>
</file>

<file path=ppt/slides/_rels/slide8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6ff56b20141b8" /><Relationship Type="http://schemas.openxmlformats.org/officeDocument/2006/relationships/image" Target="/ppt/media/image98.png" Id="Rf9c05c0fa70a4311" /><Relationship Type="http://schemas.openxmlformats.org/officeDocument/2006/relationships/notesSlide" Target="/ppt/notesSlides/notesSlide850.xml" Id="Re5cb7f26615742e2" /></Relationships>
</file>

<file path=ppt/slides/_rels/slide8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f222e1d444d15" /><Relationship Type="http://schemas.openxmlformats.org/officeDocument/2006/relationships/image" Target="/ppt/media/image99.png" Id="R67fa9d8c648444ef" /><Relationship Type="http://schemas.openxmlformats.org/officeDocument/2006/relationships/notesSlide" Target="/ppt/notesSlides/notesSlide851.xml" Id="R7655b79b5a6b4861" /></Relationships>
</file>

<file path=ppt/slides/_rels/slide8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4125098f1425f" /><Relationship Type="http://schemas.openxmlformats.org/officeDocument/2006/relationships/image" Target="/ppt/media/image100.png" Id="R7dd3364d79644ce8" /><Relationship Type="http://schemas.openxmlformats.org/officeDocument/2006/relationships/notesSlide" Target="/ppt/notesSlides/notesSlide852.xml" Id="R5dc01d2f4ce34b0c" /></Relationships>
</file>

<file path=ppt/slides/_rels/slide8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2967c9a2148a9" /><Relationship Type="http://schemas.openxmlformats.org/officeDocument/2006/relationships/notesSlide" Target="/ppt/notesSlides/notesSlide853.xml" Id="Rbcdf8a820625447c" /></Relationships>
</file>

<file path=ppt/slides/_rels/slide8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cd4b8d0244500" /><Relationship Type="http://schemas.openxmlformats.org/officeDocument/2006/relationships/notesSlide" Target="/ppt/notesSlides/notesSlide854.xml" Id="R11e38f0fd4c94c82" /></Relationships>
</file>

<file path=ppt/slides/_rels/slide8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661cc54a248cd" /><Relationship Type="http://schemas.openxmlformats.org/officeDocument/2006/relationships/image" Target="/ppt/media/image101.png" Id="R28d95f065a774c50" /><Relationship Type="http://schemas.openxmlformats.org/officeDocument/2006/relationships/notesSlide" Target="/ppt/notesSlides/notesSlide855.xml" Id="R9982995df9b9471f" /></Relationships>
</file>

<file path=ppt/slides/_rels/slide8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024d3923e4def" /><Relationship Type="http://schemas.openxmlformats.org/officeDocument/2006/relationships/image" Target="/ppt/media/image101.png" Id="Re1d8a560217e49f7" /><Relationship Type="http://schemas.openxmlformats.org/officeDocument/2006/relationships/notesSlide" Target="/ppt/notesSlides/notesSlide856.xml" Id="R31cbd645791c4374" /></Relationships>
</file>

<file path=ppt/slides/_rels/slide8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d471fdf1045ea" /><Relationship Type="http://schemas.openxmlformats.org/officeDocument/2006/relationships/image" Target="/ppt/media/image102.png" Id="R4649da260cec4746" /><Relationship Type="http://schemas.openxmlformats.org/officeDocument/2006/relationships/notesSlide" Target="/ppt/notesSlides/notesSlide857.xml" Id="R718307175b5c4300" /></Relationships>
</file>

<file path=ppt/slides/_rels/slide8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350199fe94689" /><Relationship Type="http://schemas.openxmlformats.org/officeDocument/2006/relationships/image" Target="/ppt/media/image102.png" Id="R60c5e09c8108408a" /><Relationship Type="http://schemas.openxmlformats.org/officeDocument/2006/relationships/notesSlide" Target="/ppt/notesSlides/notesSlide858.xml" Id="R940f9ace9ed14b68" /></Relationships>
</file>

<file path=ppt/slides/_rels/slide8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ea90d59aa47a8" /><Relationship Type="http://schemas.openxmlformats.org/officeDocument/2006/relationships/notesSlide" Target="/ppt/notesSlides/notesSlide859.xml" Id="R134d5f60e4394251" /></Relationships>
</file>

<file path=ppt/slides/_rels/slide8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9733b1fff4ea7" /><Relationship Type="http://schemas.openxmlformats.org/officeDocument/2006/relationships/notesSlide" Target="/ppt/notesSlides/notesSlide860.xml" Id="R8cb7e46642014497" /></Relationships>
</file>

<file path=ppt/slides/_rels/slide8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1b229a23245b2" /><Relationship Type="http://schemas.openxmlformats.org/officeDocument/2006/relationships/image" Target="/ppt/media/image103.png" Id="R0a2e18f8c34445a2" /><Relationship Type="http://schemas.openxmlformats.org/officeDocument/2006/relationships/notesSlide" Target="/ppt/notesSlides/notesSlide861.xml" Id="R79cd3b5088d34dca" /></Relationships>
</file>

<file path=ppt/slides/_rels/slide8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dbb6bdcb04eb2" /><Relationship Type="http://schemas.openxmlformats.org/officeDocument/2006/relationships/image" Target="/ppt/media/image104.png" Id="Rb1f4e5f55cf1421f" /><Relationship Type="http://schemas.openxmlformats.org/officeDocument/2006/relationships/notesSlide" Target="/ppt/notesSlides/notesSlide862.xml" Id="R180cd90ba4e34dc9" /></Relationships>
</file>

<file path=ppt/slides/_rels/slide8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06f0030ac4bdd" /><Relationship Type="http://schemas.openxmlformats.org/officeDocument/2006/relationships/image" Target="/ppt/media/image104.png" Id="R14a81c81d7d54f3d" /><Relationship Type="http://schemas.openxmlformats.org/officeDocument/2006/relationships/notesSlide" Target="/ppt/notesSlides/notesSlide863.xml" Id="Rde2efe51bd2f41db" /></Relationships>
</file>

<file path=ppt/slides/_rels/slide8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fcb7accff48ea" /><Relationship Type="http://schemas.openxmlformats.org/officeDocument/2006/relationships/image" Target="/ppt/media/image105.png" Id="Rf921ed1931934fa9" /><Relationship Type="http://schemas.openxmlformats.org/officeDocument/2006/relationships/notesSlide" Target="/ppt/notesSlides/notesSlide864.xml" Id="Reba9ad888f1d419a" /></Relationships>
</file>

<file path=ppt/slides/_rels/slide8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4a08facf14076" /><Relationship Type="http://schemas.openxmlformats.org/officeDocument/2006/relationships/image" Target="/ppt/media/image106.png" Id="Re2ced5d9545f46bc" /><Relationship Type="http://schemas.openxmlformats.org/officeDocument/2006/relationships/notesSlide" Target="/ppt/notesSlides/notesSlide865.xml" Id="Rf628abc78b1a4b4a" /></Relationships>
</file>

<file path=ppt/slides/_rels/slide8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06096773f4c7d" /><Relationship Type="http://schemas.openxmlformats.org/officeDocument/2006/relationships/notesSlide" Target="/ppt/notesSlides/notesSlide866.xml" Id="R6f9968fccae7474a" /></Relationships>
</file>

<file path=ppt/slides/_rels/slide8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47a93ded04ff5" /><Relationship Type="http://schemas.openxmlformats.org/officeDocument/2006/relationships/notesSlide" Target="/ppt/notesSlides/notesSlide867.xml" Id="R225aace0b2f24bb1" /></Relationships>
</file>

<file path=ppt/slides/_rels/slide8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f404130d04597" /><Relationship Type="http://schemas.openxmlformats.org/officeDocument/2006/relationships/notesSlide" Target="/ppt/notesSlides/notesSlide868.xml" Id="R9a71690370b748d0" /></Relationships>
</file>

<file path=ppt/slides/_rels/slide8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eb833cdd44ffb" /><Relationship Type="http://schemas.openxmlformats.org/officeDocument/2006/relationships/image" Target="/ppt/media/image107.png" Id="R75c6cf9e6d1f432d" /><Relationship Type="http://schemas.openxmlformats.org/officeDocument/2006/relationships/notesSlide" Target="/ppt/notesSlides/notesSlide869.xml" Id="Rabc13b04b9d54ccf" /></Relationships>
</file>

<file path=ppt/slides/_rels/slide8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f64199bd84dbe" /><Relationship Type="http://schemas.openxmlformats.org/officeDocument/2006/relationships/image" Target="/ppt/media/image107.png" Id="R3e12523f852d4a4c" /><Relationship Type="http://schemas.openxmlformats.org/officeDocument/2006/relationships/notesSlide" Target="/ppt/notesSlides/notesSlide870.xml" Id="R8c1fcbe75db441fa" /></Relationships>
</file>

<file path=ppt/slides/_rels/slide8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fa4db4b4b42de" /><Relationship Type="http://schemas.openxmlformats.org/officeDocument/2006/relationships/image" Target="/ppt/media/image107.png" Id="R3c8c3a9cb380434c" /><Relationship Type="http://schemas.openxmlformats.org/officeDocument/2006/relationships/notesSlide" Target="/ppt/notesSlides/notesSlide871.xml" Id="R53ac88c60ff84aa3" /></Relationships>
</file>

<file path=ppt/slides/_rels/slide8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c69ff276440f4" /><Relationship Type="http://schemas.openxmlformats.org/officeDocument/2006/relationships/image" Target="/ppt/media/image107.png" Id="Rcf12775b33be48e1" /><Relationship Type="http://schemas.openxmlformats.org/officeDocument/2006/relationships/notesSlide" Target="/ppt/notesSlides/notesSlide872.xml" Id="R109869976d8748fd" /></Relationships>
</file>

<file path=ppt/slides/_rels/slide8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ee5a26bbf4d03" /><Relationship Type="http://schemas.openxmlformats.org/officeDocument/2006/relationships/notesSlide" Target="/ppt/notesSlides/notesSlide873.xml" Id="R72a39e05846d466c" /></Relationships>
</file>

<file path=ppt/slides/_rels/slide8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ab78bff2a4d63" /><Relationship Type="http://schemas.openxmlformats.org/officeDocument/2006/relationships/notesSlide" Target="/ppt/notesSlides/notesSlide874.xml" Id="R15375b084fe346bd" /></Relationships>
</file>

<file path=ppt/slides/_rels/slide8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2c61c61b741cb" /><Relationship Type="http://schemas.openxmlformats.org/officeDocument/2006/relationships/image" Target="/ppt/media/image108.png" Id="Rd9afceb800db4847" /><Relationship Type="http://schemas.openxmlformats.org/officeDocument/2006/relationships/notesSlide" Target="/ppt/notesSlides/notesSlide875.xml" Id="R34fa3669420d4a9c" /></Relationships>
</file>

<file path=ppt/slides/_rels/slide8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87a0e993044ab" /><Relationship Type="http://schemas.openxmlformats.org/officeDocument/2006/relationships/image" Target="/ppt/media/image108.png" Id="Ref1c6715aba04644" /><Relationship Type="http://schemas.openxmlformats.org/officeDocument/2006/relationships/notesSlide" Target="/ppt/notesSlides/notesSlide876.xml" Id="R69957d186e254cdc" /></Relationships>
</file>

<file path=ppt/slides/_rels/slide8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68d3e25fa49c1" /><Relationship Type="http://schemas.openxmlformats.org/officeDocument/2006/relationships/image" Target="/ppt/media/image109.png" Id="R52f4c7183bb94694" /><Relationship Type="http://schemas.openxmlformats.org/officeDocument/2006/relationships/notesSlide" Target="/ppt/notesSlides/notesSlide877.xml" Id="R38c970da51c1498f" /></Relationships>
</file>

<file path=ppt/slides/_rels/slide8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9cc8702594b26" /><Relationship Type="http://schemas.openxmlformats.org/officeDocument/2006/relationships/image" Target="/ppt/media/image109.png" Id="Rb13488a013e54de7" /><Relationship Type="http://schemas.openxmlformats.org/officeDocument/2006/relationships/notesSlide" Target="/ppt/notesSlides/notesSlide878.xml" Id="Raf01f4e24b344ee1" /></Relationships>
</file>

<file path=ppt/slides/_rels/slide8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ecf0d14de400d" /><Relationship Type="http://schemas.openxmlformats.org/officeDocument/2006/relationships/notesSlide" Target="/ppt/notesSlides/notesSlide879.xml" Id="Ra2b301ed54a34135" /></Relationships>
</file>

<file path=ppt/slides/_rels/slide8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ab75d19144ebe" /><Relationship Type="http://schemas.openxmlformats.org/officeDocument/2006/relationships/notesSlide" Target="/ppt/notesSlides/notesSlide880.xml" Id="R675dacbb0c0c4644" /></Relationships>
</file>

<file path=ppt/slides/_rels/slide8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30697aec14482" /><Relationship Type="http://schemas.openxmlformats.org/officeDocument/2006/relationships/image" Target="/ppt/media/image110.png" Id="R2a861d55bc064904" /><Relationship Type="http://schemas.openxmlformats.org/officeDocument/2006/relationships/notesSlide" Target="/ppt/notesSlides/notesSlide881.xml" Id="Rbe72d13334c34539" /></Relationships>
</file>

<file path=ppt/slides/_rels/slide8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4e09f3eb64cd7" /><Relationship Type="http://schemas.openxmlformats.org/officeDocument/2006/relationships/image" Target="/ppt/media/image110.png" Id="Rd853cd24006849ec" /><Relationship Type="http://schemas.openxmlformats.org/officeDocument/2006/relationships/notesSlide" Target="/ppt/notesSlides/notesSlide882.xml" Id="R81306d461c5244d3" /></Relationships>
</file>

<file path=ppt/slides/_rels/slide8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d482d44494178" /><Relationship Type="http://schemas.openxmlformats.org/officeDocument/2006/relationships/image" Target="/ppt/media/image110.png" Id="R2b372e68e79e4799" /><Relationship Type="http://schemas.openxmlformats.org/officeDocument/2006/relationships/notesSlide" Target="/ppt/notesSlides/notesSlide883.xml" Id="R247e019bce6a41a4" /></Relationships>
</file>

<file path=ppt/slides/_rels/slide8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f9f53b10b4d1d" /><Relationship Type="http://schemas.openxmlformats.org/officeDocument/2006/relationships/image" Target="/ppt/media/image110.png" Id="R9f8e012867614d06" /><Relationship Type="http://schemas.openxmlformats.org/officeDocument/2006/relationships/notesSlide" Target="/ppt/notesSlides/notesSlide884.xml" Id="R12712012130a4cc9" /></Relationships>
</file>

<file path=ppt/slides/_rels/slide8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c1c2177304300" /><Relationship Type="http://schemas.openxmlformats.org/officeDocument/2006/relationships/notesSlide" Target="/ppt/notesSlides/notesSlide885.xml" Id="Rcd976917519f450f" /></Relationships>
</file>

<file path=ppt/slides/_rels/slide8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2410f4e994129" /><Relationship Type="http://schemas.openxmlformats.org/officeDocument/2006/relationships/notesSlide" Target="/ppt/notesSlides/notesSlide886.xml" Id="R24ddd4dd723346b6" /></Relationships>
</file>

<file path=ppt/slides/_rels/slide8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df136ce424cb8" /><Relationship Type="http://schemas.openxmlformats.org/officeDocument/2006/relationships/image" Target="/ppt/media/image111.png" Id="Rde01877015ef46c6" /><Relationship Type="http://schemas.openxmlformats.org/officeDocument/2006/relationships/notesSlide" Target="/ppt/notesSlides/notesSlide887.xml" Id="Ra4ec38fadebb4c69" /></Relationships>
</file>

<file path=ppt/slides/_rels/slide8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e3188c3904ca3" /><Relationship Type="http://schemas.openxmlformats.org/officeDocument/2006/relationships/image" Target="/ppt/media/image111.png" Id="R004743667ab0446c" /><Relationship Type="http://schemas.openxmlformats.org/officeDocument/2006/relationships/notesSlide" Target="/ppt/notesSlides/notesSlide888.xml" Id="R8d0378eb4a0243b2" /></Relationships>
</file>

<file path=ppt/slides/_rels/slide8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fa8defa0d4300" /><Relationship Type="http://schemas.openxmlformats.org/officeDocument/2006/relationships/image" Target="/ppt/media/image112.png" Id="R4cb36869ba5e433b" /><Relationship Type="http://schemas.openxmlformats.org/officeDocument/2006/relationships/notesSlide" Target="/ppt/notesSlides/notesSlide889.xml" Id="Re941a490ab654cff" /></Relationships>
</file>

<file path=ppt/slides/_rels/slide8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d0f0b02c84971" /><Relationship Type="http://schemas.openxmlformats.org/officeDocument/2006/relationships/image" Target="/ppt/media/image112.png" Id="R207a3a4fc0634c45" /><Relationship Type="http://schemas.openxmlformats.org/officeDocument/2006/relationships/notesSlide" Target="/ppt/notesSlides/notesSlide890.xml" Id="R858792428dc649ff" /></Relationships>
</file>

<file path=ppt/slides/_rels/slide8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4ba65b5f644c3" /><Relationship Type="http://schemas.openxmlformats.org/officeDocument/2006/relationships/image" Target="/ppt/media/image112.png" Id="Rb0e5e37ee005458c" /><Relationship Type="http://schemas.openxmlformats.org/officeDocument/2006/relationships/notesSlide" Target="/ppt/notesSlides/notesSlide891.xml" Id="R48f21432dcb7423b" /></Relationships>
</file>

<file path=ppt/slides/_rels/slide8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e4031f7574af2" /><Relationship Type="http://schemas.openxmlformats.org/officeDocument/2006/relationships/notesSlide" Target="/ppt/notesSlides/notesSlide892.xml" Id="R1e39902dec1648bb" /></Relationships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1443A-650C-4451-AD92-61C23312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A8432-A428-48AE-A90D-80AC88DD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81542-2DAB-403F-BA58-CCCA83EB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TUTORIAL TEKNIS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FEB745-665E-4EAA-9119-0A54CF9B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Tutorial Teknis Cubicost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88C5F-A8C2-4687-AF5B-0326FC3C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02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Pelajari alur kerja pembesian mulai dari persiapan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proyek dan pengaturan tulangan hingga perhitungan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laporan kuantitas.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46f12d6364c33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6039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E5123-DE99-493C-A8E0-DCBDF312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0B37C-CE28-4526-94D1-451AD1BC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86CF1-7313-4356-B8FE-58ED9D01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TUJUAN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69A6505-A066-4285-B5D5-2EC9D8AE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A6D6C-F533-49ED-ACE5-01BB93FA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Pelajari alur kerja pembesian mulai dari persiapan proyek dan pengaturan tulangan hingga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perhitungan serta laporan kuantitas.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957AD-655B-4229-A2BD-09134293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Siapkan alur kerja TRB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109AA-969C-4B0D-A552-E5209B7F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model TAS dan siapkan gambar kerja TRB.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C344A-FE3F-47A1-82CE-5AC3EBF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Modelkan tulangan struktur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41D11-CCAF-4659-AC8D-60E468C2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Modelkan reinforcement pile cap, kolom, balok, pelat, dan dinding.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4B4E1-1FDE-492D-82C6-373FC890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Validasi hasil pembesian</a:t>
            </a:r>
          </a:p>
        </p:txBody>
      </p:sp>
    </p:spTree>
    <p:extLst>
      <p:ext uri="{BB962C8B-B14F-4D97-AF65-F5344CB8AC3E}">
        <p14:creationId xmlns:p14="http://schemas.microsoft.com/office/powerpoint/2010/main" val="2038977616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18207-059E-45AA-9C86-F6CCCE0A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6AEC1-0B10-4C78-B0F9-EABDECA2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4AE5B-8F17-418C-A1E6-E0404D3B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TUJUAN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C472F5-77D3-4733-9CC2-177CF3DB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26346-202D-414D-800D-9F86A00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Verifikasi rebar, tinjau kuantitas, dan buat laporan.</a:t>
            </a:r>
          </a:p>
        </p:txBody>
      </p:sp>
    </p:spTree>
    <p:extLst>
      <p:ext uri="{BB962C8B-B14F-4D97-AF65-F5344CB8AC3E}">
        <p14:creationId xmlns:p14="http://schemas.microsoft.com/office/powerpoint/2010/main" val="850335654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6D6CD-6A3A-408A-B398-767F1B0C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3353A-96C0-4666-9FCD-DA66C488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3B1F2-1891-4948-A675-95CC85E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F7117F4-D4B4-4362-8F2A-FCCE7B83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Persiapan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239D0-7518-4E8C-82D8-DE003358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model TAS dan siapkan gambar yang diperlukan di TRB.</a:t>
            </a:r>
          </a:p>
        </p:txBody>
      </p:sp>
    </p:spTree>
    <p:extLst>
      <p:ext uri="{BB962C8B-B14F-4D97-AF65-F5344CB8AC3E}">
        <p14:creationId xmlns:p14="http://schemas.microsoft.com/office/powerpoint/2010/main" val="336435646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4585F-24DD-43C3-A99D-88342696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F5340-E708-451C-BEB4-FB746CC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5C13A-1BF9-401F-853E-31D22E05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7BC58A-FFA2-4AB8-AA22-B205D187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dan Mengekspor Model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ED6FF-0544-4E30-828B-41B1CFDB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file transfer TAS yang sesuai dengan cakupan model yang akan dikerjakan di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B8141-8399-4454-8DFD-645A1930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01916-E1A5-4BCA-B61F-0DBCA008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cakupan transfer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CF301-924F-484A-A405-3D100FC4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Export Model by Floor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4B85E-2C51-4B86-8187-AC3311C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Gunakan Export Model by Entity bila diperlukan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8BD3D-EEE5-40C3-B5CE-E2014C02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Simpan file model</a:t>
            </a:r>
          </a:p>
        </p:txBody>
      </p:sp>
    </p:spTree>
    <p:extLst>
      <p:ext uri="{BB962C8B-B14F-4D97-AF65-F5344CB8AC3E}">
        <p14:creationId xmlns:p14="http://schemas.microsoft.com/office/powerpoint/2010/main" val="126702914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1474CA-844B-48EB-8F2C-3410CF6A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9999E-8B09-4892-9AB5-A8C48BA6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71741-E938-4BAA-9273-44C7099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CF8E39-DF2B-4E1D-BAE0-76898371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cakupan transfer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138a6fced4c97"/>
          <a:stretch xmlns:a="http://schemas.openxmlformats.org/drawingml/2006/main"/>
        </p:blipFill>
        <p:spPr>
          <a:xfrm xmlns:a="http://schemas.openxmlformats.org/drawingml/2006/main">
            <a:off x="5581722" y="1809750"/>
            <a:ext cx="542910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E15AD-69DB-4F42-B355-9C3769C8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alur TAS-ke-TRB setelah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sumber diperiksa dan tentukan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apakah seluruh lantai atau hanya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tertentu yang perlu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diperbarui.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6B37C-43CA-4AA2-A8C6-823F27D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ekspor model TAS untuk transfer ke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70424367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FB7959-152F-4095-B02F-6214EB6F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70741-0EEC-4037-9CAC-E640507A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CAABD-FA3C-4E99-BCF9-1FB3E288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5DEAAB-2403-4298-921E-6FD5A0E8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Export Model by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94dd7510a4024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0B327-C530-4873-ABDC-3A1E29AD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ekspor per lantai ketika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seluruh elemen pada lantai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dipilih perlu dipindahkan ke proyek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7E274-4A23-45E5-9D59-49C08441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Export Model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lantai.</a:t>
            </a:r>
          </a:p>
        </p:txBody>
      </p:sp>
    </p:spTree>
    <p:extLst>
      <p:ext uri="{BB962C8B-B14F-4D97-AF65-F5344CB8AC3E}">
        <p14:creationId xmlns:p14="http://schemas.microsoft.com/office/powerpoint/2010/main" val="1543997374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45D1C0-EB05-4872-8BF2-FAF9C59E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3B722-D4FC-4490-BEE1-096A2BE4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B06E0-71D8-4A3F-8EF9-B01E706A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2D21BE-7653-423D-A6C4-BE096D69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Export Model by Entity bila diperlukan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1d44494e64769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92E79-C65B-4C8F-9B46-1A2ECF30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Ekspor berdasarkan elemen cocok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pembaruan parsial agar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cakupan transfer tetap terbatas.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E71AC-0D3D-4D05-8E63-396989D3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Export Model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lantai.</a:t>
            </a:r>
          </a:p>
        </p:txBody>
      </p:sp>
    </p:spTree>
    <p:extLst>
      <p:ext uri="{BB962C8B-B14F-4D97-AF65-F5344CB8AC3E}">
        <p14:creationId xmlns:p14="http://schemas.microsoft.com/office/powerpoint/2010/main" val="1397980438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5FECFB-4278-4A2E-B410-EA906044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8A0F5-F9E0-4EED-B137-7D9B00F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C26D8-7EDB-4DC7-A9C2-528F63C0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3488BB-961D-4475-AE6E-A4813ABA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Simpan file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a0feb17e04ead"/>
          <a:stretch xmlns:a="http://schemas.openxmlformats.org/drawingml/2006/main"/>
        </p:blipFill>
        <p:spPr>
          <a:xfrm xmlns:a="http://schemas.openxmlformats.org/drawingml/2006/main">
            <a:off x="5086350" y="2065259"/>
            <a:ext cx="6419850" cy="315610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DA6EB-6F48-4AC9-963A-BCEDA09D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nama file dan lokasi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menunjukkan proyek, cakupan,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 agar file dapat dikenali saat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diimpor.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298C3-D5D1-498F-AA06-54513744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ekspor dan file model yang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dihasilkan.</a:t>
            </a:r>
          </a:p>
        </p:txBody>
      </p:sp>
    </p:spTree>
    <p:extLst>
      <p:ext uri="{BB962C8B-B14F-4D97-AF65-F5344CB8AC3E}">
        <p14:creationId xmlns:p14="http://schemas.microsoft.com/office/powerpoint/2010/main" val="1955074806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D28DA3-1C8B-4CF8-AC59-17238176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2E5E5-2AA8-4B13-A461-E2AE3A7A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8CA57-5B26-4C63-BAF5-3E31E0E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8D1F4B-EAC1-47E4-BCDC-286E7156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dan Mengekspor Model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AEF46-6BB1-44C3-AAFE-201B1226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A45C6-4FD8-4039-AD6E-728FE929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ACF0F-661D-49F9-BEEB-B3AE5A2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51212-C3BE-492B-9F01-4C0AE428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43266910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8B3AD-D64D-4792-8E3E-7EA9AEF3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B997E-B3E4-4AB2-93CF-8036FAD4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3A857-E13E-4C92-B049-C36C0452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050BC5-A383-4038-BFD2-F70145A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Model TAS ke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4F6E3-4168-4405-A9BC-F17AE7BD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Memasukkan file transfer TAS ke proyek TRB tujuan yang benar.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0F505-DC1E-40C0-8072-AC41B93E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B88EA-FF2A-466B-8B88-67389433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proyek TRB tujuan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BDC7D-1FB6-4BBA-9315-1B8F22BD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BIM MODEL &gt; Import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D235B-43CE-4BA1-824A-27EE78B9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file hasil ekspor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0F48A-08C5-4E18-832A-0B033847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Konfirmasi impor</a:t>
            </a:r>
          </a:p>
        </p:txBody>
      </p:sp>
    </p:spTree>
    <p:extLst>
      <p:ext uri="{BB962C8B-B14F-4D97-AF65-F5344CB8AC3E}">
        <p14:creationId xmlns:p14="http://schemas.microsoft.com/office/powerpoint/2010/main" val="2142443270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022EAB-6D96-44D4-9A53-71B67B5A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5A2BB-C432-4AC1-AE35-A18C6956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4D5A1-70CA-41FE-ADA1-6F53703C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7AA455-F494-4D98-9F47-6BD29C95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proyek TRB tujuan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8a85f09ba4128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B03E7-33E4-4B99-83AC-3C8F0D57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Buat proyek baru atau buka proyek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benar sebelum memasukkan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dari 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A2BB2-4452-45EC-9746-0E28C878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1293282163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A0F929-C4EB-411A-9283-162C75B4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324BC-D30D-47C1-9F17-D951210D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A4C58-7677-41E6-8440-EF3B79B6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EE980EF-D59D-4BBE-8A86-BBF9AA09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BIM MODEL &gt; Import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b78d9c91f4264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C305A-CB01-46AA-865A-26B7B48F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perintah Import Model dari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BIM MODEL untuk memulai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F9DC1-7F6A-4D9E-A69A-B5489897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2083588252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812064-2D98-4E3D-84FF-FD5C5DBC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40FB0-CE30-4B52-9366-9A04F0EB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3ACE8-EB8E-404F-9755-25F94332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406EE0-5A9A-41A3-B3C2-EA80C14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file hasil ekspor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0eb6ef46c43e9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01AEB-6254-4663-93AE-7EE8F7B6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file yang sebelumnya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disimpan dari TAS dan periksa nama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revisinya.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A2B76-174B-4CC4-B4A5-F1901C2A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174161270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ACAD2-DAF4-49BF-B99D-55F56A2F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A27CB-84FA-436B-AE5D-581A55B7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94421-1759-483A-935E-0D801AC2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73633A-023B-4141-BBD6-132349A0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Konfirmasi impor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5af616d904d23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810AE-0B47-489A-858E-2F8D09C9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Lanjutkan setelah proyek tujuan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file sumber dipastikan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A4F54-3995-4FF1-AFD4-E2BEBC12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1017100949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AE18C-F33F-4542-8925-D8CDF7EB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03469-728D-4054-BF7A-38A02E1E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E6CDB-30FD-4B3B-916A-F08009CD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42EAC8-335F-4523-B737-429B2A74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Model TAS ke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F249A-E8A0-4116-AD3D-9EEA1110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6F6DA-CBAC-40BB-91D3-9CE38C39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F6799-472D-4446-971E-B5DFB0E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4A6D9-3F8A-4313-883E-349EA34C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514178384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237064-A666-4452-8A29-F0B9907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8F7B3-1730-4C8D-B875-6E444AF5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0849F-BF3E-4BA1-B22C-FFE9D452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7B7AE5B-D2B9-4307-BC9B-6852F83A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Menyesuaikan Pengaturan Impor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4F494-5DFD-443D-BC72-C5DF0418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Menyelaraskan zona, lantai, dan elemen sebelum model TAS dibuat di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6BA4A-3152-4712-BE0E-E79A8E9C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F1FEA-271E-40DA-8FF3-EDE48BC7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Periksa penanganan zone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57D6C-4374-456F-93F1-88B790D6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Tentukan sumber tinggi lantai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EC35F-2B5B-4F24-8966-62A5FC83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lantai dan elemen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FF478-EF39-4DBA-AFB4-7F8011D3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Lanjutkan dengan Next Step</a:t>
            </a:r>
          </a:p>
        </p:txBody>
      </p:sp>
    </p:spTree>
    <p:extLst>
      <p:ext uri="{BB962C8B-B14F-4D97-AF65-F5344CB8AC3E}">
        <p14:creationId xmlns:p14="http://schemas.microsoft.com/office/powerpoint/2010/main" val="572932863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F7421-3A5E-4BA8-B600-A33D40F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A73EF-E9EB-403B-81D9-5AD83776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3D4A7-1435-4902-B588-82882EB3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817CDB-6FA1-4958-98D6-1FD0C433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penanganan zone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000e0418d4cbb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2F677-F99C-4473-8FCB-71249923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bagaimana zone dari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 akan diperlakukan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proyek TRB tujuan.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1E172-963E-4689-8A9D-D1C22B50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import dengan daftar floor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mapping model.</a:t>
            </a:r>
          </a:p>
        </p:txBody>
      </p:sp>
    </p:spTree>
    <p:extLst>
      <p:ext uri="{BB962C8B-B14F-4D97-AF65-F5344CB8AC3E}">
        <p14:creationId xmlns:p14="http://schemas.microsoft.com/office/powerpoint/2010/main" val="816388631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8FA168-74B6-48D2-A0FF-21C3A580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9A266-9EF1-462F-9ACE-C6774270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00CDA-5210-4503-8927-D014FC42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8E2AAC-8F60-4840-BB52-5F7C2E63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sumber tinggi lantai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1af24b7044845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9F8B9-5719-4238-9A1E-31B2F279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Aktifkan Use floor height in 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hanya ketika tinggi lantai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 memang harus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dipertahankan.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E8961-E5D8-4F8B-AA55-3425C999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import dengan daftar floor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mapping model.</a:t>
            </a:r>
          </a:p>
        </p:txBody>
      </p:sp>
    </p:spTree>
    <p:extLst>
      <p:ext uri="{BB962C8B-B14F-4D97-AF65-F5344CB8AC3E}">
        <p14:creationId xmlns:p14="http://schemas.microsoft.com/office/powerpoint/2010/main" val="135481397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7A59D-F3EC-46B7-8CC8-E08F25EE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6A5CD-B89C-45E2-B751-AFD6A863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F7DF9-18F0-4A5D-B9E1-73BCB715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BFE27F-3918-4EA2-B165-BCEF56A7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lantai dan elemen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a3c1416ba40ee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73FC4-6C9F-4A91-B4C1-BE0E32AD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Batasi pilihan pada lantai serta tipe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yang termasuk dalam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cakupan transfer.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EAE0F-E2D4-489C-A0D7-7271060D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pengaturan import sebelum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dimuat.</a:t>
            </a:r>
          </a:p>
        </p:txBody>
      </p:sp>
    </p:spTree>
    <p:extLst>
      <p:ext uri="{BB962C8B-B14F-4D97-AF65-F5344CB8AC3E}">
        <p14:creationId xmlns:p14="http://schemas.microsoft.com/office/powerpoint/2010/main" val="2024913279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35B4FA-5CE9-45FF-93AD-816261A1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2A3B7-76FB-4DD9-BF33-FA0BEDBB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61518-CE3E-40AF-A3C6-CE01CE2F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710194B-2EC2-4E04-B89C-087DC741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Lanjutkan dengan Next Step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04026932044ec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AE401-EA23-48D0-8BB5-47E85C73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kembali pemetaan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berpindah ke tahap konfirmasi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berikutnya.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BA6BE-70C5-44E3-809D-E97BF971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pengaturan import sebelum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dimuat.</a:t>
            </a:r>
          </a:p>
        </p:txBody>
      </p:sp>
    </p:spTree>
    <p:extLst>
      <p:ext uri="{BB962C8B-B14F-4D97-AF65-F5344CB8AC3E}">
        <p14:creationId xmlns:p14="http://schemas.microsoft.com/office/powerpoint/2010/main" val="322891719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4375EF-30DA-4131-9790-EBE847E4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A160E-34A0-4AD8-B8AE-09986C9C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DCF75-9F42-44D8-B60F-D42DD532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48ADB8-A2AD-440B-A7A4-5CB962EA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Menyesuaikan Pengaturan Impor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E0C4E-C60D-4CD1-BFD7-FD67EA81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550C1-1E67-4A4D-89B6-18633A7B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01273-8B1E-447F-991B-DEE6C393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BFFB3-C6AF-469A-A2BE-5ECD38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946613927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385774-29AD-42D9-A150-ED6DAF13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C323B-BF98-4F4E-90EE-0284CF30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DE306-970D-47E3-A454-0399979B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893E4ED-A1F1-4E8E-BF70-60B65249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Model dan Menyiapkan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3DBAF-38B9-4815-BE88-C48AF9BE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Memastikan model terlihat dengan benar dan gambar kerja siap digunakan untuk identifikasi.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EA316-283A-4C29-A967-BEF108ED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F1D60-F6D7-4343-9169-A90AE35E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Atur tampilan elemen dengan F12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14150-E00A-453E-846D-A4AB2BB9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Periksa model yang ditransfer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4AFE1-224E-4A42-B1A9-3448B597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Tambahkan building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1F27B-35E1-4B35-8B83-C6D48665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Pisahkan dan pindahkan gambar</a:t>
            </a:r>
          </a:p>
        </p:txBody>
      </p:sp>
    </p:spTree>
    <p:extLst>
      <p:ext uri="{BB962C8B-B14F-4D97-AF65-F5344CB8AC3E}">
        <p14:creationId xmlns:p14="http://schemas.microsoft.com/office/powerpoint/2010/main" val="1551535085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1629ED-39B6-4CF4-B605-B0C44B38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049DB-1DFD-4282-A3CF-C455834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3672D-80D8-4B6C-B365-F4B65D0D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10A065-AF74-4B13-B0FB-B8179375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Atur tampilan elemen dengan F12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b016d4c8a4994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D00BB-67BA-45F9-9CB1-66E958A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kontrol tampilan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menampilkan hanya elemen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diperlukan saat pemeriksaan.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C9BDD-5DD8-492E-B81E-A36FB98C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bangunan dan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1297326417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7C594E-543E-4BCF-9FD4-668D1AEA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DB6E5-F14A-4D0B-BE26-9E8EAB7E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A1DD2-232B-4124-9D63-D47675BA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CD2856-047E-42AD-9D61-1F168D7E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model yang ditransfer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51d0d787f41da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A5E42-C14B-4D27-A859-BCDFC37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Tampilkan elemen yang dibutuhkan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pastikan lantai serta geometri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utamanya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80C95-F54F-43A4-8C91-A9C7CC13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bangunan dan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1830932983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4D9017-5040-40F6-BE16-FA313D4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F7A69-5687-4EF5-9117-8793BB73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CD4B5-D0BB-4D36-A203-30C17299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89517B0-D088-4FED-8500-3FFA44E0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Tambahkan building plan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f4c91b01c4056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08751-0169-46CD-8351-8113ECB9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Buka rencana bangunan lalu gunakan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&gt; Add Drawing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memasukkan gambar referensi.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61EF8-CBD0-4879-95D3-B325CF80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dengan gambar struktur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 area kerja.</a:t>
            </a:r>
          </a:p>
        </p:txBody>
      </p:sp>
    </p:spTree>
    <p:extLst>
      <p:ext uri="{BB962C8B-B14F-4D97-AF65-F5344CB8AC3E}">
        <p14:creationId xmlns:p14="http://schemas.microsoft.com/office/powerpoint/2010/main" val="97918283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E31991-A8AB-483E-8E04-1357DB26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D2EF9-06BB-4AF5-9F9D-064DF828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2DBC4-B7B0-41CC-9860-7DC1FAA4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2E4F2F-0925-4781-BE13-015D327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Pisahkan dan pindahkan gambar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36f7989594018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484CE-4E34-4799-92D2-9060ED20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 bagian gambar pada lokasi lantai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tepat sebelum pemodelan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dimulai.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9E347-324B-43CE-9911-E896817B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dengan gambar struktur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 area kerja.</a:t>
            </a:r>
          </a:p>
        </p:txBody>
      </p:sp>
    </p:spTree>
    <p:extLst>
      <p:ext uri="{BB962C8B-B14F-4D97-AF65-F5344CB8AC3E}">
        <p14:creationId xmlns:p14="http://schemas.microsoft.com/office/powerpoint/2010/main" val="1659250451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5CC93-391D-4F4F-B12B-F517711F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F0370-F378-4213-AB07-B88FAA8F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01F9E-2F5F-4F02-9AB0-56424711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1F4EE45-769F-4F02-AFA4-13E9E175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Model dan Menyiapkan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60CAD-59B7-41F1-BD53-92000DC2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52416-2C8C-4F8F-AD98-263C8996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C1E1B-D870-4BDB-8680-34CE1997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C83BA-3D9A-46CE-9EFB-35C7497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208763094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A388B2-507A-4D92-BE57-4E4A566B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C81AF-AC49-4D57-85EF-486058E9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356C5-3A46-494A-AC79-26F5718C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681D58D-9484-44A1-AC56-1E73EBFF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Pemodelan Tulangan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E871E-6D1C-4DEB-A17F-941B8F8E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Definisikan dan periksa reinforcement untuk elemen utama.</a:t>
            </a:r>
          </a:p>
        </p:txBody>
      </p:sp>
    </p:spTree>
    <p:extLst>
      <p:ext uri="{BB962C8B-B14F-4D97-AF65-F5344CB8AC3E}">
        <p14:creationId xmlns:p14="http://schemas.microsoft.com/office/powerpoint/2010/main" val="226552774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A72E4-E1E3-4894-823A-2849AB95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15D8A-A06D-49A0-913D-8D531647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84D27-2EAB-4658-B4E7-0001EC41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D4EB21-C6BD-4C2B-8C59-692F5F1F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016A0-B0D7-4076-BA24-71DEC73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Menetapkan data tulangan pile cap pada elemen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37F81-8490-41AF-8A9F-12EC2AD0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598B6-8FAD-4352-9F27-30B0D845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pile 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042EB-545F-4D91-9691-F621865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pengaturan tulangan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DBB26-94BA-49F6-87FE-A15E8C45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Masukkan data tulangan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B3F24-8ABD-4214-AD0B-2E9D37D2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Tinjau hasilnya</a:t>
            </a:r>
          </a:p>
        </p:txBody>
      </p:sp>
    </p:spTree>
    <p:extLst>
      <p:ext uri="{BB962C8B-B14F-4D97-AF65-F5344CB8AC3E}">
        <p14:creationId xmlns:p14="http://schemas.microsoft.com/office/powerpoint/2010/main" val="170739223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79F2D-A801-46FB-AD92-9113F916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C81E4-A814-40EC-A07E-F38C0984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61806-1FF3-4A43-AF39-38A894D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F41104-DDBA-47FA-AB47-A7BFD786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8ccc41d304e3a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6B40D-690B-4E89-AFBC-7850BEC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elemen dan lantai yang aktif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dengan detail tulangan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akan diterapkan.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609DC-0683-4963-AF21-3E479908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mode.</a:t>
            </a:r>
          </a:p>
        </p:txBody>
      </p:sp>
    </p:spTree>
    <p:extLst>
      <p:ext uri="{BB962C8B-B14F-4D97-AF65-F5344CB8AC3E}">
        <p14:creationId xmlns:p14="http://schemas.microsoft.com/office/powerpoint/2010/main" val="86077701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6F1A2-9A6C-4B3A-AEBF-A7180342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52106-58D7-44B1-B94C-770214C8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6FAFE-7853-4090-BE63-3B4CE45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1FBB74-16ED-4FF4-B343-35D905C1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pengaturan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fcea4cbed4b39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2A5A2-592E-4CC1-9F9F-81338C7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 ke pengaturan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 cap dan gunakan data dari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struktur yang telah disetujui.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F86A2-630D-4578-AF75-DF57A765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diagram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Style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361935157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EDEB2-FC49-4FB0-AFB7-43939615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E9C4F-C1FB-47AA-9B20-E5BB67F9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DF3B2-C3D0-4C08-8BFA-8D2AE3FB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1FCF682-3CB2-4E2A-A759-AF5DF81B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data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cb0abe0104a08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29C83-CC9A-478B-8313-717C676D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Isi parameter yang ditunjukkan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tanpa mengasumsikan nilai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tidak tersedia.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9FD52-1A0D-4445-8A0D-E7DE02F4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diagram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Style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899617218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2C9125-4A4E-4E05-8E67-A15807F3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9FA65-DF2F-472A-9DFC-B4D3A7F8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D964C-2A76-44D4-9D34-236C921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9F64798-D15F-4836-8B38-1AE8ABCD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hasilnya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1d44b39514fee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AE236-B1F5-4325-BFCA-56ED89EF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kembali susunan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terbentuk terhadap 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A4144-54A1-405B-BD98-828DBD5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diagram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Style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2040577593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B43C01-46E1-4201-82CF-01509BD1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8ACB0-E497-4202-8916-5E6426F0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1DDFB-8776-44AC-B9AC-0C1A08CB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621505-9C6C-401B-958E-F911FE95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098B0-3DAF-4995-B845-450464BD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34572-8C2F-4CFD-A0B6-B79702E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556D2-E747-4B1D-AF9A-B0FDA439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DCE76-AE52-4AFE-9463-01077B99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50691247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BA972A-6DE8-42C9-BA9D-E0950997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AB7C3-566A-4F44-909B-2A2B4772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74F01-5617-4F7E-A88A-FBA2FA2A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744B71-C7B9-46A7-A36D-F5C1A80B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Data dan Membuat Pile Cap Tidak</a:t>
            </a:r>
          </a:p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Beraturan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4B379-BDF1-4D82-90A7-3AF13BC0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Memvalidasi data pile cap dan menangani bentuk tidak beraturan sesuai geometri sumber.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7A1E9-3E97-4143-9A84-ED283BB8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0167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F271B-7659-4CBA-8332-9C022A5D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4527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Jalankan pemeriksaan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28773-1BCD-42A4-B4B2-01936E5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119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Tinjau temuan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B3136-EE51-4E5A-9275-913E5A9A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5711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Buat batas tidak beraturan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C2BD8-7D4A-4797-876D-27345851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1303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bentuk dan data tulangan</a:t>
            </a:r>
          </a:p>
        </p:txBody>
      </p:sp>
    </p:spTree>
    <p:extLst>
      <p:ext uri="{BB962C8B-B14F-4D97-AF65-F5344CB8AC3E}">
        <p14:creationId xmlns:p14="http://schemas.microsoft.com/office/powerpoint/2010/main" val="781103887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D2DD87-A81A-43FB-A9AC-B197148A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A73F2-218A-46CE-9E32-8517F0F6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9E905-2143-487B-8F1A-413716C5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E918F8B-2657-4046-B62D-FC26A162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pemeriksaan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f52d49d56496a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2D488-6F8E-4030-89C4-E08838E3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pemeriksaan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didokumentasikan untuk menemukan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yang belum lengkap atau tidak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konsisten.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65E81-8C0D-4A54-8761-C661731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pile cap dan tampilan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975289622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4897C0-2696-4498-8AF8-D433C17B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D7B1F-11CA-48F5-B645-75185A96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6AA09-BCC9-4AB9-944A-AF527922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686EDE-B906-44AE-BCDA-C3945765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temuan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d19b8f6844779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695F3-D582-4458-B15C-3BE4E6F2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setiap temuan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detail struktur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relevan sebelum memperbaikinya.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23DA3-48F1-4613-B8B5-1C6B7EB1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pile cap dan tampilan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038130381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F582CA-A68F-46DE-82B7-38BD2B43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EB067-B1ED-4426-8E5C-BE449A24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3B2C9-7A70-4719-A5F4-9EC18F11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A35CA8-29B0-4EB7-8CC7-E6614B1E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batas tidak beraturan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7b1048c30496c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41099-F37D-4E36-86FA-3D782465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Ikuti geometri pile cap pada gambar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ketika bentuk standar tidak mewakili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kondisi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6F882-0445-4B87-9C8F-BA46F4DB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pemeriksaan pile cap pada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tabel.</a:t>
            </a:r>
          </a:p>
        </p:txBody>
      </p:sp>
    </p:spTree>
    <p:extLst>
      <p:ext uri="{BB962C8B-B14F-4D97-AF65-F5344CB8AC3E}">
        <p14:creationId xmlns:p14="http://schemas.microsoft.com/office/powerpoint/2010/main" val="1996821885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5B8F86-E11A-4082-BF2E-E864ECA7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D297E-5C88-4C53-B8FB-A527A74B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F2755-063C-4D90-8C27-A68626E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E99F9E-ADB1-43FE-B856-FFDC65B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bentuk dan data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a17fa43494f67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E3636-7954-4C41-8CE8-C2D2DD6D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batas elemen dan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merujuk pada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57C9F-FFF8-494E-AA48-00E8D01F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pemeriksaan pile cap pada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tabel.</a:t>
            </a:r>
          </a:p>
        </p:txBody>
      </p:sp>
    </p:spTree>
    <p:extLst>
      <p:ext uri="{BB962C8B-B14F-4D97-AF65-F5344CB8AC3E}">
        <p14:creationId xmlns:p14="http://schemas.microsoft.com/office/powerpoint/2010/main" val="427095718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4080BC-5F0B-4378-922F-45FE0507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5AE46-087A-4701-89D9-3A68F305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1D29F-9BF4-420F-A056-2A300BC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2F546E-88EF-4C82-8099-FC996E77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Data dan Membuat Pile Cap Tidak</a:t>
            </a:r>
          </a:p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Beraturan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6B64B-DA9E-413E-9AB9-2056041A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6933F-C442-4048-A70E-8E8F91B7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0167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5746E-2F85-4F89-8582-89123686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5759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B16EF-667E-4CEC-9B42-043B6F23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1351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20263171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A101E3-6A79-4CDA-B574-AF27EB71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54B40-CA9C-4D75-96C9-DFA26DE2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2F0CB-E68B-47CC-933D-BB23BFEA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134507C-3CF8-4EA6-A7B5-E73FC4ED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F8237-FF4A-4162-9BCA-E82B8BF2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Menerapkan data tulangan kolom dan memeriksa hasilnya pada elemen yang benar.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E1CED-9E2C-49E3-8EB1-18FB589E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6B37B-B27A-4D8D-8CCE-88616C87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kolom yang sesuai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4CF1B-2300-433E-AE20-683E6824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definisi reinforcement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10934-6ABF-4F69-B657-FC96EB4C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Masukkan tulangan utama dan sengkang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5203F-5563-46B3-AD87-BDEF7DE0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susunan kolom</a:t>
            </a:r>
          </a:p>
        </p:txBody>
      </p:sp>
    </p:spTree>
    <p:extLst>
      <p:ext uri="{BB962C8B-B14F-4D97-AF65-F5344CB8AC3E}">
        <p14:creationId xmlns:p14="http://schemas.microsoft.com/office/powerpoint/2010/main" val="793603508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A2192C-6DD6-440F-AB1A-B6D0ACC6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F3B69-EC25-461B-8232-0E3C7ADD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DD66F-CEC6-4467-AFDF-3DDD555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B00144-B748-4774-9B96-4839116B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kolom yang sesuai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9881cd8144e27"/>
          <a:stretch xmlns:a="http://schemas.openxmlformats.org/drawingml/2006/main"/>
        </p:blipFill>
        <p:spPr>
          <a:xfrm xmlns:a="http://schemas.openxmlformats.org/drawingml/2006/main">
            <a:off x="5086350" y="1971899"/>
            <a:ext cx="6419850" cy="3342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A20A3-749B-4DC8-8D97-DEBB1BC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tipe dan lantai kolom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detail atau schedule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2CACC-9461-43A1-9AB6-7E5F4906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kolom dengan All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Bars, Links, dan Legs.</a:t>
            </a:r>
          </a:p>
        </p:txBody>
      </p:sp>
    </p:spTree>
    <p:extLst>
      <p:ext uri="{BB962C8B-B14F-4D97-AF65-F5344CB8AC3E}">
        <p14:creationId xmlns:p14="http://schemas.microsoft.com/office/powerpoint/2010/main" val="1895079782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8C335F-F885-472F-ABA7-A2CF0563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268F0-6CB5-42FD-A684-4EF1470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7F625-B88D-440D-B073-EDF8873F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154381-4BEB-44A7-96BA-7C410937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definisi reinforcement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6918b0d9d4f1f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2D642-165C-4CA2-B72B-A7837FC8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area data tulangan kolom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ditunjukkan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1E9E2-A840-4A42-BC42-9C6C4D0E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Input Helper untuk main bars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links.</a:t>
            </a:r>
          </a:p>
        </p:txBody>
      </p:sp>
    </p:spTree>
    <p:extLst>
      <p:ext uri="{BB962C8B-B14F-4D97-AF65-F5344CB8AC3E}">
        <p14:creationId xmlns:p14="http://schemas.microsoft.com/office/powerpoint/2010/main" val="1007687878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454E84-9064-4809-83CA-23B1FE45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E9A82-880A-424F-913B-B269583E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E8257-A38B-4EB1-BB95-84586203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E03F7DE-1812-43F3-8AF4-5F54D81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tulangan utama dan sengkang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f570007a74923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20109-C85F-4A55-887F-765FFF4C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Salin parameter dari dokumen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struktur dan pertahankan satuan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BFB01-46FD-4207-BB03-CFEDDF59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Editor penampang dengan Corner Bar,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Side Bar, dan Draw Link.</a:t>
            </a:r>
          </a:p>
        </p:txBody>
      </p:sp>
    </p:spTree>
    <p:extLst>
      <p:ext uri="{BB962C8B-B14F-4D97-AF65-F5344CB8AC3E}">
        <p14:creationId xmlns:p14="http://schemas.microsoft.com/office/powerpoint/2010/main" val="1471684662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FAA0A2-65E4-4FDF-984D-1928FD86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204CA-7596-4957-98F3-DF2EAD41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1CE22-5A4B-446C-B7E9-0F918A4A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82BFAA0-6640-45BB-9AD0-452430E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susunan kolom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67c9310564b88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C2B78-93AF-41AB-A6B8-200040F3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jumlah, posisi,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terhadap detail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07A5A-1B79-4A78-B420-51F8F034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Editor penampang dengan Corner Bar,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Side Bar, dan Draw Link.</a:t>
            </a:r>
          </a:p>
        </p:txBody>
      </p:sp>
    </p:spTree>
    <p:extLst>
      <p:ext uri="{BB962C8B-B14F-4D97-AF65-F5344CB8AC3E}">
        <p14:creationId xmlns:p14="http://schemas.microsoft.com/office/powerpoint/2010/main" val="1868038409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6E8F95-9D1A-4C98-8893-C2ADFD81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A29AB-D484-4B27-9D2E-9711FBB3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83FC5-0A1B-4DDB-B37A-A0714B94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637BA0-84DD-43F2-B347-D994760A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B8033-6088-44AC-89CB-81A1BD3C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67E0E-B259-4217-9DA1-BA53D608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CA3CC-91B6-4515-9580-6D691E9D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DC786-AEE3-4226-B51D-EDFD2249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2036868482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C46639-C221-43AE-8778-7756C600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DC82C-C1CC-4B8E-904E-CEAD9679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C0681-1C70-4160-BA06-E5940513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D17269C-E55C-4595-BD7B-EDF1C3B6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Menyinkronkan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59DAA-F4C6-4BE7-8D23-E1F256EB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Menggunakan column schedule untuk menyelaraskan data tulangan kolom.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01735-8ECC-4EE3-8844-0234A34B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51B1B-1A6B-4F44-BC60-C29A6364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Siapkan column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CB4B1-EAAA-44C4-B15B-EDDD1B52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Impor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DCAE4-7239-4636-95E8-F87F1ACF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Petakan informasi kolom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A13FC-F9FE-4874-A946-9EEF053C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Sinkronkan ke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7E9E5-C168-4DA1-B13D-E4ECBB8D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sinkronisasi</a:t>
            </a:r>
          </a:p>
        </p:txBody>
      </p:sp>
    </p:spTree>
    <p:extLst>
      <p:ext uri="{BB962C8B-B14F-4D97-AF65-F5344CB8AC3E}">
        <p14:creationId xmlns:p14="http://schemas.microsoft.com/office/powerpoint/2010/main" val="1758649596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25D00F-CCDE-4FC5-A1A0-0DA97AC6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BFCF6-096F-4208-A9AF-9E09D5C4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03909-09F7-4916-B694-8678C243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C14067-FCB0-479D-9EF3-9AF5F43D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Siapkan column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02fa34eb94d3a"/>
          <a:stretch xmlns:a="http://schemas.openxmlformats.org/drawingml/2006/main"/>
        </p:blipFill>
        <p:spPr>
          <a:xfrm xmlns:a="http://schemas.openxmlformats.org/drawingml/2006/main">
            <a:off x="5086350" y="2151688"/>
            <a:ext cx="6419850" cy="29832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A7297-DB45-4030-A693-0136EE6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tabel sumber terbaca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hanya memuat area schedule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relevan.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721C9-E686-4999-AE44-B6FD038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Pilihan Identify Column Schedule dari Excel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CAD/PDF.</a:t>
            </a:r>
          </a:p>
        </p:txBody>
      </p:sp>
    </p:spTree>
    <p:extLst>
      <p:ext uri="{BB962C8B-B14F-4D97-AF65-F5344CB8AC3E}">
        <p14:creationId xmlns:p14="http://schemas.microsoft.com/office/powerpoint/2010/main" val="1658925029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901A05-B9FC-4438-B1D4-B0653A62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FACBA-F6E9-40E4-8DFF-5B5945BE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C7B02-75DB-4B22-ADDB-6DBC5EA0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5C0D8EB-400D-438A-8E98-552674E3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109a3b6844b97"/>
          <a:stretch xmlns:a="http://schemas.openxmlformats.org/drawingml/2006/main"/>
        </p:blipFill>
        <p:spPr>
          <a:xfrm xmlns:a="http://schemas.openxmlformats.org/drawingml/2006/main">
            <a:off x="5086350" y="2096013"/>
            <a:ext cx="6419850" cy="30945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9EA48-EDD2-4800-842E-9420B307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column schedule yang benar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pertahankan hubungan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4ED70-E482-4E37-AC14-3865E5F6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Excel schedule, mapping heading,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Delete Row.</a:t>
            </a:r>
          </a:p>
        </p:txBody>
      </p:sp>
    </p:spTree>
    <p:extLst>
      <p:ext uri="{BB962C8B-B14F-4D97-AF65-F5344CB8AC3E}">
        <p14:creationId xmlns:p14="http://schemas.microsoft.com/office/powerpoint/2010/main" val="675846212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C9796A-6342-4E24-B8EB-292D46E6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7FDB0-23E7-4B29-9378-AA30DDE2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DC29D-2D89-4F30-9C4C-27A55FFC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340D98-EED9-43C3-995F-99D805A4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Petakan informasi kolom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5143ef72143f4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EB00D-1B2D-4E86-B79F-A153780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kolom data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atribut TRB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didokumentasikan.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E41FD-22E5-4A38-9F64-22E0F19A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Schedule dengan floor picker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in Column Schedule.</a:t>
            </a:r>
          </a:p>
        </p:txBody>
      </p:sp>
    </p:spTree>
    <p:extLst>
      <p:ext uri="{BB962C8B-B14F-4D97-AF65-F5344CB8AC3E}">
        <p14:creationId xmlns:p14="http://schemas.microsoft.com/office/powerpoint/2010/main" val="588779219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F9023A-763D-4E9D-BEC7-C4953B6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D7800-8584-4A2C-AD62-775D1865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F6039-523F-4A70-8EE2-E0130D0F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BDDE64-1CEF-41E7-A0A5-90639EE9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Sinkronkan ke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1861b63244670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EE70C-9BA9-40CF-8E8D-6FB55CED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Terapkan data hanya setelah tipe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identitas kolom dipastikan cocok.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C591A-0DAD-4FD8-BCD2-F10B2C1C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Define Column Schedule dengan Sync to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Entity.</a:t>
            </a:r>
          </a:p>
        </p:txBody>
      </p:sp>
    </p:spTree>
    <p:extLst>
      <p:ext uri="{BB962C8B-B14F-4D97-AF65-F5344CB8AC3E}">
        <p14:creationId xmlns:p14="http://schemas.microsoft.com/office/powerpoint/2010/main" val="641428826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F5E780-0EB4-48DB-AA10-9740C9A5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1F663-819C-4E0C-91A1-C0525EAA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2C17E-ED99-44C8-8E59-AA16736B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95C161C-6BCB-48FF-8683-0EAF8BE9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sinkronisasi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b115a8aac4784"/>
          <a:stretch xmlns:a="http://schemas.openxmlformats.org/drawingml/2006/main"/>
        </p:blipFill>
        <p:spPr>
          <a:xfrm xmlns:a="http://schemas.openxmlformats.org/drawingml/2006/main">
            <a:off x="5099151" y="1809750"/>
            <a:ext cx="639424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0FA1E-3C81-47A7-A04D-C590DD0A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sampel kolom agar data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dengan baris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F5BEC-791A-4419-8D52-25CCE35C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Schedule dengan Generate from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dan Sync to Entity.</a:t>
            </a:r>
          </a:p>
        </p:txBody>
      </p:sp>
    </p:spTree>
    <p:extLst>
      <p:ext uri="{BB962C8B-B14F-4D97-AF65-F5344CB8AC3E}">
        <p14:creationId xmlns:p14="http://schemas.microsoft.com/office/powerpoint/2010/main" val="1208216217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544D0-7080-4DE2-8C99-D08E5C2B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873E3-DA47-42E6-BBFF-2D224309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05D66-7443-4805-9E18-8B206A83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F47FE7-A79F-4BA4-8BBB-A51919CF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Menyinkronkan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60A6-2B0D-47DE-AE9D-A46477F8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398D3-DB95-4CD6-B23D-EE71CF3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9330B-0CE5-4EFA-A1A4-D99FA1D8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F1951-8ACF-4997-90B7-3816B942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1330504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8E3AD-04B7-4C84-B331-4A21C3BA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2BA23-F2DE-46E6-9227-C2230923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0D526-29BE-4EC0-8695-526BD994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A08946-9DD4-4498-A5B2-51CF6E52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Balok dengan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904D5-56C7-4B17-BB6D-65137EA1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Membaca dan menerapkan Side Label balok dengan pemisah + dan / secara tepat.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05992-8070-483C-97CA-F1FD650E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FC900-42BF-4082-8FBC-0CAF0CC7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balok dan Side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92ECA-9CF1-463A-8C9D-46024E8B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Baca notasi dengan tanda 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C1FEC-0FBA-4CA0-9F52-68C9B6A5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Baca notasi dengan tanda 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76C66-9F44-49BB-8C58-109A1B30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hasil Side Label</a:t>
            </a:r>
          </a:p>
        </p:txBody>
      </p:sp>
    </p:spTree>
    <p:extLst>
      <p:ext uri="{BB962C8B-B14F-4D97-AF65-F5344CB8AC3E}">
        <p14:creationId xmlns:p14="http://schemas.microsoft.com/office/powerpoint/2010/main" val="1595550521"/>
      </p:ext>
    </p:extLst>
  </p:cSld>
</p:sld>
</file>

<file path=ppt/slides/slide2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269AD-90DF-4469-AA3E-ADFC79CB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7A60-4B8E-465A-955E-0AC8388B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FB7E5-376E-4852-A98B-C070547E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C3C4A2E-74DB-4A18-B1BE-B1900E1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balok dan Side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406a5c84d4e91"/>
          <a:stretch xmlns:a="http://schemas.openxmlformats.org/drawingml/2006/main"/>
        </p:blipFill>
        <p:spPr>
          <a:xfrm xmlns:a="http://schemas.openxmlformats.org/drawingml/2006/main">
            <a:off x="5086350" y="1859270"/>
            <a:ext cx="6419850" cy="356808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018BE-A61B-42D5-922E-5EFC1F42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label yang benar-benar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terkait dengan balok yang sedang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didefinisikan.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F7CCD-6D10-4AE3-B1A4-445FAD38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penampang balok dan field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271942538"/>
      </p:ext>
    </p:extLst>
  </p:cSld>
</p:sld>
</file>

<file path=ppt/slides/slide2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B04766-CF1A-43A0-9B5C-2390B52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5B2CD-0CE8-46DE-A553-8036AE99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4C218-5D7C-4057-958D-FC01E838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B7DC14-58E2-4DB1-AB45-E14E610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Baca notasi dengan tanda +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f5b71d1214b1e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A0B6F-DB52-4822-BF2F-8780778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Dalam contoh manual, tanda +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menggabungkan kelompok batang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posisi yang sama; pertahankan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pengelompokan tersebut saat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memasukkan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8AD12-C629-430F-8258-BFA9044E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notasi plus dan garis miring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tulangan balok.</a:t>
            </a:r>
          </a:p>
        </p:txBody>
      </p:sp>
    </p:spTree>
    <p:extLst>
      <p:ext uri="{BB962C8B-B14F-4D97-AF65-F5344CB8AC3E}">
        <p14:creationId xmlns:p14="http://schemas.microsoft.com/office/powerpoint/2010/main" val="120687596"/>
      </p:ext>
    </p:extLst>
  </p:cSld>
</p:sld>
</file>

<file path=ppt/slides/slide2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BECFC-B582-4DD5-9336-21EB44C5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1E81A-18B8-46FE-993C-9F41279F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95D12-3DD7-4B53-9F2F-6E375DA3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1DE40E-E0C0-4FCE-A99F-57EE4A29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Baca notasi dengan tanda /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51c8a49c043d5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42AD-D0AF-43F0-BE43-39BC2F8D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Dalam contoh manual, tanda /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memisahkan susunan batang antar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lapisan; jangan memperlakukannya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sebagai penjumlahan satu lapis.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D963C-CA73-4E47-920E-3CE01B0B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notasi plus dan garis miring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tulangan balok.</a:t>
            </a:r>
          </a:p>
        </p:txBody>
      </p:sp>
    </p:spTree>
    <p:extLst>
      <p:ext uri="{BB962C8B-B14F-4D97-AF65-F5344CB8AC3E}">
        <p14:creationId xmlns:p14="http://schemas.microsoft.com/office/powerpoint/2010/main" val="462777151"/>
      </p:ext>
    </p:extLst>
  </p:cSld>
</p:sld>
</file>

<file path=ppt/slides/slide2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19913-576F-46C0-8F6A-0BA2285D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ADF7B-321D-4220-9BD8-962BD7AC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CB49B-3FF1-4B1A-8E32-6AD1937B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FA34C9-41C8-4A3F-B805-49C1FE1C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Side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6c8b0da6b4189"/>
          <a:stretch xmlns:a="http://schemas.openxmlformats.org/drawingml/2006/main"/>
        </p:blipFill>
        <p:spPr>
          <a:xfrm xmlns:a="http://schemas.openxmlformats.org/drawingml/2006/main">
            <a:off x="5086350" y="2054845"/>
            <a:ext cx="6419850" cy="31769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C1187-D1B7-46DC-8385-313019F6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susunan yang terbentuk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label dan detail balok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912FD-541F-4B62-8294-32B59398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Side Label, balok terpilih, dan tabel input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365170075"/>
      </p:ext>
    </p:extLst>
  </p:cSld>
</p:sld>
</file>

<file path=ppt/slides/slide2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2BBDDF-EACC-4170-A8D2-075F5CE5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FCEAF-88D9-4F8F-88E9-0A69470F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F124D-E640-4A85-8EE8-83ECBA66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F42881-0724-4C4E-9F39-B9096933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Balok dengan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4C24C-AAFF-439F-BA06-28AAD397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78811-180E-44F1-8E9D-36E6D877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BC5E3-5942-4C31-B25F-BF8BDE2F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39D2D-6C25-4C95-BD78-458DAFA4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141916701"/>
      </p:ext>
    </p:extLst>
  </p:cSld>
</p:sld>
</file>

<file path=ppt/slides/slide2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6E2EE3-9358-4BD1-905A-A0E5647F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DB2E5-E6DF-471B-84D1-9718E0F5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EE927-0013-4605-A696-35778237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A61838-6766-441B-A760-389ADBB7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atau Membuat Balok dari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3067E-0376-4EE4-B90F-70C3E574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Memilih antara sinkronisasi balok yang sudah ada dan pembuatan elemen yang belum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dimodelkan.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2FACB-5825-4C82-8785-D32D39BF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28910-8EC9-4D27-BC6F-F44DBC96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 beam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E843A-234D-4383-9DC0-DC767376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Petakan kolom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1A4BC-5588-403F-A094-FE722AFD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78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Sinkronkan balok yang sudah 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1A241-D7DF-43FF-96A5-0FB82687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34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Buat balok yang belum dimodelkan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0F74B-DD56-4B2C-8F12-3F995CCE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906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cakupan hasil</a:t>
            </a:r>
          </a:p>
        </p:txBody>
      </p:sp>
    </p:spTree>
    <p:extLst>
      <p:ext uri="{BB962C8B-B14F-4D97-AF65-F5344CB8AC3E}">
        <p14:creationId xmlns:p14="http://schemas.microsoft.com/office/powerpoint/2010/main" val="670759269"/>
      </p:ext>
    </p:extLst>
  </p:cSld>
</p:sld>
</file>

<file path=ppt/slides/slide2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D4375-DEB1-4B1D-BFC3-8B0171B5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9B26E-4CAA-4FC3-BC75-42C79E69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1823A-8C31-4926-9129-DCA99043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9B488E7-4D5E-46CC-AEB6-CC78E7E6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 beam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7393b33af4b22"/>
          <a:stretch xmlns:a="http://schemas.openxmlformats.org/drawingml/2006/main"/>
        </p:blipFill>
        <p:spPr>
          <a:xfrm xmlns:a="http://schemas.openxmlformats.org/drawingml/2006/main">
            <a:off x="5086350" y="2108671"/>
            <a:ext cx="6419850" cy="30692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9A2BD-0937-45FC-9CFB-8167034D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tabel yang sesuai dan pastikan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identitas balok dapat dipetakan.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E1C8E-1BF5-44FD-A753-3BE1550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Schedule dan kontrol import atau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export.</a:t>
            </a:r>
          </a:p>
        </p:txBody>
      </p:sp>
    </p:spTree>
    <p:extLst>
      <p:ext uri="{BB962C8B-B14F-4D97-AF65-F5344CB8AC3E}">
        <p14:creationId xmlns:p14="http://schemas.microsoft.com/office/powerpoint/2010/main" val="1975316267"/>
      </p:ext>
    </p:extLst>
  </p:cSld>
</p:sld>
</file>

<file path=ppt/slides/slide2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C68831-4213-4651-8F0A-8A583610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E3F2E-E7E8-4FA1-ADF2-C0CABF27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C5CA9-B163-43CA-9486-3A068BB5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D9FA54-6A9F-4507-90B7-33490AD2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Petakan kolom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0ee6869454df9"/>
          <a:stretch xmlns:a="http://schemas.openxmlformats.org/drawingml/2006/main"/>
        </p:blipFill>
        <p:spPr>
          <a:xfrm xmlns:a="http://schemas.openxmlformats.org/drawingml/2006/main">
            <a:off x="5086350" y="2072832"/>
            <a:ext cx="6419850" cy="31409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CD60C-A3CA-4D11-AD9D-C0B9CC6A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label dan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ke atribut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ditunjukkan dalam alur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85AD9-C3B2-443D-9F50-666FD3EE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mapping beam schedule dan field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319962242"/>
      </p:ext>
    </p:extLst>
  </p:cSld>
</p:sld>
</file>

<file path=ppt/slides/slide2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33C769-94CB-4B48-8E3C-A157C83E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04665-B62B-4477-AB38-F3BF074B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1C9C4-2CF2-478A-9E1C-DEE72CA5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62FCA41-6D74-474B-A2C6-4314CD75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Sinkronkan balok yang sudah ada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ffe6e551a4cdb"/>
          <a:stretch xmlns:a="http://schemas.openxmlformats.org/drawingml/2006/main"/>
        </p:blipFill>
        <p:spPr>
          <a:xfrm xmlns:a="http://schemas.openxmlformats.org/drawingml/2006/main">
            <a:off x="5086350" y="2079669"/>
            <a:ext cx="6419850" cy="312728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877D8-AED5-4F9E-B438-F4D3AA1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Jika balok telah dimodelkan, perbarui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informasi balok tanpa membuat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duplikat.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B20A8-3BB6-4D7B-8699-14766BFA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Alur Excel menuju Generate in Beam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Schedule.</a:t>
            </a:r>
          </a:p>
        </p:txBody>
      </p:sp>
    </p:spTree>
    <p:extLst>
      <p:ext uri="{BB962C8B-B14F-4D97-AF65-F5344CB8AC3E}">
        <p14:creationId xmlns:p14="http://schemas.microsoft.com/office/powerpoint/2010/main" val="1219606619"/>
      </p:ext>
    </p:extLst>
  </p:cSld>
</p:sld>
</file>

<file path=ppt/slides/slide2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31DBA2-0CB3-42D1-9518-B5F0C54A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F06F6-5C46-4D31-9677-63CF5BF9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6228E-795A-470B-A7EC-9532CCB1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4DA960-0140-4A57-AFEB-EC5EB6A6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balok yang belum dimodelkan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6d0951cb642b2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9C524-315F-4889-BDFB-0C01C86D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Jika elemen belum tersedia, gunakan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schedule untuk menghasilkan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 sesuai alur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4F0D6-F4D3-458A-8926-33342973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dan Sync Beam Info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465164313"/>
      </p:ext>
    </p:extLst>
  </p:cSld>
</p:sld>
</file>

<file path=ppt/slides/slide2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E75D03-6809-442C-9455-7986856B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A3965-B373-4D3E-B171-79C02470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09990-844D-4627-8A21-A5DE912A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CE0553-D1C3-46AC-A429-9F92C80C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cakupan hasil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1ee7d98ba4466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B7F26-4720-462D-A128-C46B631F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setiap baris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pembaruan atau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yang dimaksud, bukan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keduanya.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37304-5604-40F1-86E3-98DE8244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dan Sync Beam Info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817246438"/>
      </p:ext>
    </p:extLst>
  </p:cSld>
</p:sld>
</file>

<file path=ppt/slides/slide2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06DAF1-63E2-4FB0-9278-AF940CE0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C455D-B135-4C99-8AF3-944B7F6D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B4BD0-8213-4851-A3D2-DA171FE4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8BDE44-8AB2-46D5-AAFD-E99FEA3B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atau Membuat Balok dari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5217B-E166-4A28-B2DB-309B3E48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5EA72-F7CE-4D44-BA89-A7467EF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2BFA5-BF1D-4DC6-95B8-D80E1B07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C0B2C-9B56-4ABD-B2C4-E2F59C3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86488470"/>
      </p:ext>
    </p:extLst>
  </p:cSld>
</p:sld>
</file>

<file path=ppt/slides/slide2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C4C49F-D633-4BF3-AFEF-1C51DD7A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87BC3-E2E0-4C5B-91DA-9F5075C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FBDBB-C1B7-46D7-A049-1AE1B5C9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18857A-2B34-4515-8A6E-C921537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Support dan Susunan Tulangan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59A1C-727B-4DFE-A29C-D408BF09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Memastikan support serta susunan reinforcement balok sesuai kondisi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620EF-4484-4F91-809F-92BC50DB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EC674-3BE7-49C3-87DF-48BDC56A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Periksa support balok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BEB4A-9D1B-4222-9911-18D68A0D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Tinjau susunan tulangan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F7E34-3936-4D09-8A4D-80358089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Koreksi ketidaksesuaian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DA6E8-8E2F-4047-B008-5618A54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Validasi hasil akhir</a:t>
            </a:r>
          </a:p>
        </p:txBody>
      </p:sp>
    </p:spTree>
    <p:extLst>
      <p:ext uri="{BB962C8B-B14F-4D97-AF65-F5344CB8AC3E}">
        <p14:creationId xmlns:p14="http://schemas.microsoft.com/office/powerpoint/2010/main" val="624144753"/>
      </p:ext>
    </p:extLst>
  </p:cSld>
</p:sld>
</file>

<file path=ppt/slides/slide2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37EEA1-95DB-4BAA-8486-28E4053E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F4EDC-A57E-419C-AB3B-EC246D9D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6C7F2-548C-4959-91C6-27FFA1BF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CC5D726-8869-474B-96D8-CCC5B49A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support balok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102e6a1d943bf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AF71A-AF2D-447F-BBA6-0222B012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hubungan ujung balok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dikenali sebelum menilai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88ED0-776E-4967-8B77-1BB31FC1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support balok dan rentang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77420735"/>
      </p:ext>
    </p:extLst>
  </p:cSld>
</p:sld>
</file>

<file path=ppt/slides/slide2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346EF3-F189-4927-ACAE-E465B450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70262-8E1A-4F9B-994B-D24D81A5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B6D52-C885-468D-BDE1-4DD5A3E5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1F96BB-99C0-46C5-A77A-2FACB2E0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susunan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47eab67154d26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6EED6-6330-4F4F-8B55-D7723279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posisi tulangan atas, bawah,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bagian terkait terhadap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7B5A8-7031-4952-9E2C-2FB1EDF4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 terpilih dan hasil Rebar Layout.</a:t>
            </a:r>
          </a:p>
        </p:txBody>
      </p:sp>
    </p:spTree>
    <p:extLst>
      <p:ext uri="{BB962C8B-B14F-4D97-AF65-F5344CB8AC3E}">
        <p14:creationId xmlns:p14="http://schemas.microsoft.com/office/powerpoint/2010/main" val="678066191"/>
      </p:ext>
    </p:extLst>
  </p:cSld>
</p:sld>
</file>

<file path=ppt/slides/slide2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1C281-A83F-482B-8138-E7AC4048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27C84-7830-4237-A6EB-8F1F78D3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F44FD-D44F-4147-B204-E214F4C8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AEC2DE4-A5E5-4865-8A8E-CCB88A49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Koreksi ketidaksesuaian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c2c7e84d3480a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316CE-B21F-472A-8FED-8A321C4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Perbarui hanya data yang dapat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ditelusuri ke schedule atau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struktur.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4A332-257C-4890-B3EA-0C179EF0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 terpilih dan hasil Rebar Layout.</a:t>
            </a:r>
          </a:p>
        </p:txBody>
      </p:sp>
    </p:spTree>
    <p:extLst>
      <p:ext uri="{BB962C8B-B14F-4D97-AF65-F5344CB8AC3E}">
        <p14:creationId xmlns:p14="http://schemas.microsoft.com/office/powerpoint/2010/main" val="1611025541"/>
      </p:ext>
    </p:extLst>
  </p:cSld>
</p:sld>
</file>

<file path=ppt/slides/slide2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BF33D0-3C56-460D-909F-6DB54097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D88C8-C3A0-4EC6-A52D-F9F72C37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D0BCC-33F7-4DAE-818C-80DE4DD9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55A7B3-D158-4072-81CE-3A4D1111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Validasi hasil akhir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6074e6bac4253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92ABF-582F-47DA-B04A-BDFB6FDC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support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tetap konsisten setelah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koreksi.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4C7CB-50AC-472E-A987-5B7C2F92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support balok dan rentang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2005207934"/>
      </p:ext>
    </p:extLst>
  </p:cSld>
</p:sld>
</file>

<file path=ppt/slides/slide2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212A7-22EE-4264-8653-DE6E1E59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C39DD-04DC-4DDF-AA47-CD617FA5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3F0C2-F995-4E33-95F1-7A4C7760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2725643-A105-4AF9-B6BE-BC19D7A6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Support dan Susunan Tulangan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00974-2A9C-4609-A5C2-AFA0446D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0DC26-92B7-43E6-B6F1-CEB98EB1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37B6B-D877-47E6-8230-8124F149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99260-F7A8-4246-86CF-C2E27704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843424587"/>
      </p:ext>
    </p:extLst>
  </p:cSld>
</p:sld>
</file>

<file path=ppt/slides/slide2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485E8A-6AAE-4416-904F-9CB314E6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3EA47-9CF3-4653-BEC5-224AEFA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E82EC-E221-43B8-A519-5879872D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0B1FFCF-6ADE-451F-AE47-26B4C288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dan Menyusun Tulangan Utama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C3DD7-182B-4A46-B3C4-54AC5BCB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Menetapkan tulangan utama pelat dan menyesuaikan area penempatannya.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94372-43B4-461E-9B84-983B3C62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655E7-90D4-4E95-A0CC-A9744DBD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pelat dan arah tulangan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4B594-B5E2-43DF-B875-A685A83C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Definisikan tulangan utama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A9F0C-F013-4D4A-A9E9-931442F1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Tentukan area penempatan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97B96-3938-4484-92AB-986B67D1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Sesuaikan susunan batang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A8755-FC05-4961-B4BB-C7143423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pada pelat</a:t>
            </a:r>
          </a:p>
        </p:txBody>
      </p:sp>
    </p:spTree>
    <p:extLst>
      <p:ext uri="{BB962C8B-B14F-4D97-AF65-F5344CB8AC3E}">
        <p14:creationId xmlns:p14="http://schemas.microsoft.com/office/powerpoint/2010/main" val="1466653732"/>
      </p:ext>
    </p:extLst>
  </p:cSld>
</p:sld>
</file>

<file path=ppt/slides/slide2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8CF3C-2F1A-4175-A1B8-5A4B0980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689BC-0300-4490-B119-881C835A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4BFD7-056D-4983-BCFC-4DAC4AF6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E8AC33-7413-488E-BC77-3FFF3164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pelat dan arah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37a8d74b04349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2E0B5-C35E-4348-97C7-252DAB19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area pelat serta arah kerja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mengacu pada gambar struktur.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0095D-1FC3-4B18-ADFB-A9CDBCDF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List Slab Main Bar dan denah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362783969"/>
      </p:ext>
    </p:extLst>
  </p:cSld>
</p:sld>
</file>

<file path=ppt/slides/slide2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56AFB6-51E0-4620-93C0-E4B8DE11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DAE9A-C212-4E62-A04B-CFBCE3D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AD9DD-9443-4908-B8B1-BC4ECFAA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663466-BA4B-43F3-9981-3A9BFB95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Definisikan tulangan utama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fed94c3d84f8a"/>
          <a:stretch xmlns:a="http://schemas.openxmlformats.org/drawingml/2006/main"/>
        </p:blipFill>
        <p:spPr>
          <a:xfrm xmlns:a="http://schemas.openxmlformats.org/drawingml/2006/main">
            <a:off x="5086350" y="2028863"/>
            <a:ext cx="6419850" cy="32288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919B9-EF83-445C-8F8F-7E7C2923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Masukkan diameter dan spacing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detail tanpa membuat nilai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perkiraan.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09DC4-149D-443C-BD2B-2CEA94A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slab dan label D10-200.</a:t>
            </a:r>
          </a:p>
        </p:txBody>
      </p:sp>
    </p:spTree>
    <p:extLst>
      <p:ext uri="{BB962C8B-B14F-4D97-AF65-F5344CB8AC3E}">
        <p14:creationId xmlns:p14="http://schemas.microsoft.com/office/powerpoint/2010/main" val="1322834967"/>
      </p:ext>
    </p:extLst>
  </p:cSld>
</p:sld>
</file>

<file path=ppt/slides/slide2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C13D04-1F40-43FF-A7C3-637E2FD5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30723-2A4D-41FC-A08F-D109EC23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71848-6D2D-41A8-AFF8-75ED0738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FBC7EDD-6F2D-4893-B213-6DAAA3FF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area penempatan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c7ba6618e4ad9"/>
          <a:stretch xmlns:a="http://schemas.openxmlformats.org/drawingml/2006/main"/>
        </p:blipFill>
        <p:spPr>
          <a:xfrm xmlns:a="http://schemas.openxmlformats.org/drawingml/2006/main">
            <a:off x="5086350" y="1980358"/>
            <a:ext cx="6419850" cy="33259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D7E02-B1F5-4059-A513-7E8EC03F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 batas susunan agar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diterapkan pada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pelat yang dimaksud.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96E47-3593-4988-B647-72B77FB4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tulangan utama dan area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penempatannya.</a:t>
            </a:r>
          </a:p>
        </p:txBody>
      </p:sp>
    </p:spTree>
    <p:extLst>
      <p:ext uri="{BB962C8B-B14F-4D97-AF65-F5344CB8AC3E}">
        <p14:creationId xmlns:p14="http://schemas.microsoft.com/office/powerpoint/2010/main" val="1302974509"/>
      </p:ext>
    </p:extLst>
  </p:cSld>
</p:sld>
</file>

<file path=ppt/slides/slide2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8997B-154C-4F2F-9D02-FBE51990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8F523-414F-406E-91AD-C33E583F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666DC-F9C4-47DB-939E-1C8CBA8A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C4669AB-A5B4-440C-8921-664DB75B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Sesuaikan susunan batang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d31023c0d43a1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6D815-6B8D-4DD3-900C-6756EF87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kontrol penyusunan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didokumentasikan untuk mengikuti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kondisi tepi dan bentang.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D3827-4DF5-4739-A0B7-C06AB96B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Parametric Arrangement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tipe raft.</a:t>
            </a:r>
          </a:p>
        </p:txBody>
      </p:sp>
    </p:spTree>
    <p:extLst>
      <p:ext uri="{BB962C8B-B14F-4D97-AF65-F5344CB8AC3E}">
        <p14:creationId xmlns:p14="http://schemas.microsoft.com/office/powerpoint/2010/main" val="1617023173"/>
      </p:ext>
    </p:extLst>
  </p:cSld>
</p:sld>
</file>

<file path=ppt/slides/slide2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C8B769-5623-4861-BE06-3A14F44E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9771E-473D-45D9-A7AF-AE64FF5D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61A4E-1ADE-40C3-AEF3-54A0D1C8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29C0CA-8F8A-48CA-9F67-9238710D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pada pelat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627c7fc0e476d"/>
          <a:stretch xmlns:a="http://schemas.openxmlformats.org/drawingml/2006/main"/>
        </p:blipFill>
        <p:spPr>
          <a:xfrm xmlns:a="http://schemas.openxmlformats.org/drawingml/2006/main">
            <a:off x="5288638" y="1809750"/>
            <a:ext cx="601527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7BF5E-F8DA-4A7F-A88D-34945253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arah, spacing,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cakupan dengan 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BDF62-289B-42D6-A48E-106256F3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susunan tulangan pada denah pelat.</a:t>
            </a:r>
          </a:p>
        </p:txBody>
      </p:sp>
    </p:spTree>
    <p:extLst>
      <p:ext uri="{BB962C8B-B14F-4D97-AF65-F5344CB8AC3E}">
        <p14:creationId xmlns:p14="http://schemas.microsoft.com/office/powerpoint/2010/main" val="1241362887"/>
      </p:ext>
    </p:extLst>
  </p:cSld>
</p:sld>
</file>

<file path=ppt/slides/slide2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89E70-AF30-41E3-BDBF-6B19E7ED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1660B-99DC-4A15-AEEC-CE2D209A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FB75F-A0C4-40B4-B816-9C77AE20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384714-177C-4C22-AA95-FCE386AD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dan Menyusun Tulangan Utama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08A0E-B1E5-4598-8ECC-D45EE775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47C10-7C90-4D77-A856-F3C54CFA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2FFD4-6093-4613-8B38-4BEBF4E1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4CEE6-E80F-4A8A-B806-6221460A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578446318"/>
      </p:ext>
    </p:extLst>
  </p:cSld>
</p:sld>
</file>

<file path=ppt/slides/slide2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C654B-04DA-410E-9E83-5579DA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E7303-9A8C-4900-96DD-F9F0CD66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BCCCD-961B-4D40-B046-59E09BFC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AC1FB4-4E77-44CA-83C1-3E85D191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Menyusun Tulangan Tumpuan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A4D40-EEE7-4238-B9FB-C37BD8E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Menempatkan tulangan tumpuan pada garis dan rentang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803E7-544B-4504-A705-1117F41D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21045-25B8-47B1-8653-A2F03F90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garis tumpuan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70F2F-FEDC-4F02-91A0-5D0E118B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Masukkan data tulangan tumpuan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25DE9-6360-4733-9C3E-65208531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Atur cakupan penempatan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6D851-4B84-43E3-BA12-3CE40191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hubungan dengan tulangan utama</a:t>
            </a:r>
          </a:p>
        </p:txBody>
      </p:sp>
    </p:spTree>
    <p:extLst>
      <p:ext uri="{BB962C8B-B14F-4D97-AF65-F5344CB8AC3E}">
        <p14:creationId xmlns:p14="http://schemas.microsoft.com/office/powerpoint/2010/main" val="1290042549"/>
      </p:ext>
    </p:extLst>
  </p:cSld>
</p:sld>
</file>

<file path=ppt/slides/slide2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4C8692-BA03-4EFE-9695-03375477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9A9D2-D555-4472-8A3D-9385B621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72CD0-0085-496D-9DEA-AA401430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FFB8A55-3CA5-4800-B2B7-73494121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garis tumpuan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dace51456492c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98533-E083-42F9-8F89-D14A68FC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support yang sesuai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tulangan negatif atau tumpuan.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1B8EC-5BB4-414F-87E4-7E5D784E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tulangan tumpuan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support.</a:t>
            </a:r>
          </a:p>
        </p:txBody>
      </p:sp>
    </p:spTree>
    <p:extLst>
      <p:ext uri="{BB962C8B-B14F-4D97-AF65-F5344CB8AC3E}">
        <p14:creationId xmlns:p14="http://schemas.microsoft.com/office/powerpoint/2010/main" val="885672012"/>
      </p:ext>
    </p:extLst>
  </p:cSld>
</p:sld>
</file>

<file path=ppt/slides/slide2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5F0ECA-74FE-407B-9AC5-6E34E2B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C6154-9E57-4449-9CF9-D9C4D63C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1B79E-0E2E-4E72-9925-8566D593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F16011-4DD8-4934-A833-C7302508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data tulangan tumpuan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a6daf5752492d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B5AA4-F72D-41CC-9029-E44BF285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diameter, spacing,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rentang yang tercantum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dokumen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F387B-EFD4-4F2D-B0A7-BE31E351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tulangan tumpuan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support.</a:t>
            </a:r>
          </a:p>
        </p:txBody>
      </p:sp>
    </p:spTree>
    <p:extLst>
      <p:ext uri="{BB962C8B-B14F-4D97-AF65-F5344CB8AC3E}">
        <p14:creationId xmlns:p14="http://schemas.microsoft.com/office/powerpoint/2010/main" val="29623027"/>
      </p:ext>
    </p:extLst>
  </p:cSld>
</p:sld>
</file>

<file path=ppt/slides/slide2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D32E7C-E6AD-4E15-A01E-65FF2051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7C32A-9269-4A67-99CD-FD6022A6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4890D-5E41-426B-B5C4-0E809FC3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E449BE-32F9-423B-B0F4-B49A91EB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Atur cakupan penempatan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bf5fdbc264151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2DDB3-0C6E-4E9F-B331-6F07CCF7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panjang dan sisi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penempatan mengikuti kondisi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tumpuan.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29449-47E4-46B5-9C9F-0C7920C9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tulangan tumpuan dengan spacing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rentang.</a:t>
            </a:r>
          </a:p>
        </p:txBody>
      </p:sp>
    </p:spTree>
    <p:extLst>
      <p:ext uri="{BB962C8B-B14F-4D97-AF65-F5344CB8AC3E}">
        <p14:creationId xmlns:p14="http://schemas.microsoft.com/office/powerpoint/2010/main" val="798565428"/>
      </p:ext>
    </p:extLst>
  </p:cSld>
</p:sld>
</file>

<file path=ppt/slides/slide3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99C751-6BCE-43E9-836D-02EB2CCB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CAB50-1DA6-44EE-8452-C044F180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31132-A4BB-4963-827B-626E1CE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BAA4749-EBB5-4103-87F3-493C2826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hubungan dengan tulangan utama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5ee6aff9d466d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7F9ED-46D7-4B47-8E92-C0E10B3E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apakah susunan tumpuan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utama mencakup area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semestinya.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C6CDB-1AD1-4978-98AA-F819B692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tulangan tumpuan dengan spacing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rentang.</a:t>
            </a:r>
          </a:p>
        </p:txBody>
      </p:sp>
    </p:spTree>
    <p:extLst>
      <p:ext uri="{BB962C8B-B14F-4D97-AF65-F5344CB8AC3E}">
        <p14:creationId xmlns:p14="http://schemas.microsoft.com/office/powerpoint/2010/main" val="1667830681"/>
      </p:ext>
    </p:extLst>
  </p:cSld>
</p:sld>
</file>

<file path=ppt/slides/slide3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761F08-95F0-4FCE-B15D-929BA4BA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67837-9401-463F-8D03-0AABE9BD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CB62C-F637-4336-A095-A5C5B0CE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23C297-76D9-4D39-9D83-7902DB8F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Menyusun Tulangan Tumpuan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702A1-B990-491D-8E68-A0E0C8D4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AEBCE-CDA1-42D8-8D69-B310F45F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AB3B9-06C6-4189-B7B7-9002C237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717BD-A1C8-41E9-8037-406D6D19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510053421"/>
      </p:ext>
    </p:extLst>
  </p:cSld>
</p:sld>
</file>

<file path=ppt/slides/slide30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A4C0D8-A8BA-43D4-BBBB-99CF698B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3F31C-D404-42C9-8D99-A5FEED7C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452F3-C5EF-4C0C-8427-21E05278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F752464-41F9-4737-9A2D-7791963D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Dinding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029E7-C9E4-40A9-BFDA-56C2B3A3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Menerapkan tulangan dinding sesuai arah, lapisan, dan area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E00BB-FFE4-4185-8E98-7E2DF805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A3EFD-A5AC-412F-924D-A682F9CA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dinding yang benar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57D83-BA67-4CCC-8179-1869F629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Definisikan tulangan vertikal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9B668-AF70-4A1C-90A3-85E65424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Definisikan tulangan horizontal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69C1C-7D28-4F69-8711-9BB68486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Tinjau area dan lapisan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9171-7748-491A-A339-355E1C91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dinding</a:t>
            </a:r>
          </a:p>
        </p:txBody>
      </p:sp>
    </p:spTree>
    <p:extLst>
      <p:ext uri="{BB962C8B-B14F-4D97-AF65-F5344CB8AC3E}">
        <p14:creationId xmlns:p14="http://schemas.microsoft.com/office/powerpoint/2010/main" val="875326234"/>
      </p:ext>
    </p:extLst>
  </p:cSld>
</p:sld>
</file>

<file path=ppt/slides/slide3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9B0DE8-CB50-4D49-9B7B-19E0D503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3FEB9-2E5C-462C-908F-DD3A28FE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B5789-E22C-400B-8ADE-A7AE6C27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66D985-3582-4F7F-AA7F-9325F66A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dinding yang benar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6b99d3b844f61"/>
          <a:stretch xmlns:a="http://schemas.openxmlformats.org/drawingml/2006/main"/>
        </p:blipFill>
        <p:spPr>
          <a:xfrm xmlns:a="http://schemas.openxmlformats.org/drawingml/2006/main">
            <a:off x="5086350" y="1989920"/>
            <a:ext cx="6419850" cy="33067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34ECF-E9F5-4918-B297-921612D7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tipe, lantai,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sebelum memasukkan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A4293-98AD-4447-9D99-C34779A8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RC Wall pada Element List dan detail shear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wall.</a:t>
            </a:r>
          </a:p>
        </p:txBody>
      </p:sp>
    </p:spTree>
    <p:extLst>
      <p:ext uri="{BB962C8B-B14F-4D97-AF65-F5344CB8AC3E}">
        <p14:creationId xmlns:p14="http://schemas.microsoft.com/office/powerpoint/2010/main" val="797407618"/>
      </p:ext>
    </p:extLst>
  </p:cSld>
</p:sld>
</file>

<file path=ppt/slides/slide3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26B41F-8A7B-4296-856B-337BF3C0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6E194-8A82-4D3D-AF9F-2A85080C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D11B8-068F-4EE6-BDA5-63EF9AC9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7C79CB-9203-411A-87ED-A34819FE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Definisikan tulangan vertikal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f04bfd3dc4ff5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5B4E2-F142-479F-AA4B-EB4A9300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Masukkan data vertikal dari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yang berlaku.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4F9D2-5800-4564-A269-8FA9780B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RC Wall dengan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dan cover.</a:t>
            </a:r>
          </a:p>
        </p:txBody>
      </p:sp>
    </p:spTree>
    <p:extLst>
      <p:ext uri="{BB962C8B-B14F-4D97-AF65-F5344CB8AC3E}">
        <p14:creationId xmlns:p14="http://schemas.microsoft.com/office/powerpoint/2010/main" val="102170683"/>
      </p:ext>
    </p:extLst>
  </p:cSld>
</p:sld>
</file>

<file path=ppt/slides/slide3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9BB68D-6280-45AA-B1F1-381BB69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43345-64B1-4178-A74C-8BCCBA5D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4A28B-7251-456F-B3AD-6524B98C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D7B07B-0A45-4311-B4B0-5652467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Definisikan tulangan horizontal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f9a7c7c94490e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07789-3FA2-4032-861A-F8971B51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data horizontal untuk arah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lapisan yang ditentukan gambar.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7B989-60FA-45BD-B134-4A3D2D81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RC Wall dengan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dan cover.</a:t>
            </a:r>
          </a:p>
        </p:txBody>
      </p:sp>
    </p:spTree>
    <p:extLst>
      <p:ext uri="{BB962C8B-B14F-4D97-AF65-F5344CB8AC3E}">
        <p14:creationId xmlns:p14="http://schemas.microsoft.com/office/powerpoint/2010/main" val="1218543041"/>
      </p:ext>
    </p:extLst>
  </p:cSld>
</p:sld>
</file>

<file path=ppt/slides/slide3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427F2-FBD9-4289-B951-94AF4CF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7137F-4DD3-497F-ABC6-76068038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6F631-8F03-4C13-B29A-942CC326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FB19F1-64E1-4AE9-BCBA-1C514783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area dan lapisan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f640d6fd84d33"/>
          <a:stretch xmlns:a="http://schemas.openxmlformats.org/drawingml/2006/main"/>
        </p:blipFill>
        <p:spPr>
          <a:xfrm xmlns:a="http://schemas.openxmlformats.org/drawingml/2006/main">
            <a:off x="5086350" y="2111141"/>
            <a:ext cx="6419850" cy="30643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C48D6-EA6A-4DBB-A865-90775009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reinforcement berada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sisi dan cakupan dinding yang benar.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F6172-2ACA-4D4B-AB64-A269616B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shear wall dengan segmen dinding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disorot.</a:t>
            </a:r>
          </a:p>
        </p:txBody>
      </p:sp>
    </p:spTree>
    <p:extLst>
      <p:ext uri="{BB962C8B-B14F-4D97-AF65-F5344CB8AC3E}">
        <p14:creationId xmlns:p14="http://schemas.microsoft.com/office/powerpoint/2010/main" val="786929344"/>
      </p:ext>
    </p:extLst>
  </p:cSld>
</p:sld>
</file>

<file path=ppt/slides/slide3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1A194-695C-4736-A41B-E31B34FF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766A6-D66A-4A74-A422-A089B95E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87AA6-810B-4169-A325-5195222E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0C6F38-F042-4648-B256-2D187A18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dinding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e25bc1a744d9a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55DCD-C235-4D6C-A34B-FBF5A39B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susunan akhir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sumber sebelum melanjutkan.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84E16-ADB0-4917-AFB9-3D526268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Rules untuk ujung dinding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kolom.</a:t>
            </a:r>
          </a:p>
        </p:txBody>
      </p:sp>
    </p:spTree>
    <p:extLst>
      <p:ext uri="{BB962C8B-B14F-4D97-AF65-F5344CB8AC3E}">
        <p14:creationId xmlns:p14="http://schemas.microsoft.com/office/powerpoint/2010/main" val="1013955763"/>
      </p:ext>
    </p:extLst>
  </p:cSld>
</p:sld>
</file>

<file path=ppt/slides/slide3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F9E9C-C285-4205-89AF-FA39C99F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B8A59-5264-4CE1-B6FF-8F184874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FFCD4-40B7-4438-83AE-FCB8D6AD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1E46FB2-CE7C-464F-A19E-2A490258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Dinding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D2E25-3391-4963-9686-FC1980CA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0E30B-3EB1-4175-B5D0-FC7BACE7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BEC48-EB29-4622-816A-1CE3AA1D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ADD05-79C4-4522-9396-98C84341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11355832"/>
      </p:ext>
    </p:extLst>
  </p:cSld>
</p:sld>
</file>

<file path=ppt/slides/slide30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8DDA22-9012-48DD-B3D6-32382AE7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08B66-D05B-416B-9E0F-C2972D88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4FECC-B91E-481C-AC2F-80577AF3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1374BEE-2FD6-4C86-A503-90D82934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Verifikasi Kuantitas dan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B94C4-3D2E-44C6-A431-D2073B8A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Hitung, validasi, kelompokkan, dan laporkan hasil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803442993"/>
      </p:ext>
    </p:extLst>
  </p:cSld>
</p:sld>
</file>

<file path=ppt/slides/slide3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04A287-C037-4C12-98EC-70516EAE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94E43-8129-40ED-A417-BAC7A36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3020A-FE9B-4E52-A325-BFB68CD5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CAF0291-E6A1-440F-8E4E-A9C976F3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Berdasarkan Lantai atau Elemen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4DD8F-C1D0-4335-9350-2DBEAB34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Menjalankan perhitungan dengan cakupan lantai atau elemen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C23D6-4901-4F2A-BA39-DF387B27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64CF1-3E59-4370-8AAF-D9D850F8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cakupan perhitungan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539BF-13F9-43A2-8EDB-02C72F6E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lantai atau elemen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88799-1F3F-4D60-B373-8C82D6CC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Jalankan perhitungan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91C3F-077A-408B-952E-C8B3A370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Konfirmasi hasil diperbarui</a:t>
            </a:r>
          </a:p>
        </p:txBody>
      </p:sp>
    </p:spTree>
    <p:extLst>
      <p:ext uri="{BB962C8B-B14F-4D97-AF65-F5344CB8AC3E}">
        <p14:creationId xmlns:p14="http://schemas.microsoft.com/office/powerpoint/2010/main" val="233988689"/>
      </p:ext>
    </p:extLst>
  </p:cSld>
</p:sld>
</file>

<file path=ppt/slides/slide3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B2700-D0A0-417D-8D01-FC0D047C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0B038-9964-4BC0-9B32-8663F45D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04A0C-5FA1-4BF8-B204-14E6E28F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893CE0-64EE-4C78-AFFC-2CBF2A16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cakupan perhitungan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fc4958f9f45ee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5DC0-7CA6-4C0D-8F50-C5A24B12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lantai untuk cakupan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menyeluruh atau elemen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pemeriksaan terfokus.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30906-A29F-48AC-B795-B3F116FE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715176600"/>
      </p:ext>
    </p:extLst>
  </p:cSld>
</p:sld>
</file>

<file path=ppt/slides/slide3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56DA5A-0D49-46F2-A5F6-72A33A2B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39012-5A21-44FB-A91C-94653A8A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DC4B5-5DAF-4F0B-AD56-2CAFC81D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8D03D3-4111-4C17-AEA2-BDBB9963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lantai atau elemen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7166f8b6744ca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4FFBB-0452-4395-B032-A6CF6ECB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pilihan mencakup semua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reinforcement yang perlu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diperbarui.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E685D-E808-4282-A0D5-8EB778D3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82537819"/>
      </p:ext>
    </p:extLst>
  </p:cSld>
</p:sld>
</file>

<file path=ppt/slides/slide3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58FDEC-6873-4A3C-977D-E27DE9C5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6B964-4E0D-4E80-B8D3-D335B21E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B1C60-F02F-41F7-8403-4A72518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899B48E-A57A-4EC5-BFA4-899FE20A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perhitungan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a618aab7d4000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B2457-E9AD-4E86-84C7-06C0D2CD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Mulai proses setelah cakupan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model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3FC68-D7EC-4D7F-907C-799BE51F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544896759"/>
      </p:ext>
    </p:extLst>
  </p:cSld>
</p:sld>
</file>

<file path=ppt/slides/slide3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139BA1-850A-4938-8B02-03E838D2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B39EA-09D1-4661-A6EE-F301A7E9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AFC77-19BE-472B-B768-D10993E2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EB2DC37-B4B5-4989-BC5A-2F363EC2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Konfirmasi hasil diperbarui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b97ffa45f4056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6264A-BCB7-4E19-A132-33388FD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Tunggu proses selesai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membuka pemeriksaan atau laporan.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33347-3D10-4722-908C-88DAA5B7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897799502"/>
      </p:ext>
    </p:extLst>
  </p:cSld>
</p:sld>
</file>

<file path=ppt/slides/slide3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9747F-1166-48C8-B078-D161256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28226-E3F6-4830-BA49-DAD3A512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C3C7-9D65-4277-B33B-D9C3FEEC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DBB94EB-4714-4F4D-B22C-B8ADCE5F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Berdasarkan Lantai atau Elemen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F8D4C-72D3-4EA5-A2D3-F9B9CA42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AE659-E4CA-41F0-9F46-D72AC53D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47A91-3B92-4D0E-A078-08468D16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2013F-577C-4D45-BC19-A6996B1A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60330743"/>
      </p:ext>
    </p:extLst>
  </p:cSld>
</p:sld>
</file>

<file path=ppt/slides/slide3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1D4E4A-65E2-4D01-8A80-6CF3C1D1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54AD9-E6A1-4EB8-99C7-92C89356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DCADD-BC82-4EB0-98BE-BA08DFA5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4AEBE6E-20A3-45DD-9158-90E699AF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Tulangan dengan Edit Rebar dan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EB1F8-5966-4C62-8F4D-8B7564E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Memeriksa data dan geometri reinforcement sebelum memakai hasil kuantitas.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C1E85-5713-4FEC-BA47-094A9E97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62A3B-8651-43F3-AA84-0537BFF5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elemen yang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D21CE-9C6F-4BBA-9014-FF608E4A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Edit Rebar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A36D0-FBA3-40E2-9767-7450EBF2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Tampilkan Rebar 3D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E0A0C-F1A9-4D36-970C-15147BC2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Catat dan perbaiki temuan</a:t>
            </a:r>
          </a:p>
        </p:txBody>
      </p:sp>
    </p:spTree>
    <p:extLst>
      <p:ext uri="{BB962C8B-B14F-4D97-AF65-F5344CB8AC3E}">
        <p14:creationId xmlns:p14="http://schemas.microsoft.com/office/powerpoint/2010/main" val="2113587898"/>
      </p:ext>
    </p:extLst>
  </p:cSld>
</p:sld>
</file>

<file path=ppt/slides/slide3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2E17AA-DD95-4DE7-9A4E-A2D908C2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006EB-2290-47D8-B275-56D17E12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91866-7D61-4104-B35F-FF87E7A9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246C2E-51AE-4167-9A62-98B902D6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elemen yang diperiksa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26183a9554d07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06DCE-358C-417C-B1F2-A0912D45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sampel yang mewakili tipe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kondisi reinforcement penting.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BF1EB-EE12-418B-83C9-1F481F6D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dan model tulangan dinding 3D.</a:t>
            </a:r>
          </a:p>
        </p:txBody>
      </p:sp>
    </p:spTree>
    <p:extLst>
      <p:ext uri="{BB962C8B-B14F-4D97-AF65-F5344CB8AC3E}">
        <p14:creationId xmlns:p14="http://schemas.microsoft.com/office/powerpoint/2010/main" val="21257307"/>
      </p:ext>
    </p:extLst>
  </p:cSld>
</p:sld>
</file>

<file path=ppt/slides/slide3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6CFCC-A1A6-4A2E-AD7A-9298BF35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6D9FC-91C6-41A5-82EA-5DE80678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E4942-CFDA-4B3B-932E-B58F763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FFDEC30-71E2-4A71-B485-F993A883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Edit Rebar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65b8ca5614f96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61DC9-2FB0-4873-A55F-C24CF0EB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data batang pada elemen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dipilih dan cocokkan dengan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42A95-6FA4-463F-A73B-827D758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dan model tulangan dinding 3D.</a:t>
            </a:r>
          </a:p>
        </p:txBody>
      </p:sp>
    </p:spTree>
    <p:extLst>
      <p:ext uri="{BB962C8B-B14F-4D97-AF65-F5344CB8AC3E}">
        <p14:creationId xmlns:p14="http://schemas.microsoft.com/office/powerpoint/2010/main" val="637675957"/>
      </p:ext>
    </p:extLst>
  </p:cSld>
</p:sld>
</file>

<file path=ppt/slides/slide3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10690-3FEC-4DF0-A4FB-0A15E9DE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59A90-A91B-4377-87AB-9558B647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E37C4-EFDC-4284-9A9B-23703433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24595A-FB84-4A0D-B679-8F433E30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Tampilkan Rebar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7153994d045cd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63582-B34B-40F9-BD34-EF4894D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tampilan tiga dimensi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memeriksa posisi, arah,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batang.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C6AF0-2341-43FB-BC7F-80B0AC3F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untuk balok, dinding,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kolom.</a:t>
            </a:r>
          </a:p>
        </p:txBody>
      </p:sp>
    </p:spTree>
    <p:extLst>
      <p:ext uri="{BB962C8B-B14F-4D97-AF65-F5344CB8AC3E}">
        <p14:creationId xmlns:p14="http://schemas.microsoft.com/office/powerpoint/2010/main" val="813845551"/>
      </p:ext>
    </p:extLst>
  </p:cSld>
</p:sld>
</file>

<file path=ppt/slides/slide3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D7D58B-98F3-49C9-9D27-C7DC86FC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4AC9D-8494-43C6-AD76-CA53A17A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872FC-027D-4166-9745-ADA49753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F59BFF1-2654-4E11-96BD-2E478B27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Catat dan perbaiki temuan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ed6c8e3f94a65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F4FE7-9C50-44D4-8B19-313A3E0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Koreksi data sumber model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menghitung ulang kuantitas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terdampak.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51389-9E0C-445A-893B-02CB6EBD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untuk balok, dinding,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kolom.</a:t>
            </a:r>
          </a:p>
        </p:txBody>
      </p:sp>
    </p:spTree>
    <p:extLst>
      <p:ext uri="{BB962C8B-B14F-4D97-AF65-F5344CB8AC3E}">
        <p14:creationId xmlns:p14="http://schemas.microsoft.com/office/powerpoint/2010/main" val="1395726730"/>
      </p:ext>
    </p:extLst>
  </p:cSld>
</p:sld>
</file>

<file path=ppt/slides/slide3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90820-DFFC-4D42-A6F2-5013E0BF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686C4-127A-4AA0-B7EA-9954F7E1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575C0-DFD2-4F71-ADCA-55D6168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30ABC7-0B17-422F-A26E-380D95F9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Tulangan dengan Edit Rebar dan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6B7EC-CC51-4CF5-B2AD-60FBFEE2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D3101-ACA1-4076-9AFF-1E1C9CBD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878C9-E253-4905-BBB3-31798923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F52AD-7D4C-43B7-A425-113E869F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13307658"/>
      </p:ext>
    </p:extLst>
  </p:cSld>
</p:sld>
</file>

<file path=ppt/slides/slide3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148E76-472F-4B49-B94F-E23343BB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3B899-05FA-4E6A-9CE9-EE46ED67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4E135-4D66-486C-A934-8E1ECE56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077BEF8-61F9-4660-B9F6-C1FD298E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Hasil Kuantitas Tulangan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10A46-A9AC-47AF-8E26-862B8681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Menelusuri hasil reinforcement quantity pada model yang telah dihitung.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19B23-CF02-413C-8FD0-DF82BF6B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E31B5-D19D-4B2B-967D-8F4B3F26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Pastikan perhitungan terbaru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3D33E-0E6A-4D16-B7A6-669E819A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View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A0119-F2F5-4A78-81C1-A5309448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Tinjau rincian hasil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ED1CB-F575-4744-A828-260BCB25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Lakukan pemeriksaan sampel</a:t>
            </a:r>
          </a:p>
        </p:txBody>
      </p:sp>
    </p:spTree>
    <p:extLst>
      <p:ext uri="{BB962C8B-B14F-4D97-AF65-F5344CB8AC3E}">
        <p14:creationId xmlns:p14="http://schemas.microsoft.com/office/powerpoint/2010/main" val="2062398366"/>
      </p:ext>
    </p:extLst>
  </p:cSld>
</p:sld>
</file>

<file path=ppt/slides/slide3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E21B01-B587-4C6C-8F6C-08AAA66A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9A37A-4B74-4B07-AC0B-B625A72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EEEF1-22E9-4666-891C-CA50F533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0B683E-2F26-4523-9F12-1B5E8997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Pastikan perhitungan terbaru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8b661bf8840a0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546CF-09BF-44CE-AF16-362B0CAE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hasil yang diperbarui setelah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perubahan terakhir pada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ACEDE-279A-480D-BF31-2E626A55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1110164413"/>
      </p:ext>
    </p:extLst>
  </p:cSld>
</p:sld>
</file>

<file path=ppt/slides/slide3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EA605-901B-41DA-9121-6A055617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14F98-C289-496F-9775-ED218C20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6595C-AB27-4839-AA0A-AFAAFD40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85C978-7AC9-43CB-9D61-21B0C1B9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View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659d6d0df47dd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B66AF-8BAD-4387-9717-284AFB5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Tampilkan hasil kuantitas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atau cakupan yang sedang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E9A7F-C4CD-45CC-9ECF-FDA768BC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1965600410"/>
      </p:ext>
    </p:extLst>
  </p:cSld>
</p:sld>
</file>

<file path=ppt/slides/slide3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CFE64-59BC-480E-962B-424CE373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3E34C-D660-4C8B-A1A5-6A5EFFE2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2FED7-EAFE-4824-A10E-CF27A42E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C71D42B-B302-44B7-BB86-0802801D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rincian hasil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dab486a8d482d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D0AA3-5848-4D8A-8F8A-899134B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jenis batang, nilai, dan unit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terhadap elemen model yang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D4F25-9F2B-4962-8FF2-8BA22697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308171082"/>
      </p:ext>
    </p:extLst>
  </p:cSld>
</p:sld>
</file>

<file path=ppt/slides/slide3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FC2C77-86CE-4E21-AE24-A8EAB965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0B8E2-4BBC-4491-BE4A-504919C0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5A350-713D-45F0-9C0E-27A469C9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945A5C-561B-43E8-877A-19DC2A72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Lakukan pemeriksaan sampel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835533843451d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86F25-57AF-495A-90C5-47E68AA0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beberapa hasil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model sebelum membuat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laporan.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17F13-8D1D-4655-88DA-5E922423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191051992"/>
      </p:ext>
    </p:extLst>
  </p:cSld>
</p:sld>
</file>

<file path=ppt/slides/slide3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AF6CF0-02F0-4BD6-B4E9-4AA046C7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42C44-B337-4577-9989-5006EB44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F1EBA-2CCF-4C3D-9286-2D322DA0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35A530F-DA00-40EE-AAEC-2E70FEC9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Hasil Kuantitas Tulangan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3B352-137E-41F1-9651-0C158A0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9EB50-3A89-49C4-8040-7096016E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8FB36-B64E-4DBD-9894-62D4DA85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A6F34-0FBD-4660-94F4-DFF6F2D3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78209260"/>
      </p:ext>
    </p:extLst>
  </p:cSld>
</p:sld>
</file>

<file path=ppt/slides/slide3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AABD6C-4FC8-44E6-BD2A-BE212204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87560-5DCD-4DAA-BD3C-E2B8B217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3A1BD-BD86-4979-A339-EBDB92AA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5E6F2E-6917-474D-8FCC-BF49893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Mengelompokkan Kuantitas dan Membuat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23BDC-F9E6-4D4B-9D8D-4CD80F2F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Mengatur klasifikasi dan menghasilkan laporan reinforcement yang dapat ditinjau.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D997D-7508-4644-982D-1CD78BD1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70504-1B23-4FCD-B8E0-DF4301D5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Set Classification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A7659-34E1-4955-901B-8B86E5E8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kondisi klasifikasi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6CB9E-29BE-4EC5-860B-4A299A22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Terapkan pengelompokan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85236-F402-48E1-80C5-7731B8A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Buat laporan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CAB6F-B169-472E-8393-5D0A9E8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Verifikasi laporan akhir</a:t>
            </a:r>
          </a:p>
        </p:txBody>
      </p:sp>
    </p:spTree>
    <p:extLst>
      <p:ext uri="{BB962C8B-B14F-4D97-AF65-F5344CB8AC3E}">
        <p14:creationId xmlns:p14="http://schemas.microsoft.com/office/powerpoint/2010/main" val="427320571"/>
      </p:ext>
    </p:extLst>
  </p:cSld>
</p:sld>
</file>

<file path=ppt/slides/slide3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C8B1B7-67BC-47E9-91B0-F6305BAC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9002A-5421-4C0C-8841-EC243F66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CBA3F-444B-48BD-BBCB-A36F70DB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5906F4-2066-4BCA-A12A-DF2ADCF6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Set Classification Condition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66b5d14be4d6c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F6AE3-1726-4045-BAE8-30ED8B5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perintah TRB ini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menentukan struktur pengelompokan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C881B-347E-4204-A78B-61181E2C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dan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402702300"/>
      </p:ext>
    </p:extLst>
  </p:cSld>
</p:sld>
</file>

<file path=ppt/slides/slide3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DD780F-CF53-4374-881C-7C9DDAD0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14F9F-F5B7-4126-B77A-C45948CB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1CD68-5C47-45B1-892A-F48D8A2C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509DBCD-7D5D-400E-B090-AEF459BC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kondisi klasifikasi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adb03f04e4bb5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D3BE4-A0AE-4515-BEB2-58B5DC8A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Susun atribut yang diperlukan sesuai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tujuan laporan dan standar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1417C-BED2-439A-8DAB-DF768537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dan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758736216"/>
      </p:ext>
    </p:extLst>
  </p:cSld>
</p:sld>
</file>

<file path=ppt/slides/slide3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517A4-D250-4DF5-B565-DDD4AD3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54BF3-10C6-4E18-86B3-D5F26BE7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89D26-D122-4035-8E0B-3195C075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827D21-807E-4525-B447-D9DD3141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Terapkan pengelompokan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9e09d49fa4925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9E97D-D05E-42A6-BA53-4C947E91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hierarki hasil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keluaran akhir.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A6B25-70E5-4981-97EE-911DA89D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Report dengan Rebar Schedule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elemen.</a:t>
            </a:r>
          </a:p>
        </p:txBody>
      </p:sp>
    </p:spTree>
    <p:extLst>
      <p:ext uri="{BB962C8B-B14F-4D97-AF65-F5344CB8AC3E}">
        <p14:creationId xmlns:p14="http://schemas.microsoft.com/office/powerpoint/2010/main" val="145810555"/>
      </p:ext>
    </p:extLst>
  </p:cSld>
</p:sld>
</file>

<file path=ppt/slides/slide3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1C01BC-B282-4B22-BDCB-E60A98B5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AD167-1B20-4939-B8C8-A6A2D90A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E09A0-134B-44A1-85B2-6A9C7CFC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14BCC00-3132-46B7-A3F8-4C2C6090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laporan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9563c83954b52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56BBE-AD84-4F69-80BA-DF0E5D5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laporan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weight dengan cakupan dan unit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telah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614EB-C151-417D-99CC-E16DA3BA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Report dengan Rebar Schedule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elemen.</a:t>
            </a:r>
          </a:p>
        </p:txBody>
      </p:sp>
    </p:spTree>
    <p:extLst>
      <p:ext uri="{BB962C8B-B14F-4D97-AF65-F5344CB8AC3E}">
        <p14:creationId xmlns:p14="http://schemas.microsoft.com/office/powerpoint/2010/main" val="1755163801"/>
      </p:ext>
    </p:extLst>
  </p:cSld>
</p:sld>
</file>

<file path=ppt/slides/slide3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A5D0DA-92D7-4736-9862-077D8727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C03AE-6A9F-4F4B-A83A-EF4FB3C9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1C4DE-1DAB-4A95-978F-F0074BD3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A1F4C4C-F19C-440B-A60F-D346F6B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Verifikasi laporan akhir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ecf2604844558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39715-9C0E-4FC1-9AF5-72C9FF7E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total, klasifikasi, unit,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 sebelum laporan digunakan.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B9A58-9A9F-4C1E-B974-BFBA01CE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Report dengan Rebar Schedule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elemen.</a:t>
            </a:r>
          </a:p>
        </p:txBody>
      </p:sp>
    </p:spTree>
    <p:extLst>
      <p:ext uri="{BB962C8B-B14F-4D97-AF65-F5344CB8AC3E}">
        <p14:creationId xmlns:p14="http://schemas.microsoft.com/office/powerpoint/2010/main" val="1614818560"/>
      </p:ext>
    </p:extLst>
  </p:cSld>
</p:sld>
</file>

<file path=ppt/slides/slide3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87345-9FBA-4DCC-9719-E17A9C6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E8A72-9901-4D4E-B450-AFE193B7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D9C53-E7D6-4BFA-929B-684A8EB1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0F35AE-07C8-4828-9930-92F596A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Mengelompokkan Kuantitas dan Membuat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1CF8F-41B0-4729-AC6B-BACFF5AE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6B6BC-3B15-4E27-9EA9-8F6E03A2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9B058-1764-441F-A759-C2C7B13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976F1-01B0-42B7-927F-FB5A59DF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675014613"/>
      </p:ext>
    </p:extLst>
  </p:cSld>
</p:sld>
</file>

<file path=ppt/slides/slide7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19BFF-CAD0-4029-9BAC-DC9D77A0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79AB3-AB25-45F2-8B72-1D32F72D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ED130-F1DC-463C-A6FF-6C848B73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TECHNICAL TUTORIAL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4710DD6-5671-4183-AFBF-B716AC96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Cubicost TRB Technical Tutorial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DB5A6-192C-4116-AD45-D0D11719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02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Learn the rebar workflow from project preparation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reinforcement settings through quantity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and reporting.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e24cf9a204f86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9570"/>
      </p:ext>
    </p:extLst>
  </p:cSld>
</p:sld>
</file>

<file path=ppt/slides/slide7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CBA2C-A9B8-44CF-9BA8-B3094D2D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A3146-089C-46C4-8428-2A3F9C4F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735D9-AC16-4930-9D78-BF786A78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OUTCOMES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35E1D7-43FE-4B7F-A8E6-C0C27539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B0F18-816C-4C28-923E-AD626826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Learn the rebar workflow from project preparation and reinforcement settings through quantity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and reporting.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CEC6B-40B2-46A8-8F79-F2FE17A7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Prepare the TRB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19810-7F98-4BF5-A5B0-D869F55A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the TAS model and prepare TRB working drawings.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96AD2-0561-44EB-90A3-F4F420CA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 structural reinforcement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8CFBC-DDF5-4569-8832-E055CE51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reinforcement for pile caps, columns, beams, slabs and walls.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6DC99-D72E-4307-A4EC-89FB01BC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Validate reinforcement results</a:t>
            </a:r>
          </a:p>
        </p:txBody>
      </p:sp>
    </p:spTree>
    <p:extLst>
      <p:ext uri="{BB962C8B-B14F-4D97-AF65-F5344CB8AC3E}">
        <p14:creationId xmlns:p14="http://schemas.microsoft.com/office/powerpoint/2010/main" val="836607700"/>
      </p:ext>
    </p:extLst>
  </p:cSld>
</p:sld>
</file>

<file path=ppt/slides/slide7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9352E-795A-4F06-A485-27EA2783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B91F3-90CB-44CE-B9A2-D359314B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FEF68-B57A-4A87-A0C5-31EBB3D6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OUTCOMES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C96A662-BD56-4714-9AFC-6C8C2710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3A90F-8DC5-4E32-BFFD-9D9FF683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Verify rebar, review quantities and create reports.</a:t>
            </a:r>
          </a:p>
        </p:txBody>
      </p:sp>
    </p:spTree>
    <p:extLst>
      <p:ext uri="{BB962C8B-B14F-4D97-AF65-F5344CB8AC3E}">
        <p14:creationId xmlns:p14="http://schemas.microsoft.com/office/powerpoint/2010/main" val="700642599"/>
      </p:ext>
    </p:extLst>
  </p:cSld>
</p:sld>
</file>

<file path=ppt/slides/slide7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B6D3C8-A371-430D-8EAA-CEA37813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E120C-0FC8-48EF-9589-614A03C6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A2067-D6D5-4B2E-B3CF-86C7B6B7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ACCD96E-5104-4C54-976B-38E088F5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84967-0AEF-4B88-81C5-905928B9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the TAS model and prepare the required drawings in TRB.</a:t>
            </a:r>
          </a:p>
        </p:txBody>
      </p:sp>
    </p:spTree>
    <p:extLst>
      <p:ext uri="{BB962C8B-B14F-4D97-AF65-F5344CB8AC3E}">
        <p14:creationId xmlns:p14="http://schemas.microsoft.com/office/powerpoint/2010/main" val="728843110"/>
      </p:ext>
    </p:extLst>
  </p:cSld>
</p:sld>
</file>

<file path=ppt/slides/slide7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D65FE7-0676-4475-8BFC-A41C678A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90687-E82F-4F86-A8B0-C0495834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98990-39FD-4F76-8592-B47811EE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1264AF3-C94E-465A-9BAF-60D481BF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Understand and Export a TAS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A7327-5877-41E1-AEB8-7F25A044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a TAS transfer file that matches the model scope to be developed in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1C12E-14EF-4EE2-9B80-EB0BB4A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5DCE7-59C9-4083-BCA1-A984136E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Define the transfer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243AE-3359-42D5-9D57-43C22AC6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Choose Export Model by Floor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DDCE7-8A3B-4BBB-A119-687D2205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Use Export Model by Entity when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E7B5B-25F6-42A5-9874-22939FA5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Save the model file</a:t>
            </a:r>
          </a:p>
        </p:txBody>
      </p:sp>
    </p:spTree>
    <p:extLst>
      <p:ext uri="{BB962C8B-B14F-4D97-AF65-F5344CB8AC3E}">
        <p14:creationId xmlns:p14="http://schemas.microsoft.com/office/powerpoint/2010/main" val="1868442330"/>
      </p:ext>
    </p:extLst>
  </p:cSld>
</p:sld>
</file>

<file path=ppt/slides/slide7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FEE76B-3261-44F2-9456-461D63A3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74706-A16D-41C9-A0E3-84B499A2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842E8-1495-4122-B500-7A4AF52B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1C7CAF1-44DC-46EB-8C2E-2A883CE9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the transfer scope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eb1702782459d"/>
          <a:stretch xmlns:a="http://schemas.openxmlformats.org/drawingml/2006/main"/>
        </p:blipFill>
        <p:spPr>
          <a:xfrm xmlns:a="http://schemas.openxmlformats.org/drawingml/2006/main">
            <a:off x="5581722" y="1809750"/>
            <a:ext cx="542910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252A9-628A-4550-933F-C8D0C10C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TAS-to-TRB workflow after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checking the source model, then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decide whether whole floors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selected entities require an update.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26DE8-5C26-4F40-B36B-09418011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TAS model-export menu for transfer to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859241453"/>
      </p:ext>
    </p:extLst>
  </p:cSld>
</p:sld>
</file>

<file path=ppt/slides/slide7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CB1F5-8C6D-4592-8C8F-2BDEFF70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23355-2D33-46F6-B26A-DC00603E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DC6B1-829A-4636-950C-73C33556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EA3E69-D3C6-4E7A-BFAF-7E35F8DA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Export Model by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e48aaa0384255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D64D1-0AC8-4F56-96AA-66DF49D4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floor-based export when all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elements on the selected floors need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be transferred to the TRB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FCC18-19AE-40E6-9CDC-282C42D2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Export Model dialog with element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selections.</a:t>
            </a:r>
          </a:p>
        </p:txBody>
      </p:sp>
    </p:spTree>
    <p:extLst>
      <p:ext uri="{BB962C8B-B14F-4D97-AF65-F5344CB8AC3E}">
        <p14:creationId xmlns:p14="http://schemas.microsoft.com/office/powerpoint/2010/main" val="63745727"/>
      </p:ext>
    </p:extLst>
  </p:cSld>
</p:sld>
</file>

<file path=ppt/slides/slide7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634112-2D0C-4624-905C-B1E6281F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E9B49-575A-4359-8985-059BE431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D6639-74E4-4E3F-9191-E0DC7828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1A3A309-9347-4664-B1AB-24994F22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Use Export Model by Entity when needed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b924c97d24dd9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84D19-8BE7-4DAD-8CA5-E407E544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Entity-based export is suited to partial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updates where the transfer scope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must remain limited.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29EBA-8DB4-4E9C-A4AB-76D9892C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Export Model dialog with element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selections.</a:t>
            </a:r>
          </a:p>
        </p:txBody>
      </p:sp>
    </p:spTree>
    <p:extLst>
      <p:ext uri="{BB962C8B-B14F-4D97-AF65-F5344CB8AC3E}">
        <p14:creationId xmlns:p14="http://schemas.microsoft.com/office/powerpoint/2010/main" val="775713341"/>
      </p:ext>
    </p:extLst>
  </p:cSld>
</p:sld>
</file>

<file path=ppt/slides/slide7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6BAD5-8110-4C6B-9D9C-B834F3EC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565BF-E15F-4434-A035-C23D4E0D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56BF5-0E88-4E34-985E-32CF9756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B1C6E4-9085-4AAB-8540-257C3274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Save the model file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a1f5b121e4e55"/>
          <a:stretch xmlns:a="http://schemas.openxmlformats.org/drawingml/2006/main"/>
        </p:blipFill>
        <p:spPr>
          <a:xfrm xmlns:a="http://schemas.openxmlformats.org/drawingml/2006/main">
            <a:off x="5086350" y="2065259"/>
            <a:ext cx="6419850" cy="315610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684A5-3485-4DD8-8FEC-EFEDE321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filename and location that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the project, scope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revision before importing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407FC-8663-40C0-8DAC-36A8AC4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export status and resulting model file.</a:t>
            </a:r>
          </a:p>
        </p:txBody>
      </p:sp>
    </p:spTree>
    <p:extLst>
      <p:ext uri="{BB962C8B-B14F-4D97-AF65-F5344CB8AC3E}">
        <p14:creationId xmlns:p14="http://schemas.microsoft.com/office/powerpoint/2010/main" val="1123563229"/>
      </p:ext>
    </p:extLst>
  </p:cSld>
</p:sld>
</file>

<file path=ppt/slides/slide7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701F4-0FAE-4E38-8877-6DBBA2C3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17C08-DE91-40B4-9AD5-754FDE07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B3CD3-5CD7-439A-87CE-22AF91B1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FA8F3D2-C069-4E37-8DF9-60119537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Understand and Export a TAS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BC3C5-2F7B-43ED-A7D8-3DDEACBE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24D09-55C1-4E00-98AD-39EDC58A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1DB76-6632-4F18-8B3A-D7AD766E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BAEFD-EF1D-4920-96C6-2C60A734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905892786"/>
      </p:ext>
    </p:extLst>
  </p:cSld>
</p:sld>
</file>

<file path=ppt/slides/slide7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C65C2-B43C-4D6B-858A-6995943D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2EF2F-DD34-48DD-A460-12DDDC26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9BB81-B0AB-4DF2-831F-81F1505C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31F0277-46F8-41CF-A1A6-2E102F90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 TAS Model into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FB899-4D57-445C-8742-0B1DF24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Bring the TAS transfer file into the correct destination TRB 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00A76-26BE-43D3-A2DB-14F81FBE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03256-6C8C-41A8-88E4-D0C9BFE7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the destination TRB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C34BF-89E6-4269-89B0-431F7FEA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BIM MODEL &gt; Import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C67C1-7C36-4D92-AF1A-E0865C9F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the exported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A7B67-3659-4057-B0F4-3BA3A1CA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Confirm the import</a:t>
            </a:r>
          </a:p>
        </p:txBody>
      </p:sp>
    </p:spTree>
    <p:extLst>
      <p:ext uri="{BB962C8B-B14F-4D97-AF65-F5344CB8AC3E}">
        <p14:creationId xmlns:p14="http://schemas.microsoft.com/office/powerpoint/2010/main" val="534201950"/>
      </p:ext>
    </p:extLst>
  </p:cSld>
</p:sld>
</file>

<file path=ppt/slides/slide7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38C417-F75C-499F-8618-C15790D4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EAC6F-3054-4379-A1FB-19BF7E23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0DFC7-471E-4805-A250-EDBE48CF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EE7DA9-51B1-45EF-A13D-A99379EE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the destination TRB project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20b80a224214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EC47B-365F-4F3D-B126-CF1FDA00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a new project or open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project before bringing in 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A698C-774C-424A-9044-6BA31FA8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and the TRB file-selection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dialog.</a:t>
            </a:r>
          </a:p>
        </p:txBody>
      </p:sp>
    </p:spTree>
    <p:extLst>
      <p:ext uri="{BB962C8B-B14F-4D97-AF65-F5344CB8AC3E}">
        <p14:creationId xmlns:p14="http://schemas.microsoft.com/office/powerpoint/2010/main" val="1045454540"/>
      </p:ext>
    </p:extLst>
  </p:cSld>
</p:sld>
</file>

<file path=ppt/slides/slide7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C29E58-99DA-44FF-88A4-E48A0DDF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5CAD6-E4AB-4C03-862F-3D0B7FE8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310C9-D901-4CF1-A139-620A1E32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63C3F3B-6AE6-4DB8-B19C-6885B3DC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BIM MODEL &gt; Import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3ecfa44fa49e8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6C2B8-30DF-421A-A05F-6744F354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Import Model in the BIM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to begin the transfer.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B29C4-15AD-4FCF-8D64-92BD3F56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and the TRB file-selection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dialog.</a:t>
            </a:r>
          </a:p>
        </p:txBody>
      </p:sp>
    </p:spTree>
    <p:extLst>
      <p:ext uri="{BB962C8B-B14F-4D97-AF65-F5344CB8AC3E}">
        <p14:creationId xmlns:p14="http://schemas.microsoft.com/office/powerpoint/2010/main" val="724932629"/>
      </p:ext>
    </p:extLst>
  </p:cSld>
</p:sld>
</file>

<file path=ppt/slides/slide7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289734-D622-467A-9CBC-10A56ACF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1F1AE-BB87-4E63-9EFC-988131B5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3EAAB-D22D-415F-A6CA-D35541CD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EF01D64-DF37-4642-B1FA-53A1AD11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exported file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ae1e96c4844d6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48495-52AF-4635-BA4A-2B6304C7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the file previously saved from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TAS and verify its name and revision.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31896-87EF-4272-9348-A5386293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and the TRB file-selection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dialog.</a:t>
            </a:r>
          </a:p>
        </p:txBody>
      </p:sp>
    </p:spTree>
    <p:extLst>
      <p:ext uri="{BB962C8B-B14F-4D97-AF65-F5344CB8AC3E}">
        <p14:creationId xmlns:p14="http://schemas.microsoft.com/office/powerpoint/2010/main" val="1073011796"/>
      </p:ext>
    </p:extLst>
  </p:cSld>
</p:sld>
</file>

<file path=ppt/slides/slide7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271F09-8415-4E79-B091-4A5C6633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FEFB2-2549-4CAA-98A7-B0C666C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AA274-D3F6-48F7-85A8-CFBC4582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33E192-3B53-47F0-AC81-7917EE88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Confirm the import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ff93ab21c4463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65F80-5E24-4FE7-B644-54EA517A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Continue only after confirming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destination project and source 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58AE7-0966-4146-8971-BC87F2A7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and the TRB file-selection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dialog.</a:t>
            </a:r>
          </a:p>
        </p:txBody>
      </p:sp>
    </p:spTree>
    <p:extLst>
      <p:ext uri="{BB962C8B-B14F-4D97-AF65-F5344CB8AC3E}">
        <p14:creationId xmlns:p14="http://schemas.microsoft.com/office/powerpoint/2010/main" val="436805149"/>
      </p:ext>
    </p:extLst>
  </p:cSld>
</p:sld>
</file>

<file path=ppt/slides/slide7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03FF9-A83D-40A5-A0E7-BC841EA2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44D64-1AC7-4AB9-BC52-231D99B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15474-46B4-4D51-AA6A-51B97838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CF1BBA4-8866-4BDB-B5B0-D8729CEA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 TAS Model into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60AD0-0698-403E-88EF-BC7E6210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DA331-69DB-4D49-8E19-A7758439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7FC50-FE00-4925-B76A-F2457C7C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92E1E-2EE6-41E4-A80F-1B0C92F7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73105219"/>
      </p:ext>
    </p:extLst>
  </p:cSld>
</p:sld>
</file>

<file path=ppt/slides/slide7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D994D0-3202-462E-A41D-5FE8DFEF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0BEA6-4FB1-4D68-A083-67D3C7C4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CC8E4-9D2B-4D4E-ABF5-00DE9495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EEA054-D569-44F4-8A36-751B3F53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Match the Import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6A44F-2D7A-4F6C-A7DC-921BDD18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Align zones, floors and elements before creating the TAS model in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DB416-4F91-4925-8F6F-D0AA406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67801-3A57-48EA-A2A3-F403A42B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Review zone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F0C37-338C-4816-9F9B-701E8AE1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Choose the floor-height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1366A-849F-4BB2-9B92-DF8AF3F1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floors and elements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6E32E-CE0B-4F99-B22E-A3BBC666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Continue with Next Step</a:t>
            </a:r>
          </a:p>
        </p:txBody>
      </p:sp>
    </p:spTree>
    <p:extLst>
      <p:ext uri="{BB962C8B-B14F-4D97-AF65-F5344CB8AC3E}">
        <p14:creationId xmlns:p14="http://schemas.microsoft.com/office/powerpoint/2010/main" val="1847059423"/>
      </p:ext>
    </p:extLst>
  </p:cSld>
</p:sld>
</file>

<file path=ppt/slides/slide7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34A94F-F93C-4073-8F24-6D4D6B5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A085A-C288-4BCA-A276-86675E38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FB48D-D98B-4AEC-A831-0B39AB69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408A21-6718-4278-93ED-11370FEE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zone handling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db3e0e1344986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03C9D-6A56-4893-98FB-C105B6FF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how zones from the source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will be handled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destination TRB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D917C-D173-47D5-9C2C-2BA65CEB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import dialog with its floor list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mapping.</a:t>
            </a:r>
          </a:p>
        </p:txBody>
      </p:sp>
    </p:spTree>
    <p:extLst>
      <p:ext uri="{BB962C8B-B14F-4D97-AF65-F5344CB8AC3E}">
        <p14:creationId xmlns:p14="http://schemas.microsoft.com/office/powerpoint/2010/main" val="1800450049"/>
      </p:ext>
    </p:extLst>
  </p:cSld>
</p:sld>
</file>

<file path=ppt/slides/slide7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1939CD-91CD-4C27-BA3C-C8D7B1A1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A0774-528C-44E2-A06C-D55D106F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5263B-0707-4117-9224-DAC18D10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9F85534-0F68-4C77-9937-68F9429A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the floor-height source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5fae9c71c40d5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DC173-81B9-45D4-A5C9-A96DAA15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Enable Use floor height in TAS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only when the source floor heights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should be retained.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6F329-3CFC-418B-B89F-0311F22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import dialog with its floor list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mapping.</a:t>
            </a:r>
          </a:p>
        </p:txBody>
      </p:sp>
    </p:spTree>
    <p:extLst>
      <p:ext uri="{BB962C8B-B14F-4D97-AF65-F5344CB8AC3E}">
        <p14:creationId xmlns:p14="http://schemas.microsoft.com/office/powerpoint/2010/main" val="1415185825"/>
      </p:ext>
    </p:extLst>
  </p:cSld>
</p:sld>
</file>

<file path=ppt/slides/slide7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BBFBD6-E715-4BA5-82D0-2542D772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950E0-9902-414A-9C43-3C28BFF4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300AA-F9A2-43E4-B8FB-B3EF4CB2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3AD9A8-9B43-4B3F-8731-2D5005F2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floors and elements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515ac9f1d4f72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22267-FBB2-468A-B906-5EEBE683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Limit the selection to the floors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types included in the transfer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8D3F1-146E-4354-8376-51148F3F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import-settings summary before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loading the model.</a:t>
            </a:r>
          </a:p>
        </p:txBody>
      </p:sp>
    </p:spTree>
    <p:extLst>
      <p:ext uri="{BB962C8B-B14F-4D97-AF65-F5344CB8AC3E}">
        <p14:creationId xmlns:p14="http://schemas.microsoft.com/office/powerpoint/2010/main" val="1204079601"/>
      </p:ext>
    </p:extLst>
  </p:cSld>
</p:sld>
</file>

<file path=ppt/slides/slide7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4290BA-C2D9-41D4-A4D3-A30CA751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92D0E-4482-454D-B2EB-D0273F6E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1F239-38F9-48FF-A0A2-FE7F576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77506B-6838-4EE1-8AFB-683D0D2A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Continue with Next Step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af4ec41eb424c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E2571-3672-4B06-8CBA-77158D98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mapping before moving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the next confirmation stage.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36C5F-5DAF-47E3-89BB-1FA0FB31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import-settings summary before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loading the model.</a:t>
            </a:r>
          </a:p>
        </p:txBody>
      </p:sp>
    </p:spTree>
    <p:extLst>
      <p:ext uri="{BB962C8B-B14F-4D97-AF65-F5344CB8AC3E}">
        <p14:creationId xmlns:p14="http://schemas.microsoft.com/office/powerpoint/2010/main" val="1352329349"/>
      </p:ext>
    </p:extLst>
  </p:cSld>
</p:sld>
</file>

<file path=ppt/slides/slide7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1BC5CB-62AC-4C34-B109-B8A53E64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105C4-FD58-4297-8DCC-B949028B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7D2EB-33A0-4C99-8D18-88798AEF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E935A85-822A-42AD-BF64-C532BF2A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Match the Import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7B760-1783-4E0E-A785-D58A9B5D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16552-D8E4-440D-AAD5-89F63922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3F817-E194-41D2-BB3F-AF563C7B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3AD6B-D6A8-4C26-8032-0A4C8BCE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48187199"/>
      </p:ext>
    </p:extLst>
  </p:cSld>
</p:sld>
</file>

<file path=ppt/slides/slide7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EF9E4E-CE60-40C9-B411-1F699BB0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44B7F-55D0-4B0B-8E3F-4BB23A7B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463D8-05BC-4213-AA09-46BE45A5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DE89E11-EB9D-4ACC-AC4E-7BCA0DE3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Model and Prepare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10F5F-2FB1-4A03-BE24-8ADEDD23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model displays correctly and drawings are ready for identification.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D05ED-C4FA-4749-9410-3D38D1CA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73833-5E65-4834-8FAB-91B9847D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Control entity display with F12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7CD12-57BE-442F-ADC9-F72899C5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Check the transferred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82CDC-1729-4B33-8B0C-028708F8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Add the building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DE6D3-E9EA-4FAD-9DDC-2BD46911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Split and relocate the drawing</a:t>
            </a:r>
          </a:p>
        </p:txBody>
      </p:sp>
    </p:spTree>
    <p:extLst>
      <p:ext uri="{BB962C8B-B14F-4D97-AF65-F5344CB8AC3E}">
        <p14:creationId xmlns:p14="http://schemas.microsoft.com/office/powerpoint/2010/main" val="1916600660"/>
      </p:ext>
    </p:extLst>
  </p:cSld>
</p:sld>
</file>

<file path=ppt/slides/slide7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3689E7-455D-4DDB-9ACE-39AC1AE5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9E45F-C79F-4D5B-8D30-276DFCCD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2E067-3D14-4E86-A0E0-8D3A8833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7A2EC9F-DD1B-4ECF-9770-349B2CF8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Control entity display with F12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d77659d694462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22803-3385-480A-9209-D1223813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display controls to show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entities required for the current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952E2-3DA0-4E21-B766-80C74FE8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building model and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487201231"/>
      </p:ext>
    </p:extLst>
  </p:cSld>
</p:sld>
</file>

<file path=ppt/slides/slide7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D14B8-457D-4B88-BD15-C94E0182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DF4F9-CA04-47FD-827A-4B498CC9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56FA3-EEF3-40EE-9B0F-B6D379F3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2B2D13C-2216-4239-B4BD-107DDA2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transferred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0f9405d9c4645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4B576-FC69-400E-9719-2CF62B27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the required entities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their floors and main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geometry.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81F9C-81B0-484D-890A-30363941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building model and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216837575"/>
      </p:ext>
    </p:extLst>
  </p:cSld>
</p:sld>
</file>

<file path=ppt/slides/slide7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149E49-FCE8-4DBE-8554-42C4F50C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4A901-11F1-44EB-9D9E-BF3D8C05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95DCE-F9FC-4271-857A-F3D88588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70CD6D-EB77-4DA8-9AD0-EB25C959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Add the building plan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7400d06a148ad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71F8A-DB95-42AA-B823-AF9A1763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 the building plan, then use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&gt; Add Drawing to add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reference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1FD99-EF1E-4BBA-8E77-6B2DFF6A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with a structural drawing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workspace.</a:t>
            </a:r>
          </a:p>
        </p:txBody>
      </p:sp>
    </p:spTree>
    <p:extLst>
      <p:ext uri="{BB962C8B-B14F-4D97-AF65-F5344CB8AC3E}">
        <p14:creationId xmlns:p14="http://schemas.microsoft.com/office/powerpoint/2010/main" val="891779145"/>
      </p:ext>
    </p:extLst>
  </p:cSld>
</p:sld>
</file>

<file path=ppt/slides/slide8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E0C75E-9B7B-43B8-A219-82693D4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816BC-184E-4016-BE5A-B58C54D2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E13AA-0A00-4A12-BBD5-FD132F40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C06FAA-BF15-4CD6-9304-E0753581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Split and relocate the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effa6801c4cec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737AF-80B0-4EA6-872E-AD8D7ED3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Arrange drawing portions on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floors before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modelling begins.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622A4-585F-44FB-BE46-1FDF5943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with a structural drawing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workspace.</a:t>
            </a:r>
          </a:p>
        </p:txBody>
      </p:sp>
    </p:spTree>
    <p:extLst>
      <p:ext uri="{BB962C8B-B14F-4D97-AF65-F5344CB8AC3E}">
        <p14:creationId xmlns:p14="http://schemas.microsoft.com/office/powerpoint/2010/main" val="1707620791"/>
      </p:ext>
    </p:extLst>
  </p:cSld>
</p:sld>
</file>

<file path=ppt/slides/slide8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162CBB-78AB-41EA-8937-3AF88CC8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8B2FC-BF94-4421-B7B3-44399788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7F3DB-EBCB-4039-BCF5-1139D8B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1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DAD823-3817-403D-9B4A-44C9569D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Model and Prepare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3A6ED-A112-4498-9635-C97EEF7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74064-E9B0-4682-9CAD-FADBE0C9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2FD27-694A-49EF-ACF9-68EF5AA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094B2-C329-424D-AE12-77F1579F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528732951"/>
      </p:ext>
    </p:extLst>
  </p:cSld>
</p:sld>
</file>

<file path=ppt/slides/slide80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C9B21F-BAC6-49CC-B8BB-0CBA37C6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79B57-8821-4112-A366-3EEFB95E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EDE6C-9049-44C2-96FD-25D292C0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FEAB896-0202-4DAC-8D20-317C899E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Rebar Modelling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3C6F7-B30A-4A19-A251-C9E49686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Define and check reinforcement for the main elements.</a:t>
            </a:r>
          </a:p>
        </p:txBody>
      </p:sp>
    </p:spTree>
    <p:extLst>
      <p:ext uri="{BB962C8B-B14F-4D97-AF65-F5344CB8AC3E}">
        <p14:creationId xmlns:p14="http://schemas.microsoft.com/office/powerpoint/2010/main" val="1648416952"/>
      </p:ext>
    </p:extLst>
  </p:cSld>
</p:sld>
</file>

<file path=ppt/slides/slide8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2F356-5430-4F24-A5B3-D167FBD3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BB823-AE89-4963-9083-835E90CA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3C20D-E4A2-426D-A11D-8AB0F251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609ABB3-9FC6-4AE2-A0C9-FE36F655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Pile Cap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B1C6D-0C8E-4C30-8760-8A2ACD7C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Assign pile-cap reinforcement data to the correct elements.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0F22C-FB9A-460E-AF81-15EA7BD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7A78A-97AB-4760-899E-8E013863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pile 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DD109-001B-4AD6-9226-4A40544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the reinforcement settings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6A2AB-5FED-4A00-8B45-9B55693D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Enter the reinforcement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B57CC-D30E-4DAC-925D-F0314A72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Review the result</a:t>
            </a:r>
          </a:p>
        </p:txBody>
      </p:sp>
    </p:spTree>
    <p:extLst>
      <p:ext uri="{BB962C8B-B14F-4D97-AF65-F5344CB8AC3E}">
        <p14:creationId xmlns:p14="http://schemas.microsoft.com/office/powerpoint/2010/main" val="1644041136"/>
      </p:ext>
    </p:extLst>
  </p:cSld>
</p:sld>
</file>

<file path=ppt/slides/slide8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2C9E3-AA7C-4D1F-BC38-CE84610C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DC97E-171C-40E4-920F-A9025A97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26A84-4518-4CAB-8568-3C956F13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9B3512-8F2F-4A91-B717-3CA49D52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effc4662f4b38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24869-BFB1-4BFD-9C7A-FE9C566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active element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match the reinforcement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being applied.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3F6DF-7230-4AB8-96E9-7DD56C23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Attribute Editor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mode.</a:t>
            </a:r>
          </a:p>
        </p:txBody>
      </p:sp>
    </p:spTree>
    <p:extLst>
      <p:ext uri="{BB962C8B-B14F-4D97-AF65-F5344CB8AC3E}">
        <p14:creationId xmlns:p14="http://schemas.microsoft.com/office/powerpoint/2010/main" val="1349997222"/>
      </p:ext>
    </p:extLst>
  </p:cSld>
</p:sld>
</file>

<file path=ppt/slides/slide8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E9452C-F463-4AF0-B952-602598C5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371C1-2B42-4506-A3D4-24AA3208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5AF06-DA79-4C59-812F-4605685A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407931-4DC4-46D8-9E96-A507DB8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the reinforcement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0ad8788fb431b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FE73E-BEAE-4507-B8CB-56CADDDB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 the pile-cap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settings and use data from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approved structural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293F6-1413-46CE-A834-37F10EC7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Attribute Editor and Slab Style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diagram.</a:t>
            </a:r>
          </a:p>
        </p:txBody>
      </p:sp>
    </p:spTree>
    <p:extLst>
      <p:ext uri="{BB962C8B-B14F-4D97-AF65-F5344CB8AC3E}">
        <p14:creationId xmlns:p14="http://schemas.microsoft.com/office/powerpoint/2010/main" val="1425551562"/>
      </p:ext>
    </p:extLst>
  </p:cSld>
</p:sld>
</file>

<file path=ppt/slides/slide8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DFF94-1E37-4AE1-9DF8-309E0BAF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53A8A-E64E-461A-AC29-716B0C10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4A213-D251-4504-BDBA-FABB0475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363F8E-93F2-4E39-9909-3A803CFD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the reinforcement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e6e5536764fa4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2F3A3-524C-45E4-9973-4262F54E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 the parameters shown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without assuming unavailable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33221-6C35-40AE-8963-CCA45041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Attribute Editor and Slab Style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diagram.</a:t>
            </a:r>
          </a:p>
        </p:txBody>
      </p:sp>
    </p:spTree>
    <p:extLst>
      <p:ext uri="{BB962C8B-B14F-4D97-AF65-F5344CB8AC3E}">
        <p14:creationId xmlns:p14="http://schemas.microsoft.com/office/powerpoint/2010/main" val="1511159996"/>
      </p:ext>
    </p:extLst>
  </p:cSld>
</p:sld>
</file>

<file path=ppt/slides/slide8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66343-F14F-4E71-BD96-4D67459C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776CE-451C-45D6-8426-DF2AFD17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19986-068B-4E83-9A10-A8362EE7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67723B8-2B23-467C-A09B-41193F5B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the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c3bcfce4f48aa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12BDB-04CB-4B8C-BA8C-9ADF34E3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the resulting arrangement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against the source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FAB6D-BD8C-4D12-B72C-B69F331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Attribute Editor and Slab Style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diagram.</a:t>
            </a:r>
          </a:p>
        </p:txBody>
      </p:sp>
    </p:spTree>
    <p:extLst>
      <p:ext uri="{BB962C8B-B14F-4D97-AF65-F5344CB8AC3E}">
        <p14:creationId xmlns:p14="http://schemas.microsoft.com/office/powerpoint/2010/main" val="1196962962"/>
      </p:ext>
    </p:extLst>
  </p:cSld>
</p:sld>
</file>

<file path=ppt/slides/slide8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4CA90-6DDE-4A6A-8D27-6885FEFE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2C275-A2A6-47A3-8182-2E43833D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98EC1-4BF5-4636-BA7F-4A6E859C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9E98B4-3CF5-48B7-A1D3-2E6A87F6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Pile Cap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AB9FA-0A19-4F1F-8A6D-D1F0FA90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2ACB7-82DC-4AC7-A317-DA12F307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469D3-C516-4ED1-B923-1A982FF3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AE639-5E78-42CD-84CD-848DE5F6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24704166"/>
      </p:ext>
    </p:extLst>
  </p:cSld>
</p:sld>
</file>

<file path=ppt/slides/slide80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6A4586-C464-4989-83A8-5726615D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57837-39CB-497F-992C-544F33B6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F84CA-1DDB-498E-88B5-E7339D18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6B053D6-E468-4FDB-B7EE-E296D03D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Data and Create an Irregular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C11E-A3C9-4281-A066-55B40C68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Validate pile-cap data and handle irregular shapes according to the source geometry.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E4230-1EE0-43CD-AB4A-FF50D8A7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B9483-BD73-45C5-B08D-75C35194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Run the data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C7C51-0063-4BBA-9F3F-5827691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Review the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FF67A-BDC8-42C3-883A-34F931BA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Create the irregular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6EE1D-3E66-464B-8951-8BB19360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Check the shape and reinforcement data</a:t>
            </a:r>
          </a:p>
        </p:txBody>
      </p:sp>
    </p:spTree>
    <p:extLst>
      <p:ext uri="{BB962C8B-B14F-4D97-AF65-F5344CB8AC3E}">
        <p14:creationId xmlns:p14="http://schemas.microsoft.com/office/powerpoint/2010/main" val="400259388"/>
      </p:ext>
    </p:extLst>
  </p:cSld>
</p:sld>
</file>

<file path=ppt/slides/slide8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D169E2-B201-4989-B8F5-DA3EF84D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9B301-64AE-4494-A6D1-044E479D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C8069-62FF-4E1C-8C35-295572FF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56FA4F8-0F83-4E33-BA9A-66805F1A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the data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fc9c0ee4042fe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A0577-FF46-45A3-B52C-92DABC93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documented check to find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incomplete or inconsistent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54C02-8B05-431B-8915-AC59E02C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Pile-cap data and the reinforcement view.</a:t>
            </a:r>
          </a:p>
        </p:txBody>
      </p:sp>
    </p:spTree>
    <p:extLst>
      <p:ext uri="{BB962C8B-B14F-4D97-AF65-F5344CB8AC3E}">
        <p14:creationId xmlns:p14="http://schemas.microsoft.com/office/powerpoint/2010/main" val="429683329"/>
      </p:ext>
    </p:extLst>
  </p:cSld>
</p:sld>
</file>

<file path=ppt/slides/slide8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341A03-1ADA-4288-93ED-A1FC35F2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BC659-1B49-4336-9255-2469CE11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39F48-227C-43B2-A15C-8D0C0CCD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937289-A4A0-4D0F-85E4-8E2D1058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the findings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7322202d041c5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B0573-7428-468C-9B3E-5CD9D003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Relate each finding to the relevant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and structural detail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correcting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3844D-6211-44FF-BAF6-1358EFB1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Pile-cap data and the reinforcement view.</a:t>
            </a:r>
          </a:p>
        </p:txBody>
      </p:sp>
    </p:spTree>
    <p:extLst>
      <p:ext uri="{BB962C8B-B14F-4D97-AF65-F5344CB8AC3E}">
        <p14:creationId xmlns:p14="http://schemas.microsoft.com/office/powerpoint/2010/main" val="1168673431"/>
      </p:ext>
    </p:extLst>
  </p:cSld>
</p:sld>
</file>

<file path=ppt/slides/slide8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0F39B-EBF2-454C-915A-40887C8A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4B02A-234A-49FD-B415-74A70113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98842-51B2-4E5E-8D19-B682F991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CC6B67E-585A-43D5-A281-F00775BF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the irregular boundary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14bd8caf24124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178A6-5A83-49FA-926A-E08AB4D5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Follow the pile-cap geometry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when a standard shape does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not represent the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4C131-524F-4214-8E89-5E02D3BB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Pile-cap check results in the model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table.</a:t>
            </a:r>
          </a:p>
        </p:txBody>
      </p:sp>
    </p:spTree>
    <p:extLst>
      <p:ext uri="{BB962C8B-B14F-4D97-AF65-F5344CB8AC3E}">
        <p14:creationId xmlns:p14="http://schemas.microsoft.com/office/powerpoint/2010/main" val="253206694"/>
      </p:ext>
    </p:extLst>
  </p:cSld>
</p:sld>
</file>

<file path=ppt/slides/slide8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95A8E9-B306-49BA-AA11-A8DBEAED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8FAC2-CBC3-4D1C-85AC-F33C9819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B288A-7652-4089-BC87-76887C56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248AC0-3787-400A-A9D0-EB573BA1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shape and reinforcement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ba9bdc16d4771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53C53-EC24-42C3-B025-DE4FBEF2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element boundary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reinforcement data refer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same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66321-82D5-42C2-B191-13501DCD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Pile-cap check results in the model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table.</a:t>
            </a:r>
          </a:p>
        </p:txBody>
      </p:sp>
    </p:spTree>
    <p:extLst>
      <p:ext uri="{BB962C8B-B14F-4D97-AF65-F5344CB8AC3E}">
        <p14:creationId xmlns:p14="http://schemas.microsoft.com/office/powerpoint/2010/main" val="392442043"/>
      </p:ext>
    </p:extLst>
  </p:cSld>
</p:sld>
</file>

<file path=ppt/slides/slide8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92F4A8-42FE-4B21-A9AE-76EFDC6A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19ED2-0A31-457D-BA4A-E5D9F8A7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AE292-EDB0-4A85-B4E8-75B67772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96FB0F-0BB5-47FB-B54E-0B0E0F45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Data and Create an Irregular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04FA2-2ADC-40ED-98AB-DBCAAC34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E8A37-DDF6-45B5-9C16-DC4A5151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8C17E-AD31-4BFA-9B26-781A11EA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F4E8C-6533-4FCE-9A53-747C8B71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51141154"/>
      </p:ext>
    </p:extLst>
  </p:cSld>
</p:sld>
</file>

<file path=ppt/slides/slide8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3E7138-FC6F-4B56-B067-8937BAF5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241B6-AF20-4EB6-BFDD-C2245A24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84FD5-F8AD-4445-BB18-D418B764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3CFEF7-6839-478A-A4BE-D83F7D0D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Column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FA8F5-1685-413A-BA33-452D4EC9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Apply column reinforcement data and check it on the correct elements.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ACDFD-5AF1-48B8-8E3D-32B6EC25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C040F-D670-468D-9C3B-FDD46E8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correct column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F5343-04A3-4B75-B66A-0014A5D4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the reinforcement 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89E12-EC65-48F3-A117-ACA84D1D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Enter longitudinal bars and 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E1DF9-55D6-456E-BA7C-D9C9B0D1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Check the column arrangement</a:t>
            </a:r>
          </a:p>
        </p:txBody>
      </p:sp>
    </p:spTree>
    <p:extLst>
      <p:ext uri="{BB962C8B-B14F-4D97-AF65-F5344CB8AC3E}">
        <p14:creationId xmlns:p14="http://schemas.microsoft.com/office/powerpoint/2010/main" val="269103388"/>
      </p:ext>
    </p:extLst>
  </p:cSld>
</p:sld>
</file>

<file path=ppt/slides/slide8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7FEE78-94EB-47AE-9527-638E2A8A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BBB2B-965B-462F-A987-15417403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B3B97-B08E-4E35-A511-24A67B73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EA4C21-A14C-4061-979B-3FA41050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correct column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4773ed4af408f"/>
          <a:stretch xmlns:a="http://schemas.openxmlformats.org/drawingml/2006/main"/>
        </p:blipFill>
        <p:spPr>
          <a:xfrm xmlns:a="http://schemas.openxmlformats.org/drawingml/2006/main">
            <a:off x="5086350" y="1971899"/>
            <a:ext cx="6419850" cy="3342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E828D-8328-4E10-8D46-E0736E81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the column type and floor to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source detail or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0C93D-C415-472E-B5B5-F35A8502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column Attribute Editor with All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Bars, Links, and Legs.</a:t>
            </a:r>
          </a:p>
        </p:txBody>
      </p:sp>
    </p:spTree>
    <p:extLst>
      <p:ext uri="{BB962C8B-B14F-4D97-AF65-F5344CB8AC3E}">
        <p14:creationId xmlns:p14="http://schemas.microsoft.com/office/powerpoint/2010/main" val="1264819620"/>
      </p:ext>
    </p:extLst>
  </p:cSld>
</p:sld>
</file>

<file path=ppt/slides/slide8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FAC849-6D57-4BCD-BA89-04A5EAE3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F8A17-A96D-496B-8BA4-70F6E74D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76EB7-31AC-4618-94A8-B665DC0E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EAF6E73-768A-44E7-82EC-65DA851E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the reinforcement definition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de59d62074c66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40513-8967-4F8F-8D1F-2F51CF7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column reinforcement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shown in the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F0692-A1DD-4BE4-AC8D-9EAAA278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Rebar Input Helper for main bars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links.</a:t>
            </a:r>
          </a:p>
        </p:txBody>
      </p:sp>
    </p:spTree>
    <p:extLst>
      <p:ext uri="{BB962C8B-B14F-4D97-AF65-F5344CB8AC3E}">
        <p14:creationId xmlns:p14="http://schemas.microsoft.com/office/powerpoint/2010/main" val="467204993"/>
      </p:ext>
    </p:extLst>
  </p:cSld>
</p:sld>
</file>

<file path=ppt/slides/slide8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4DE92-C4CA-421A-BD31-4F5EFC85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01BD0-D369-477A-BEB8-92BCC768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8E677-D969-4B77-8C8F-CD08F4A6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D22934-D9EC-432D-9096-F3E80267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longitudinal bars and 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44eae20c94f79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C282F-DACF-415B-BCB9-02985610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the parameters from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structural documents while retaining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units.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690BA-944C-4EE4-891D-868DD028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section editor with Corner Bar, Side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Bar, and Draw Link.</a:t>
            </a:r>
          </a:p>
        </p:txBody>
      </p:sp>
    </p:spTree>
    <p:extLst>
      <p:ext uri="{BB962C8B-B14F-4D97-AF65-F5344CB8AC3E}">
        <p14:creationId xmlns:p14="http://schemas.microsoft.com/office/powerpoint/2010/main" val="1233866545"/>
      </p:ext>
    </p:extLst>
  </p:cSld>
</p:sld>
</file>

<file path=ppt/slides/slide8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A1F92A-728E-46CE-BAA0-67183136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E5B2C-A471-40E1-BBE4-34781AF8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C7ED8-4534-4143-B099-D1EF69ED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D5998D-FFAB-46A0-81F4-65970579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column arrangement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d106423a945db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E7750-E9E7-4FF0-B54A-CB6F9ADC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bar quantity, position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range against the source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525AC-8591-4DE6-81D4-D6E9C27A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section editor with Corner Bar, Side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Bar, and Draw Link.</a:t>
            </a:r>
          </a:p>
        </p:txBody>
      </p:sp>
    </p:spTree>
    <p:extLst>
      <p:ext uri="{BB962C8B-B14F-4D97-AF65-F5344CB8AC3E}">
        <p14:creationId xmlns:p14="http://schemas.microsoft.com/office/powerpoint/2010/main" val="419851670"/>
      </p:ext>
    </p:extLst>
  </p:cSld>
</p:sld>
</file>

<file path=ppt/slides/slide8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A1AE2-9C70-4ABE-9B2B-3251E33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85916-CCA1-4FDC-B794-5B3C2F7F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C0017-D159-4A24-AC65-B718C432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4F5C229-8361-4D6C-8563-68E957E6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Column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1473A-4332-4CB7-A0E2-0D41D8D7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E83AE-AC1E-4FE1-A47C-4934F80E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868A9-B1F5-42C0-8A55-8D304668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7F0BE-9F2B-4EA9-946F-513833C3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96813574"/>
      </p:ext>
    </p:extLst>
  </p:cSld>
</p:sld>
</file>

<file path=ppt/slides/slide8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79FE7-F2C6-4F97-BF2C-BDFD0DE1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11121-7280-41DA-AA8B-308FB730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1ABFF-4326-4F50-B714-A8CAD7E9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862BCA-D354-4076-8994-A94A00D3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and Synchronise a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33A8D-0AFC-40FF-880C-4DD9304C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column schedule to align column reinforcement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7B85B-A0C3-4A6C-8123-A790D69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A1B05-35B2-431B-A500-8CC64A7D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Prepare the column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8994A-6DA5-4288-A9E9-D8EC5544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Import the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BE80F-57AA-4FF8-A19B-2C01A2E5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Map the column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E7E77-78C9-458A-82FC-9117CA6A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Synchronise with the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CDA14-E208-4829-8716-09D4CB64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synchronised result</a:t>
            </a:r>
          </a:p>
        </p:txBody>
      </p:sp>
    </p:spTree>
    <p:extLst>
      <p:ext uri="{BB962C8B-B14F-4D97-AF65-F5344CB8AC3E}">
        <p14:creationId xmlns:p14="http://schemas.microsoft.com/office/powerpoint/2010/main" val="1440558654"/>
      </p:ext>
    </p:extLst>
  </p:cSld>
</p:sld>
</file>

<file path=ppt/slides/slide8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BB3E7-02F1-4E12-BAFE-495609FD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0393C-B5E6-481A-8FC7-1BA0C9AB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6FC96-F3D2-4905-B1C4-167B273C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F6B2A6-F64B-4C5B-BED2-ACE0204F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Prepare the column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52c8119214654"/>
          <a:stretch xmlns:a="http://schemas.openxmlformats.org/drawingml/2006/main"/>
        </p:blipFill>
        <p:spPr>
          <a:xfrm xmlns:a="http://schemas.openxmlformats.org/drawingml/2006/main">
            <a:off x="5086350" y="2151688"/>
            <a:ext cx="6419850" cy="29832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D16CD-2A69-4DDD-B036-C7E4AC63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the source table is legible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contains only the relevant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27C41-0318-4348-9123-DA481757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Column Schedule choices for Excel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CAD/PDF.</a:t>
            </a:r>
          </a:p>
        </p:txBody>
      </p:sp>
    </p:spTree>
    <p:extLst>
      <p:ext uri="{BB962C8B-B14F-4D97-AF65-F5344CB8AC3E}">
        <p14:creationId xmlns:p14="http://schemas.microsoft.com/office/powerpoint/2010/main" val="447722296"/>
      </p:ext>
    </p:extLst>
  </p:cSld>
</p:sld>
</file>

<file path=ppt/slides/slide8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D59CC8-F165-48B7-BF87-B7B964EC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3EDD8-764B-4A80-A7E7-5F294A00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F32FA-020E-4AF3-A687-D6BAE5D1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917B8C-D8F0-4A72-950A-36C23179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the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bd95a96974811"/>
          <a:stretch xmlns:a="http://schemas.openxmlformats.org/drawingml/2006/main"/>
        </p:blipFill>
        <p:spPr>
          <a:xfrm xmlns:a="http://schemas.openxmlformats.org/drawingml/2006/main">
            <a:off x="5086350" y="2096013"/>
            <a:ext cx="6419850" cy="30945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6843D-8351-43DF-B6D8-8732F5B6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the correct column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retain its relationship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source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6D998-600C-4AFC-9A82-FE25C1A7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 Excel schedule, heading mapping,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Delete Row.</a:t>
            </a:r>
          </a:p>
        </p:txBody>
      </p:sp>
    </p:spTree>
    <p:extLst>
      <p:ext uri="{BB962C8B-B14F-4D97-AF65-F5344CB8AC3E}">
        <p14:creationId xmlns:p14="http://schemas.microsoft.com/office/powerpoint/2010/main" val="1432517171"/>
      </p:ext>
    </p:extLst>
  </p:cSld>
</p:sld>
</file>

<file path=ppt/slides/slide8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8704AF-ABCB-4844-9EAE-8BCD5690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BACD0-AC33-4B08-8E97-71BA0A0E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F767A-8B31-438F-B5EC-A23B8D80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ECA6E8-CA9C-43EA-9986-CC98F32B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Map the column information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27f8d7187484d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6C98F-76BF-4D5A-AC4D-BA0019D7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schedule columns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documented TRB attributes.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053A5-6984-4A5E-81B9-48F4A232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Schedule with a floor picker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in Column Schedule.</a:t>
            </a:r>
          </a:p>
        </p:txBody>
      </p:sp>
    </p:spTree>
    <p:extLst>
      <p:ext uri="{BB962C8B-B14F-4D97-AF65-F5344CB8AC3E}">
        <p14:creationId xmlns:p14="http://schemas.microsoft.com/office/powerpoint/2010/main" val="96972692"/>
      </p:ext>
    </p:extLst>
  </p:cSld>
</p:sld>
</file>

<file path=ppt/slides/slide8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35642-381B-43D9-8D10-554C2EDB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A5686-AF71-4F28-92DE-70193B3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9E44B-F680-4328-AB5E-D6E84962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BB18332-480E-4DB4-AB48-3B4328D1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Synchronise with the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27cd7a67e40d9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64D1E-3DE5-44B7-A576-57C1DB82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Apply the data only after confirming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that column types and identities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50745-BA6B-4AA4-8460-8163506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Define Column Schedule with Sync to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Entity.</a:t>
            </a:r>
          </a:p>
        </p:txBody>
      </p:sp>
    </p:spTree>
    <p:extLst>
      <p:ext uri="{BB962C8B-B14F-4D97-AF65-F5344CB8AC3E}">
        <p14:creationId xmlns:p14="http://schemas.microsoft.com/office/powerpoint/2010/main" val="1422374152"/>
      </p:ext>
    </p:extLst>
  </p:cSld>
</p:sld>
</file>

<file path=ppt/slides/slide8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B69721-A152-4479-83ED-52A6D770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144F8-E9F4-4FB1-8264-5BF23CB2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C3C49-254D-4F5B-A530-518F8D1E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DB5DD1E-8663-411F-AE88-6A48546B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synchronised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2163c0ce64acb"/>
          <a:stretch xmlns:a="http://schemas.openxmlformats.org/drawingml/2006/main"/>
        </p:blipFill>
        <p:spPr>
          <a:xfrm xmlns:a="http://schemas.openxmlformats.org/drawingml/2006/main">
            <a:off x="5099151" y="1809750"/>
            <a:ext cx="639424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62805-5070-4650-9471-523ED9CB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sample columns to ensure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data agrees with the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0ED08-3180-476B-B323-8DC5A9A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Schedule with Generate from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and Sync to Entity.</a:t>
            </a:r>
          </a:p>
        </p:txBody>
      </p:sp>
    </p:spTree>
    <p:extLst>
      <p:ext uri="{BB962C8B-B14F-4D97-AF65-F5344CB8AC3E}">
        <p14:creationId xmlns:p14="http://schemas.microsoft.com/office/powerpoint/2010/main" val="1915637573"/>
      </p:ext>
    </p:extLst>
  </p:cSld>
</p:sld>
</file>

<file path=ppt/slides/slide8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388D8E-7C5D-40E2-9160-A843ED62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56752-9143-4335-9B44-18D0D574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DEEC5-829B-4D2C-AE98-FFE6CDB0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006389-41F6-4646-8718-A9247427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and Synchronise a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4B7CD-953B-4005-B5FF-A33F9CC1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AC4C8-D62B-4B3F-A3EB-A4E6148B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C664C-E2D2-48BD-BDF0-546987C2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D4329-D86F-458C-BCF4-DA24CA50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199553730"/>
      </p:ext>
    </p:extLst>
  </p:cSld>
</p:sld>
</file>

<file path=ppt/slides/slide8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AC846E-998B-47A3-8301-B0E919D4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984E8-987A-4F07-AB65-22EDF211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FE63A-5586-4BF3-9ABC-990DBC47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9EFC2C1-722E-415D-966A-A971D053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Beam Reinforcement with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FF338-D1A2-4090-8C6F-9FE230BA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Read and apply beam Side Labels with the + and / separators correctly.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FC8AF-FC45-4427-B8E6-0EAB4814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42D5C-548F-4A37-95BB-210F5CB8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beam and Side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FB651-B2D2-4595-9CC7-4866F0ED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Interpret notation using 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BEBD4-2AC9-4D1E-BC83-344EDC4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Interpret notation using 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76456-08F0-48C1-AF24-1C12D8C5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Check the Side Label result</a:t>
            </a:r>
          </a:p>
        </p:txBody>
      </p:sp>
    </p:spTree>
    <p:extLst>
      <p:ext uri="{BB962C8B-B14F-4D97-AF65-F5344CB8AC3E}">
        <p14:creationId xmlns:p14="http://schemas.microsoft.com/office/powerpoint/2010/main" val="958224664"/>
      </p:ext>
    </p:extLst>
  </p:cSld>
</p:sld>
</file>

<file path=ppt/slides/slide8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39BA1C-1A2C-4240-BAE0-B45CEC03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1DA40-1509-4C83-942B-427CCC5B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26F5D-398F-4465-92DA-3F4B942A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1807CD-5EB0-4458-84CC-A4F0E42E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beam and Side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171257bf64b24"/>
          <a:stretch xmlns:a="http://schemas.openxmlformats.org/drawingml/2006/main"/>
        </p:blipFill>
        <p:spPr>
          <a:xfrm xmlns:a="http://schemas.openxmlformats.org/drawingml/2006/main">
            <a:off x="5086350" y="1859270"/>
            <a:ext cx="6419850" cy="356808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D8D96-909F-4890-AA33-D99A8D13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label that belongs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currently being defined.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D6366-A043-48EA-91DD-599657FC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beam-section detail and 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fields.</a:t>
            </a:r>
          </a:p>
        </p:txBody>
      </p:sp>
    </p:spTree>
    <p:extLst>
      <p:ext uri="{BB962C8B-B14F-4D97-AF65-F5344CB8AC3E}">
        <p14:creationId xmlns:p14="http://schemas.microsoft.com/office/powerpoint/2010/main" val="1860013344"/>
      </p:ext>
    </p:extLst>
  </p:cSld>
</p:sld>
</file>

<file path=ppt/slides/slide8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861419-B10B-4F30-87DD-690A621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33CAB-D101-46F2-B2E5-6BC247F1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AE3DB-B8D8-4A02-8462-C031E5EE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1F4663-679A-454F-BBDE-D3451D82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Interpret notation using +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18bbad77c4a41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2FEB5-6703-4C34-B1E5-341CC65F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manual example, + combines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 groups at the same position;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retain that grouping when entering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7771E-E706-4A57-BDA3-8E580C44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comparison of plus and slash notation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 beam bars.</a:t>
            </a:r>
          </a:p>
        </p:txBody>
      </p:sp>
    </p:spTree>
    <p:extLst>
      <p:ext uri="{BB962C8B-B14F-4D97-AF65-F5344CB8AC3E}">
        <p14:creationId xmlns:p14="http://schemas.microsoft.com/office/powerpoint/2010/main" val="1371052300"/>
      </p:ext>
    </p:extLst>
  </p:cSld>
</p:sld>
</file>

<file path=ppt/slides/slide8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102262-556A-4C3C-9510-EA2FDDAA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3F18C-29A7-488F-9825-9388A9D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7BA44-5C66-4A91-B0AD-02518D2F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2ED058-6483-4D1D-AF67-8741175E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Interpret notation using /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4739b0c0a437e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B5138-49D7-42AE-84A6-BC659269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manual example, / separates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bars between layers; do not treat it 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single-layer addition.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64E3E-8A97-411B-964E-F212B93E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comparison of plus and slash notation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 beam bars.</a:t>
            </a:r>
          </a:p>
        </p:txBody>
      </p:sp>
    </p:spTree>
    <p:extLst>
      <p:ext uri="{BB962C8B-B14F-4D97-AF65-F5344CB8AC3E}">
        <p14:creationId xmlns:p14="http://schemas.microsoft.com/office/powerpoint/2010/main" val="53971832"/>
      </p:ext>
    </p:extLst>
  </p:cSld>
</p:sld>
</file>

<file path=ppt/slides/slide8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08614-77C7-42E6-B093-1AB71E53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191B2-7961-4C5D-B0F5-CF23CBC8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EB137-D990-4A74-97DE-A2C72DE6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BE32DD5-F48C-4581-A915-89D2E938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Side Label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6698ff52345df"/>
          <a:stretch xmlns:a="http://schemas.openxmlformats.org/drawingml/2006/main"/>
        </p:blipFill>
        <p:spPr>
          <a:xfrm xmlns:a="http://schemas.openxmlformats.org/drawingml/2006/main">
            <a:off x="5086350" y="2054845"/>
            <a:ext cx="6419850" cy="31769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F5E40-D50E-4814-96AC-D9BB74D6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the resulting arrangement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with the source beam label and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E97C4-2B55-4626-9849-2B1437DD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Side Label, selected beam,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input table.</a:t>
            </a:r>
          </a:p>
        </p:txBody>
      </p:sp>
    </p:spTree>
    <p:extLst>
      <p:ext uri="{BB962C8B-B14F-4D97-AF65-F5344CB8AC3E}">
        <p14:creationId xmlns:p14="http://schemas.microsoft.com/office/powerpoint/2010/main" val="46055584"/>
      </p:ext>
    </p:extLst>
  </p:cSld>
</p:sld>
</file>

<file path=ppt/slides/slide8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C9C38E-C8D6-4B65-908E-E49A26D5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A7B6E-09B6-47AC-90FD-90841DDC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2D716-4795-47A7-B986-235F0133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DB5113-10B5-4F17-96A8-191F977B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Beam Reinforcement with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37546-B964-4DE2-8ECF-6450EF53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2EE7A-A3D0-48D8-A9CA-C421EE5D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32161-4B70-44D9-931E-939A909D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DCAD9-1AC1-4E68-B2C3-5D4F52B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740519770"/>
      </p:ext>
    </p:extLst>
  </p:cSld>
</p:sld>
</file>

<file path=ppt/slides/slide8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302AB4-7092-4717-B8A5-4C4D5A81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F6685-CACC-4778-B38C-6AB1A772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A478D-DB17-4A45-8C83-97848D76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1EE932-2FDC-418D-98D4-D5688B73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or Create Beams from a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35425-4BF4-44DE-B75D-2313BC2C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between synchronising existing beams and generating elements that have not been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modelled.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307A5-5C33-4443-94F8-6C01B887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A36EA-299E-4367-B984-99BB9BD2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Import the beam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5A029-A58F-40BF-BE49-CBD9FECF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Map the schedule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7A396-92F6-4720-8718-B773AF01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78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Synchronise an existing beam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473E5-7210-45DF-B1B2-C59C45FC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34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Generate an unmodelled beam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CC3F6-A4F1-49A0-9530-80DA3380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906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result scope</a:t>
            </a:r>
          </a:p>
        </p:txBody>
      </p:sp>
    </p:spTree>
    <p:extLst>
      <p:ext uri="{BB962C8B-B14F-4D97-AF65-F5344CB8AC3E}">
        <p14:creationId xmlns:p14="http://schemas.microsoft.com/office/powerpoint/2010/main" val="843146553"/>
      </p:ext>
    </p:extLst>
  </p:cSld>
</p:sld>
</file>

<file path=ppt/slides/slide8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CE2D77-C2FC-491D-AF55-5FBC2479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18EA8-0A43-4E27-944E-1EF80156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6F836-8DA0-4D18-A95F-D8293956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68DAC0-EA1E-4709-BF12-FCD7E669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the beam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33419815041d3"/>
          <a:stretch xmlns:a="http://schemas.openxmlformats.org/drawingml/2006/main"/>
        </p:blipFill>
        <p:spPr>
          <a:xfrm xmlns:a="http://schemas.openxmlformats.org/drawingml/2006/main">
            <a:off x="5086350" y="2108671"/>
            <a:ext cx="6419850" cy="30692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5055A-969F-41A3-BD57-34C9B0C7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the correct table and ensure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identities can be mapped.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8B67A-EF28-4697-A32A-0D19FDC1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 Schedule and its import or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export controls.</a:t>
            </a:r>
          </a:p>
        </p:txBody>
      </p:sp>
    </p:spTree>
    <p:extLst>
      <p:ext uri="{BB962C8B-B14F-4D97-AF65-F5344CB8AC3E}">
        <p14:creationId xmlns:p14="http://schemas.microsoft.com/office/powerpoint/2010/main" val="1841801190"/>
      </p:ext>
    </p:extLst>
  </p:cSld>
</p:sld>
</file>

<file path=ppt/slides/slide8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B057F-5EB7-4405-8671-20948349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31F9F-33CA-4543-AC6C-12A80A3A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0462B-6816-4C93-BA3C-43117CFB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AD9114-8B47-448E-9DC2-A4B540B0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Map the schedule columns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570ee39464db7"/>
          <a:stretch xmlns:a="http://schemas.openxmlformats.org/drawingml/2006/main"/>
        </p:blipFill>
        <p:spPr>
          <a:xfrm xmlns:a="http://schemas.openxmlformats.org/drawingml/2006/main">
            <a:off x="5086350" y="2072832"/>
            <a:ext cx="6419850" cy="31409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1910D-9CC1-4F63-9290-2F13472F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Connect labels and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to the attributes shown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1E4AB-4BDD-42A3-85E0-28BD832A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beam-schedule mapping table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fields.</a:t>
            </a:r>
          </a:p>
        </p:txBody>
      </p:sp>
    </p:spTree>
    <p:extLst>
      <p:ext uri="{BB962C8B-B14F-4D97-AF65-F5344CB8AC3E}">
        <p14:creationId xmlns:p14="http://schemas.microsoft.com/office/powerpoint/2010/main" val="1670211447"/>
      </p:ext>
    </p:extLst>
  </p:cSld>
</p:sld>
</file>

<file path=ppt/slides/slide8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10F384-55B5-46C9-B837-3C985C47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8B4A7-CC03-4230-A770-45AE1F53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6FF88-A243-40D1-882C-D9E54A2C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0E1D72-1B5D-4EC5-A376-3CD0A61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Synchronise an existing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1476978824625"/>
          <a:stretch xmlns:a="http://schemas.openxmlformats.org/drawingml/2006/main"/>
        </p:blipFill>
        <p:spPr>
          <a:xfrm xmlns:a="http://schemas.openxmlformats.org/drawingml/2006/main">
            <a:off x="5086350" y="2079669"/>
            <a:ext cx="6419850" cy="312728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61D26-C4F6-4E13-84C4-516D235A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If the beam is already modelled,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update its information without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creating a duplicate element.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5F279-28E9-4F07-9C83-BDC9671B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workflow from Excel to Generate 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Schedule.</a:t>
            </a:r>
          </a:p>
        </p:txBody>
      </p:sp>
    </p:spTree>
    <p:extLst>
      <p:ext uri="{BB962C8B-B14F-4D97-AF65-F5344CB8AC3E}">
        <p14:creationId xmlns:p14="http://schemas.microsoft.com/office/powerpoint/2010/main" val="274041660"/>
      </p:ext>
    </p:extLst>
  </p:cSld>
</p:sld>
</file>

<file path=ppt/slides/slide8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8F5745-DF51-4EB4-AE1E-47BD05EE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3B803-6DD3-48D0-A280-83FBE227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5C9CE-7667-4EBE-8DD4-6A99DE96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887158-7A5F-4D87-8A5C-A44BF780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Generate an unmodelled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de8e7d5684fff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C3257-4068-4F3E-AA92-D9B393CE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If the element does not exist, use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 result to generate the beam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through the documented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E88FE-A5E5-47DE-8CFB-0CAE183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and Sync Beam Info 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828153661"/>
      </p:ext>
    </p:extLst>
  </p:cSld>
</p:sld>
</file>

<file path=ppt/slides/slide8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86DF2-0F6B-4821-9075-F6F86F4B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C8BC8-607E-4698-B79D-15FE14D6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41B0E-B151-4F6B-80A1-842142D8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25A8AAB-3CEA-46F4-B7DD-8934DC13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result scope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657de7fc44a09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8766A-7469-4FFC-93C8-B9B84D2C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each schedule row produces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intended update or element, not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0C0EE-7A90-40DF-B120-E8189FF5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and Sync Beam Info 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265136494"/>
      </p:ext>
    </p:extLst>
  </p:cSld>
</p:sld>
</file>

<file path=ppt/slides/slide8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15E78-2829-4289-AE16-F437DAB4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FEC9B-2A19-4EEF-A58B-3B25920C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1D48A-2694-4376-9DF1-DE3F6961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3547BC-7B79-4D5A-8E60-C63A3724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or Create Beams from a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3128A-CAF2-4A5F-A90C-AF68D444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B5988-AFB2-4C36-BF1D-6A95DA1E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7D66E-276C-4E7F-A2DF-03715E15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D977F-AF30-4279-BED1-40F5BBA7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26686065"/>
      </p:ext>
    </p:extLst>
  </p:cSld>
</p:sld>
</file>

<file path=ppt/slides/slide8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EACC32-DF6C-4B7A-A33A-43FC7E5E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C57AF-201E-45D9-B408-99B4683B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91DB5-6D0D-48B4-9FC2-B1DDF95C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B0F35C-1238-4EFF-9164-DED0EE8F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Beam Supports and Reinforcement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54F63-F3FF-43BC-99E9-C488441C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beam supports and reinforcement layout match the model condition.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EEC77-AE5B-41A0-9B33-C0B5D618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2CDA3-E169-439E-A364-17DC4D2D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Check beam supports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E74AD-8B10-4223-A400-95A76019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Review the reinforcement layout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D38AA-A36B-485B-BD8B-A840462E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Correct data mismatches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EDCFB-BC3D-4BAD-951E-E239339A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Validate the final result</a:t>
            </a:r>
          </a:p>
        </p:txBody>
      </p:sp>
    </p:spTree>
    <p:extLst>
      <p:ext uri="{BB962C8B-B14F-4D97-AF65-F5344CB8AC3E}">
        <p14:creationId xmlns:p14="http://schemas.microsoft.com/office/powerpoint/2010/main" val="974580443"/>
      </p:ext>
    </p:extLst>
  </p:cSld>
</p:sld>
</file>

<file path=ppt/slides/slide8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57A7F-B49C-4936-8262-FA513223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6E6EF-80E9-48B4-9810-036C39DA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73845-CC38-4968-9FF7-E2182092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89CF5E2-E45E-481A-9FE7-B75515AF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beam supports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fba2cb7c840fc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31EF8-35C1-4EFE-BBDC-024E2F92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beam-end relationships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 recognised before reviewing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ranges.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67D5C-9EF7-4092-B145-C34C439E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Beam-support relationships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ranges.</a:t>
            </a:r>
          </a:p>
        </p:txBody>
      </p:sp>
    </p:spTree>
    <p:extLst>
      <p:ext uri="{BB962C8B-B14F-4D97-AF65-F5344CB8AC3E}">
        <p14:creationId xmlns:p14="http://schemas.microsoft.com/office/powerpoint/2010/main" val="1424232162"/>
      </p:ext>
    </p:extLst>
  </p:cSld>
</p:sld>
</file>

<file path=ppt/slides/slide8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40676D-BA82-4192-8EB4-9F901F66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62D1A-47DC-4554-8813-6DF4743C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B62EE-FC2F-4306-8703-177B1A77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D53DFEF-49DC-4553-9EE9-69F3176B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the reinforcement layout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c3c2f4b43435f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A3166-E970-44E2-A99A-297962DB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top, bottom and related bar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positions against the source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2EC2D-1095-488F-853F-F21A21EC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selected beam and its Rebar Layout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result.</a:t>
            </a:r>
          </a:p>
        </p:txBody>
      </p:sp>
    </p:spTree>
    <p:extLst>
      <p:ext uri="{BB962C8B-B14F-4D97-AF65-F5344CB8AC3E}">
        <p14:creationId xmlns:p14="http://schemas.microsoft.com/office/powerpoint/2010/main" val="1564132198"/>
      </p:ext>
    </p:extLst>
  </p:cSld>
</p:sld>
</file>

<file path=ppt/slides/slide84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591D1D-0726-475D-A118-07ADAAB6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E8625-4B2A-4AB2-BEB1-761A1B4D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CEE7D-8CC8-4ADF-8FD1-9686E7D6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053D41-6D5C-4491-BB2A-7C0555B6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Correct data mismatches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58695908b4162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837B5-3088-4737-8E92-85361E33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Update only data that can be traced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the schedule or structural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3529E-3168-46AF-8CB5-D5B17BDA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selected beam and its Rebar Layout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result.</a:t>
            </a:r>
          </a:p>
        </p:txBody>
      </p:sp>
    </p:spTree>
    <p:extLst>
      <p:ext uri="{BB962C8B-B14F-4D97-AF65-F5344CB8AC3E}">
        <p14:creationId xmlns:p14="http://schemas.microsoft.com/office/powerpoint/2010/main" val="1978916855"/>
      </p:ext>
    </p:extLst>
  </p:cSld>
</p:sld>
</file>

<file path=ppt/slides/slide8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8A16DD-07DE-4CAB-B994-4BBE2CBE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08624-6705-467A-9E8E-87864618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73B74-AEC8-498F-B165-E698F2DB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855B6AC-1382-4E51-A232-315FC8D8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Validate the final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64a57d73c4159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50F4A-FB42-4928-A70C-6AEA05FC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supports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ranges remain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consistent after correction.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54382-211F-4D32-ADE1-C6E3721E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Beam-support relationships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ranges.</a:t>
            </a:r>
          </a:p>
        </p:txBody>
      </p:sp>
    </p:spTree>
    <p:extLst>
      <p:ext uri="{BB962C8B-B14F-4D97-AF65-F5344CB8AC3E}">
        <p14:creationId xmlns:p14="http://schemas.microsoft.com/office/powerpoint/2010/main" val="974040101"/>
      </p:ext>
    </p:extLst>
  </p:cSld>
</p:sld>
</file>

<file path=ppt/slides/slide8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509E99-711D-4F66-80AE-6FFBF85E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3E535-6141-4B78-863C-EC1DA552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D4876-2C90-4B5B-8796-62700ACC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7FB430-FEB3-4463-A629-D4CF1813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Beam Supports and Reinforcement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9CEE8-F394-4669-843A-F2448A16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9443F-B4F5-4D72-A957-AC6F5787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E8AA2-82D5-465F-8BF3-78880C95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7D422-E7C0-48B1-A6CE-0D5B9354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25335696"/>
      </p:ext>
    </p:extLst>
  </p:cSld>
</p:sld>
</file>

<file path=ppt/slides/slide8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561327-FFDD-40DC-A14C-55C6B5CE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FA795-B720-4048-B3AD-B02FB529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AAF73-57E6-4AEA-96F3-3DEC5574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FF21C2-370A-46D3-A894-4E039C20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and Arrange Slab Main Bars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00667-ACF5-40C0-9B53-1FC6E973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Define slab main reinforcement and adjust its placement area.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E5179-8E39-44BC-AEF2-6444C7B1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10E2F-71D7-4A17-982D-E825D6CD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slab and bar 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54471-D84C-4C7D-8C56-00592A41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Define the main bars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D9780-D0FA-42A7-8177-86F9B5B3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Set the placement 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80466-9D60-4889-8DA5-92295DA1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Adjust the bar arrangement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7A6F5-2342-425E-86AE-4EB4DA7B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slab result</a:t>
            </a:r>
          </a:p>
        </p:txBody>
      </p:sp>
    </p:spTree>
    <p:extLst>
      <p:ext uri="{BB962C8B-B14F-4D97-AF65-F5344CB8AC3E}">
        <p14:creationId xmlns:p14="http://schemas.microsoft.com/office/powerpoint/2010/main" val="1260252908"/>
      </p:ext>
    </p:extLst>
  </p:cSld>
</p:sld>
</file>

<file path=ppt/slides/slide8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CFE5B1-9F4F-40A4-82FF-E81734E6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115C7-3CFF-4043-A107-B894CA51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AFE1D-12C2-4192-B306-87C6FE80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B05890-EEBB-4409-83B4-74F692FB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slab and bar direction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889dbd65a4dce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F8982-1753-4074-BBD0-E2077AFE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the slab area and spanning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direction from the structural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2F825-A9D6-4590-9D93-A67A407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Slab Main Bar Element List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plan.</a:t>
            </a:r>
          </a:p>
        </p:txBody>
      </p:sp>
    </p:spTree>
    <p:extLst>
      <p:ext uri="{BB962C8B-B14F-4D97-AF65-F5344CB8AC3E}">
        <p14:creationId xmlns:p14="http://schemas.microsoft.com/office/powerpoint/2010/main" val="190326414"/>
      </p:ext>
    </p:extLst>
  </p:cSld>
</p:sld>
</file>

<file path=ppt/slides/slide8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E4ECA2-2CDA-4386-BD4E-B39D3100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004F7-F4E8-4695-87FA-D5EFA0AB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288A2-76F7-4139-8D6B-079D2351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45A5FED-A5FB-4432-8541-C8D4E0CC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the main bars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baf7e05234731"/>
          <a:stretch xmlns:a="http://schemas.openxmlformats.org/drawingml/2006/main"/>
        </p:blipFill>
        <p:spPr>
          <a:xfrm xmlns:a="http://schemas.openxmlformats.org/drawingml/2006/main">
            <a:off x="5086350" y="2028863"/>
            <a:ext cx="6419850" cy="32288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0CBBE-D3F0-46AB-99C9-0B3F06C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 diameter and spacing from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without estimating missing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95A41-63DE-44B7-A9F8-01DEE514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slab Attribute Editor and D10-200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labels.</a:t>
            </a:r>
          </a:p>
        </p:txBody>
      </p:sp>
    </p:spTree>
    <p:extLst>
      <p:ext uri="{BB962C8B-B14F-4D97-AF65-F5344CB8AC3E}">
        <p14:creationId xmlns:p14="http://schemas.microsoft.com/office/powerpoint/2010/main" val="16450793"/>
      </p:ext>
    </p:extLst>
  </p:cSld>
</p:sld>
</file>

<file path=ppt/slides/slide8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C46BDB-41F8-4065-9AD2-8077C6C4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61E3E-20D8-45B8-BD11-68B7D264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FA7B6-A7CE-4425-97BA-5D9448D8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0301D2-0895-40E1-B02B-4A99B621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Set the placement area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05c0fa70a4311"/>
          <a:stretch xmlns:a="http://schemas.openxmlformats.org/drawingml/2006/main"/>
        </p:blipFill>
        <p:spPr>
          <a:xfrm xmlns:a="http://schemas.openxmlformats.org/drawingml/2006/main">
            <a:off x="5086350" y="1980358"/>
            <a:ext cx="6419850" cy="33259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40D5E-73E2-4657-96F4-698EABC0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Adjust the layout boundary so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applies to the intended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 area.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327FC-64ED-4699-84B4-AAAABC5C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Main-bar controls and their placement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area.</a:t>
            </a:r>
          </a:p>
        </p:txBody>
      </p:sp>
    </p:spTree>
    <p:extLst>
      <p:ext uri="{BB962C8B-B14F-4D97-AF65-F5344CB8AC3E}">
        <p14:creationId xmlns:p14="http://schemas.microsoft.com/office/powerpoint/2010/main" val="329416239"/>
      </p:ext>
    </p:extLst>
  </p:cSld>
</p:sld>
</file>

<file path=ppt/slides/slide8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D3F1C7-36A1-4AC3-8A7E-07C731B0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E5D9F-0B57-444E-BA89-0F8F071A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A0F27-795D-491C-AEB5-7104C6D4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DC1A15-57C4-4760-ADE1-BB3D3054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Adjust the bar arrangement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a9d8c648444ef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D0AEC-01DC-4868-AE82-D6C21A21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documented layout controls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follow edge and span conditions.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F29AE-F902-443A-9C2C-74F53288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Parametric Arrangement with raft-type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choices.</a:t>
            </a:r>
          </a:p>
        </p:txBody>
      </p:sp>
    </p:spTree>
    <p:extLst>
      <p:ext uri="{BB962C8B-B14F-4D97-AF65-F5344CB8AC3E}">
        <p14:creationId xmlns:p14="http://schemas.microsoft.com/office/powerpoint/2010/main" val="282807814"/>
      </p:ext>
    </p:extLst>
  </p:cSld>
</p:sld>
</file>

<file path=ppt/slides/slide8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9EAAA-E8F1-4868-A8A0-AE546982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249A6-3ACB-48DC-AFD4-D659E6D8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A01F7-024D-4EAE-AB92-98873D8F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22615EB-C8C9-48E7-A0E2-BC2E7A72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slab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3364d79644ce8"/>
          <a:stretch xmlns:a="http://schemas.openxmlformats.org/drawingml/2006/main"/>
        </p:blipFill>
        <p:spPr>
          <a:xfrm xmlns:a="http://schemas.openxmlformats.org/drawingml/2006/main">
            <a:off x="5288638" y="1809750"/>
            <a:ext cx="601527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0F4D7-C47F-49D4-AA7E-478CB780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direction, spacing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coverage with the source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91BFB-7569-455E-B2DF-7F83801A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reinforcement arrangement on the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 plan.</a:t>
            </a:r>
          </a:p>
        </p:txBody>
      </p:sp>
    </p:spTree>
    <p:extLst>
      <p:ext uri="{BB962C8B-B14F-4D97-AF65-F5344CB8AC3E}">
        <p14:creationId xmlns:p14="http://schemas.microsoft.com/office/powerpoint/2010/main" val="700628821"/>
      </p:ext>
    </p:extLst>
  </p:cSld>
</p:sld>
</file>

<file path=ppt/slides/slide8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76E047-57CF-4C40-8B1F-DD17E490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74B4B-560D-4F2D-9A21-A5E696A7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E3DDC-2E4E-4EE7-9E4C-BD3E05B3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B93D418-D5BE-476C-A11F-2FC36F7F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and Arrange Slab Main Bars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457D3-F0B6-41BC-9B2C-56F52909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A837E-8B2B-4D23-8C69-EB92559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545E0-CB41-4FF0-8095-80444465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26073-69FD-4513-B554-4758E248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862016174"/>
      </p:ext>
    </p:extLst>
  </p:cSld>
</p:sld>
</file>

<file path=ppt/slides/slide8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31490E-3BB7-4C91-9354-E087EDD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1CEE6-48A6-40D9-98ED-B8C46FFC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C15F2-1FC5-49BA-9AAF-D5A5EE58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CFC8CAC-6C09-4BCE-AEBA-3FBFCF59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Arrange Slab Support Bars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E8019-4C7B-4612-A8EA-4F161F5C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Place slab support bars on the correct lines and ranges.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E8FD4-0A14-4E00-A0ED-416706E4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B0504-0204-4782-8BB5-A67BB831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Define the support 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506AE-5CB6-403A-8221-F27EF57A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Enter support-bar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5C15F-76FE-44FE-9DBA-E7202464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Set the placement extent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D4EFB-8FDE-4C3C-ACC2-88702F22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Check the relationship to main bars</a:t>
            </a:r>
          </a:p>
        </p:txBody>
      </p:sp>
    </p:spTree>
    <p:extLst>
      <p:ext uri="{BB962C8B-B14F-4D97-AF65-F5344CB8AC3E}">
        <p14:creationId xmlns:p14="http://schemas.microsoft.com/office/powerpoint/2010/main" val="711697370"/>
      </p:ext>
    </p:extLst>
  </p:cSld>
</p:sld>
</file>

<file path=ppt/slides/slide8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2B2C67-4F4B-473A-9099-54F6A4D1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B7555-9B4E-41F3-9AAD-CD27CCB8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54A3C-FCED-483D-8172-578B1F4C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FC8D71-7D7A-47B6-B9B5-7A5B1034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the support 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95f065a774c50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01AB8-F81B-4060-B14B-81DC46B7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support that matches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negative or support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A9FC0-C43C-45EC-AFBD-21477C22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Support-bar controls and support lines.</a:t>
            </a:r>
          </a:p>
        </p:txBody>
      </p:sp>
    </p:spTree>
    <p:extLst>
      <p:ext uri="{BB962C8B-B14F-4D97-AF65-F5344CB8AC3E}">
        <p14:creationId xmlns:p14="http://schemas.microsoft.com/office/powerpoint/2010/main" val="175543965"/>
      </p:ext>
    </p:extLst>
  </p:cSld>
</p:sld>
</file>

<file path=ppt/slides/slide8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8E9E03-81A4-45DD-A3CA-4D5C950D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5BF7C-6112-4157-886D-5CCA1AAC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36E0B-B72F-4EA3-950B-A0937218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AE5CF47-6526-44DD-B9AB-FB8BC4D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support-bar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8a560217e49f7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856DF-4EC6-4229-B31B-A1CF9F1C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diameter, spacing and range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stated in the source documents.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11431-DA36-44BC-832D-A013DD42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Support-bar controls and support lines.</a:t>
            </a:r>
          </a:p>
        </p:txBody>
      </p:sp>
    </p:spTree>
    <p:extLst>
      <p:ext uri="{BB962C8B-B14F-4D97-AF65-F5344CB8AC3E}">
        <p14:creationId xmlns:p14="http://schemas.microsoft.com/office/powerpoint/2010/main" val="102206796"/>
      </p:ext>
    </p:extLst>
  </p:cSld>
</p:sld>
</file>

<file path=ppt/slides/slide8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FB6DD-505D-4BFE-AAD1-7F89FF88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9A250-F5D4-4B82-B940-3AD17872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A5106-158C-422A-911A-30848F57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A7CE3D-2019-4423-BF20-C645A849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Set the placement extent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9da260cec4746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EE39C-1B6B-4E4A-BB22-0A34E67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placement length and side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follow the support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7E177-9489-4BBE-BABB-D062ACEB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support-bar result with spacing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extents.</a:t>
            </a:r>
          </a:p>
        </p:txBody>
      </p:sp>
    </p:spTree>
    <p:extLst>
      <p:ext uri="{BB962C8B-B14F-4D97-AF65-F5344CB8AC3E}">
        <p14:creationId xmlns:p14="http://schemas.microsoft.com/office/powerpoint/2010/main" val="1678120912"/>
      </p:ext>
    </p:extLst>
  </p:cSld>
</p:sld>
</file>

<file path=ppt/slides/slide8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7F8E83-229E-4C5D-8C20-861A10DB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507E8-5A48-45D2-A65E-F84CC2DA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D0BF0-6340-411F-A7A1-AED14F6B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E3045F-11A4-47A8-8CC8-E14AA560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relationship to main bars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5e09c8108408a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16AE5-B933-4B2F-97B9-FD5E8482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whether support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main-bar layouts cover the intended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3889C-09B7-4607-BFFF-326A863E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support-bar result with spacing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extents.</a:t>
            </a:r>
          </a:p>
        </p:txBody>
      </p:sp>
    </p:spTree>
    <p:extLst>
      <p:ext uri="{BB962C8B-B14F-4D97-AF65-F5344CB8AC3E}">
        <p14:creationId xmlns:p14="http://schemas.microsoft.com/office/powerpoint/2010/main" val="1674184706"/>
      </p:ext>
    </p:extLst>
  </p:cSld>
</p:sld>
</file>

<file path=ppt/slides/slide8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CC37A7-C9EA-4FC7-9E2D-C3EB8C0C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13D05-FD2E-40F5-8005-727EB4AA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DB989-D7E9-4C56-B304-59178B8A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C05AD3-90F4-45C5-A769-A6BB6DEF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Arrange Slab Support Bars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C70B5-292B-44CF-A47E-AC18E0FE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39FDF-2D8E-4BDB-AE14-D4AB0149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099D9-B4C8-4A7E-9402-52316D02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DECC3-C5A6-400B-944C-A7B75C2F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2128117745"/>
      </p:ext>
    </p:extLst>
  </p:cSld>
</p:sld>
</file>

<file path=ppt/slides/slide8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D641CB-F7CB-441A-B122-01FC5988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B576E-F2AF-43D3-BCD0-B2A5A1CD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79EF9-1A35-4182-9F09-44A9AE41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8E7FD6-2072-48B2-8EEB-067A7236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Wall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8B082-EA61-4238-8CCA-90D0B448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Apply wall reinforcement according to direction, layer and model area.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8D2B8-7865-4680-9776-79FBFB33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5CF95-446E-48FB-AD87-C3BBB80C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correct wall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223C4-DAB0-4B5C-B50C-86718EF7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Define vertical reinforcement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E6DEF-16C7-46A7-8732-0E4DEA94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Define horizontal reinforcement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F3944-B081-41B2-A9D8-78395F0F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Review areas and 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D95FD-AE23-47FC-950E-85EC46DF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wall result</a:t>
            </a:r>
          </a:p>
        </p:txBody>
      </p:sp>
    </p:spTree>
    <p:extLst>
      <p:ext uri="{BB962C8B-B14F-4D97-AF65-F5344CB8AC3E}">
        <p14:creationId xmlns:p14="http://schemas.microsoft.com/office/powerpoint/2010/main" val="462769932"/>
      </p:ext>
    </p:extLst>
  </p:cSld>
</p:sld>
</file>

<file path=ppt/slides/slide8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E8A8B4-7ABC-4EC5-8B5D-11E4A617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9D6FB-FF42-4B31-BAC1-1EACCB67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D6196-A5B4-4AD6-9ED3-5FBBDB95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D3B753B-7803-4E0C-960C-7A144246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correct wall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e18f8c34445a2"/>
          <a:stretch xmlns:a="http://schemas.openxmlformats.org/drawingml/2006/main"/>
        </p:blipFill>
        <p:spPr>
          <a:xfrm xmlns:a="http://schemas.openxmlformats.org/drawingml/2006/main">
            <a:off x="5086350" y="1989920"/>
            <a:ext cx="6419850" cy="33067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E547C-E601-459D-B8DF-45822F43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wall type, floor and extent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before entering reinforcement.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AEEED-E965-4917-A275-28462D2D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RC Wall in the Element List and 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shear-wall detail.</a:t>
            </a:r>
          </a:p>
        </p:txBody>
      </p:sp>
    </p:spTree>
    <p:extLst>
      <p:ext uri="{BB962C8B-B14F-4D97-AF65-F5344CB8AC3E}">
        <p14:creationId xmlns:p14="http://schemas.microsoft.com/office/powerpoint/2010/main" val="146622939"/>
      </p:ext>
    </p:extLst>
  </p:cSld>
</p:sld>
</file>

<file path=ppt/slides/slide8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5E8B44-0D81-4BED-BB70-980A8548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6447F-B42B-414A-9DC7-A2E5C5FE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3C408-CED6-48EA-8622-63E9FABE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C2DA83-E9ED-4DD5-8D12-49D2F83B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vertical reinforcement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4e5f55cf1421f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7FA3B-F224-435C-863D-071F05DA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 vertical reinforcement data from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applicable wall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B0DFE-4755-46F0-8F89-8A2F1998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RC Wall Attribute Editor with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and cover fields.</a:t>
            </a:r>
          </a:p>
        </p:txBody>
      </p:sp>
    </p:spTree>
    <p:extLst>
      <p:ext uri="{BB962C8B-B14F-4D97-AF65-F5344CB8AC3E}">
        <p14:creationId xmlns:p14="http://schemas.microsoft.com/office/powerpoint/2010/main" val="1097378723"/>
      </p:ext>
    </p:extLst>
  </p:cSld>
</p:sld>
</file>

<file path=ppt/slides/slide8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0F7D88-9B72-4E6E-9644-91CFA47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4D147-99AF-40BF-8926-60606812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9687D-FA6D-403A-ADB1-3F02A602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44F4B4B-63D0-4926-8432-595AC16D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horizontal reinforcement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81c81d7d54f3d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FB4D2-4902-4564-B632-8512A567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horizontal data for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direction and layer specified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E0BF4-6EB6-43AF-AFB5-1F21FFD1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RC Wall Attribute Editor with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and cover fields.</a:t>
            </a:r>
          </a:p>
        </p:txBody>
      </p:sp>
    </p:spTree>
    <p:extLst>
      <p:ext uri="{BB962C8B-B14F-4D97-AF65-F5344CB8AC3E}">
        <p14:creationId xmlns:p14="http://schemas.microsoft.com/office/powerpoint/2010/main" val="974511591"/>
      </p:ext>
    </p:extLst>
  </p:cSld>
</p:sld>
</file>

<file path=ppt/slides/slide8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C42C8-75BC-41B6-8DF3-8FC54F07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2AF74-171E-48B3-B0F0-211E1C2C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FBFA4-AEE4-4C45-ADF4-0D863618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AB688E-2E20-435E-8E5E-78B55DE8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areas and layers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1ed1931934fa9"/>
          <a:stretch xmlns:a="http://schemas.openxmlformats.org/drawingml/2006/main"/>
        </p:blipFill>
        <p:spPr>
          <a:xfrm xmlns:a="http://schemas.openxmlformats.org/drawingml/2006/main">
            <a:off x="5086350" y="2111141"/>
            <a:ext cx="6419850" cy="30643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3560C-0E0C-491E-84C4-10834F3D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reinforcement is on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wall sides and extents.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C84FB-31FD-4ABC-A6CF-E1DB1771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shear-wall detail with highlighted wall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segments.</a:t>
            </a:r>
          </a:p>
        </p:txBody>
      </p:sp>
    </p:spTree>
    <p:extLst>
      <p:ext uri="{BB962C8B-B14F-4D97-AF65-F5344CB8AC3E}">
        <p14:creationId xmlns:p14="http://schemas.microsoft.com/office/powerpoint/2010/main" val="2074374912"/>
      </p:ext>
    </p:extLst>
  </p:cSld>
</p:sld>
</file>

<file path=ppt/slides/slide8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6FD99-9D6B-4C63-99B5-CB3F2240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F5D3C-F46F-4D04-A256-6A4209B1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4A922-DC76-491B-857C-6445EDBA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3E9431-EE30-4852-9661-7EB718D5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wall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ed5d9545f46bc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57E54-2114-4C41-B251-5DC6F8B6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the final arrangement with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source detail before continuing.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AED6D-F5FC-4155-B8D2-1B4A9246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Rules for a wall end connected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a column.</a:t>
            </a:r>
          </a:p>
        </p:txBody>
      </p:sp>
    </p:spTree>
    <p:extLst>
      <p:ext uri="{BB962C8B-B14F-4D97-AF65-F5344CB8AC3E}">
        <p14:creationId xmlns:p14="http://schemas.microsoft.com/office/powerpoint/2010/main" val="709389271"/>
      </p:ext>
    </p:extLst>
  </p:cSld>
</p:sld>
</file>

<file path=ppt/slides/slide8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C22042-0931-47A6-843C-9659D59E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0A047-ACB6-4356-A00C-D9A34D1D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33A25-F050-4D57-9FC6-596679D0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AB9599F-3E4E-4743-AC7C-0933F53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Wall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EEE62-06E8-4F03-AC48-3FEFE5F9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A96FB-E8B5-4CCC-9040-24A8FA9C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F2E9E-35D6-4B5D-B3B7-EFEAA6EA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854A4-5FC6-496D-95D6-A638191D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74515943"/>
      </p:ext>
    </p:extLst>
  </p:cSld>
</p:sld>
</file>

<file path=ppt/slides/slide8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88690D-7798-4BF6-81A1-B8B07754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A2B7C-2D4C-44CB-B9BF-94115F8C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F8686-EFF2-419B-958C-B8E5DE8B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4A6B06D-29A5-46CA-8522-0CD70FC5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Quantity Verification and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C0E41-DA3C-43A6-B99D-2043DEC9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Calculate, validate, classify and report reinforcement results.</a:t>
            </a:r>
          </a:p>
        </p:txBody>
      </p:sp>
    </p:spTree>
    <p:extLst>
      <p:ext uri="{BB962C8B-B14F-4D97-AF65-F5344CB8AC3E}">
        <p14:creationId xmlns:p14="http://schemas.microsoft.com/office/powerpoint/2010/main" val="1106089874"/>
      </p:ext>
    </p:extLst>
  </p:cSld>
</p:sld>
</file>

<file path=ppt/slides/slide8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0ED493-429F-4414-9A31-B6AE56F1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D54C4-E3B5-4C40-8A51-A94C2479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7C8B2-0E30-4F26-8789-051D34F0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80BBB0-00C9-4E85-8447-DFE12085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Calculate by Floor or 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1E37E-5786-48B6-8EE9-E83DDA57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Run calculation for the appropriate floor or entity scope.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90175-2E54-4ADD-A6BE-18C6FCD2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68543-92D8-4251-B320-DBFE4006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Choose the calculation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C1688-AE8F-4195-B762-50A20101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floors or entities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9306C-C1A9-46BF-8D65-87D8A434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Run the calculation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8D6A8-23EE-4959-B95E-12915B9A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Confirm the result is updated</a:t>
            </a:r>
          </a:p>
        </p:txBody>
      </p:sp>
    </p:spTree>
    <p:extLst>
      <p:ext uri="{BB962C8B-B14F-4D97-AF65-F5344CB8AC3E}">
        <p14:creationId xmlns:p14="http://schemas.microsoft.com/office/powerpoint/2010/main" val="1399895392"/>
      </p:ext>
    </p:extLst>
  </p:cSld>
</p:sld>
</file>

<file path=ppt/slides/slide8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828C25-21A0-49AE-AA27-A3E6F868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B357F-FDA9-4640-9E28-CB215F6A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3FE51-F07D-4E07-97C1-07125190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8EDC721-2C60-4920-9BB1-7A9F1529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the calculation scope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6cf9e6d1f432d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DACAE-4A9A-4537-B6C8-0EC65A1A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floors for a broad scope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entities for a focused check.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A6171-6D04-43A3-A1AA-11D92D19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 menu with Calculate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700595318"/>
      </p:ext>
    </p:extLst>
  </p:cSld>
</p:sld>
</file>

<file path=ppt/slides/slide8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B8DA01-4428-4CF9-A7AD-3BF8E892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66C59-701A-480B-AF25-467804AB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8B480-C516-42CC-BF2C-82E637EE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2B50702-687E-443D-8D30-01ACC605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floors or entities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2523f852d4a4c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CA6A4-4F76-4674-84F0-60B4A4CB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the selection includes every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model that requires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updating.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E20EA-6B52-4CAD-A6AC-AC1218B7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 menu with Calculate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479816908"/>
      </p:ext>
    </p:extLst>
  </p:cSld>
</p:sld>
</file>

<file path=ppt/slides/slide8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891293-F646-45D2-85E6-A94CB695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1145D-8F6C-4BDF-BE60-BB6FE36C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21CBE-0AAF-49B8-BE91-DF131421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118B08-DE71-4833-BCCD-1393A6FA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the calculation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c3a9cb380434c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8015B-7751-41EE-A7E3-20D378C4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Start the process after checking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scope and model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03A1B-7008-4270-8559-81A69745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 menu with Calculate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475546308"/>
      </p:ext>
    </p:extLst>
  </p:cSld>
</p:sld>
</file>

<file path=ppt/slides/slide8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FCBDAE-200C-4645-8924-31F800C6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54272-B9FD-489A-A09C-44E8E6EE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4273F-557F-493F-9610-5AEF5F73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8BE22C3-58B1-4BB7-B388-46C223A6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Confirm the result is updated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2775b33be48e1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1E280-2284-4FCD-91EF-7DCBAD3B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Wait for completion before opening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checks or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B2D45-5D41-49A0-A17A-37FCE737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 menu with Calculate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177120793"/>
      </p:ext>
    </p:extLst>
  </p:cSld>
</p:sld>
</file>

<file path=ppt/slides/slide8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D1AF89-6E82-4083-8167-BE94DA3F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C3D50-0D78-4781-9216-32BB6C8D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D3503-7121-4105-940B-93333266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DD9223-6455-4AD9-AD20-7FDAE913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Calculate by Floor or 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93876-1D82-4161-98E8-83DFEB26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DC83B-C403-4BF2-B71C-3FAD207C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97D42-A384-41F2-8355-68395CB2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1F148-4F54-43CF-AD1A-D0993F0B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579590047"/>
      </p:ext>
    </p:extLst>
  </p:cSld>
</p:sld>
</file>

<file path=ppt/slides/slide8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8AD11D-DCE7-4DB5-B206-EC5BB222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D68DD-1DFF-46FD-BB4F-CFC06E0D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70F73-BACE-4790-B600-F17E3525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FF0B94-1215-48CE-9D8F-0330E6FC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Reinforcement with Edit Rebar and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347F9-1FD9-4912-B042-123DDFE4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reinforcement data and geometry before using quantity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C1110-C76B-401D-B980-2CE42785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C632C-A2C5-40E2-B57E-3C6E7CCF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an element to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82BAF-CD98-44A5-AF43-D3D57D03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Edit Rebar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AE92F-AA9D-4283-AEC8-BC658B33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Display Rebar 3D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4EADF-0BC8-4DE5-95D0-B8D7E154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Record and correct findings</a:t>
            </a:r>
          </a:p>
        </p:txBody>
      </p:sp>
    </p:spTree>
    <p:extLst>
      <p:ext uri="{BB962C8B-B14F-4D97-AF65-F5344CB8AC3E}">
        <p14:creationId xmlns:p14="http://schemas.microsoft.com/office/powerpoint/2010/main" val="1871211758"/>
      </p:ext>
    </p:extLst>
  </p:cSld>
</p:sld>
</file>

<file path=ppt/slides/slide8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D52BA7-76D0-4C87-9949-2CC83681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F46E3-E419-455C-8183-CA6755BB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7FE3D-36E7-4AD1-ACCE-B6D3DC00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0F599B-36FF-4928-9D6D-1D09A76A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an element to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fceb800db4847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815CB-0B0D-4D6A-978B-0FF9D852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samples representing important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types and conditions.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3C15C-AC81-4F49-82DB-4507263E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and a 3D wall-reinforcement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model.</a:t>
            </a:r>
          </a:p>
        </p:txBody>
      </p:sp>
    </p:spTree>
    <p:extLst>
      <p:ext uri="{BB962C8B-B14F-4D97-AF65-F5344CB8AC3E}">
        <p14:creationId xmlns:p14="http://schemas.microsoft.com/office/powerpoint/2010/main" val="1306842103"/>
      </p:ext>
    </p:extLst>
  </p:cSld>
</p:sld>
</file>

<file path=ppt/slides/slide8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8601B5-9A64-4910-9B93-1608BD7D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9ED33-A15A-4C7F-967B-A55254B5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6EE5B-6B90-4C47-A504-57FA32B4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E614CD1-849F-441B-9F8A-2CB1A70B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Edit Rebar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c6715aba04644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B2F87-EC6E-45F4-9874-DE6BFE0E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bar data on the selected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and compare it with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source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3B502-2880-4A02-8176-7C796E93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and a 3D wall-reinforcement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model.</a:t>
            </a:r>
          </a:p>
        </p:txBody>
      </p:sp>
    </p:spTree>
    <p:extLst>
      <p:ext uri="{BB962C8B-B14F-4D97-AF65-F5344CB8AC3E}">
        <p14:creationId xmlns:p14="http://schemas.microsoft.com/office/powerpoint/2010/main" val="1298780125"/>
      </p:ext>
    </p:extLst>
  </p:cSld>
</p:sld>
</file>

<file path=ppt/slides/slide8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70281-B59A-4950-BA4B-04321993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ADF3A-F5C4-48F7-8443-B938A82A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C7B6A-E106-4D05-BC22-13D02FCC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F8545E-4BC1-491B-A08B-D5AEF54A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Display Rebar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4c7183bb94694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A2064-B76C-45D1-BD7F-25CC542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three-dimensional view to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bar positions, directions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extents.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0B168-6971-4C2B-B7EE-916984F8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views for beams, walls,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columns.</a:t>
            </a:r>
          </a:p>
        </p:txBody>
      </p:sp>
    </p:spTree>
    <p:extLst>
      <p:ext uri="{BB962C8B-B14F-4D97-AF65-F5344CB8AC3E}">
        <p14:creationId xmlns:p14="http://schemas.microsoft.com/office/powerpoint/2010/main" val="2041749233"/>
      </p:ext>
    </p:extLst>
  </p:cSld>
</p:sld>
</file>

<file path=ppt/slides/slide8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AC15EC-0EE5-4B16-B6A9-0CDDBBAE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170B2-BDE3-4E2B-8C06-795E7485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5E443-61DC-444D-A8C0-9E1AA5BC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F667B8-C40D-4BE1-819C-336DCDC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Record and correct findings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488a013e54de7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47234-C041-42A8-97AC-9F2442B3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source model data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recalculating affected quantities.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7632F-A585-4443-8D70-7F844D50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views for beams, walls,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columns.</a:t>
            </a:r>
          </a:p>
        </p:txBody>
      </p:sp>
    </p:spTree>
    <p:extLst>
      <p:ext uri="{BB962C8B-B14F-4D97-AF65-F5344CB8AC3E}">
        <p14:creationId xmlns:p14="http://schemas.microsoft.com/office/powerpoint/2010/main" val="897453058"/>
      </p:ext>
    </p:extLst>
  </p:cSld>
</p:sld>
</file>

<file path=ppt/slides/slide8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F8460-A5B2-45CC-A7BB-AB171C3E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6035D-B738-4CE0-A0F8-54980C43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15F4E-2BBF-48F1-98C4-995DDC94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217A6A-4CDD-435F-9266-FE999863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Reinforcement with Edit Rebar and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64887-2025-417D-A717-A40892BD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F4BA8-7974-426A-9603-D4055333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98134-3CF1-4EDE-A46B-7FAE93E9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B82C7-B862-4534-90CD-92256B9D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62227786"/>
      </p:ext>
    </p:extLst>
  </p:cSld>
</p:sld>
</file>

<file path=ppt/slides/slide8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38C6CF-0C78-4C55-86E4-DF083084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AF0CB-47D0-4F69-8CD4-7CE93DDB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E0AC6-73EE-4506-A65D-A80A9702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730E0E-B228-4650-86F7-FDD16088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Reinforcement Quantity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2E1F4-81E1-429A-94C2-3C434157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reinforcement quantity results in the calculated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208D6-C9D0-458F-A7E6-E5056DB0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24D81-410E-4BDA-ABB5-F4481140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Confirm calculation is current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5D16F-1DA7-4B37-B34A-E6FDBCDD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View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BEE0A-728F-491E-BF44-FF7017C8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Review result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E3B87-BAA2-47B5-B855-8E2A7A7E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Perform sample checks</a:t>
            </a:r>
          </a:p>
        </p:txBody>
      </p:sp>
    </p:spTree>
    <p:extLst>
      <p:ext uri="{BB962C8B-B14F-4D97-AF65-F5344CB8AC3E}">
        <p14:creationId xmlns:p14="http://schemas.microsoft.com/office/powerpoint/2010/main" val="1876018534"/>
      </p:ext>
    </p:extLst>
  </p:cSld>
</p:sld>
</file>

<file path=ppt/slides/slide8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E72BA-B05E-48DD-8104-B9778740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4C699-5B7F-4885-A414-18697A4A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D1902-A9B3-47DA-82A2-A9D3C68A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9F15CF-724F-4B85-911E-DF899F57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Confirm calculation is current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61d55bc064904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A6F90-60A5-4C8D-B246-EECD5FFF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results updated after the latest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model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FFB8F-128C-47F5-B558-3D2DDC93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with bar and formula details.</a:t>
            </a:r>
          </a:p>
        </p:txBody>
      </p:sp>
    </p:spTree>
    <p:extLst>
      <p:ext uri="{BB962C8B-B14F-4D97-AF65-F5344CB8AC3E}">
        <p14:creationId xmlns:p14="http://schemas.microsoft.com/office/powerpoint/2010/main" val="2141826545"/>
      </p:ext>
    </p:extLst>
  </p:cSld>
</p:sld>
</file>

<file path=ppt/slides/slide8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812BB8-132A-4C8B-A7DD-5336B887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72362-067E-4F5D-BDF9-DCA985B5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71EAE-6CBC-43C2-90C2-15FD2107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64E16C6-50C3-4F65-84FC-D5BE14CC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View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3cd24006849ec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6E66C-FDEC-4948-9B03-15ABEA7A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quantity results for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or scope under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2E03B-634B-4532-85F4-9EF143B2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with bar and formula details.</a:t>
            </a:r>
          </a:p>
        </p:txBody>
      </p:sp>
    </p:spTree>
    <p:extLst>
      <p:ext uri="{BB962C8B-B14F-4D97-AF65-F5344CB8AC3E}">
        <p14:creationId xmlns:p14="http://schemas.microsoft.com/office/powerpoint/2010/main" val="155169842"/>
      </p:ext>
    </p:extLst>
  </p:cSld>
</p:sld>
</file>

<file path=ppt/slides/slide8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24453E-5A7C-4458-9E16-72C417F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5416C-CC87-41DD-A140-80DCF1B8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85C5A-DFC7-4024-B227-A294AAF5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609206-5D40-4826-9A33-D418D68D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result details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72e68e79e4799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D8F28-E124-4AAD-A479-7E55A369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bar types, values and units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against the selected model element.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D01D1-068A-4372-B3A4-155F1F31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with bar and formula details.</a:t>
            </a:r>
          </a:p>
        </p:txBody>
      </p:sp>
    </p:spTree>
    <p:extLst>
      <p:ext uri="{BB962C8B-B14F-4D97-AF65-F5344CB8AC3E}">
        <p14:creationId xmlns:p14="http://schemas.microsoft.com/office/powerpoint/2010/main" val="1106845550"/>
      </p:ext>
    </p:extLst>
  </p:cSld>
</p:sld>
</file>

<file path=ppt/slides/slide8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42CF8-FF11-4407-979B-BD025527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AEF87-A393-4CD2-A994-AF1A646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E9E85-5620-40E0-A09B-00D3D9D6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1657F3-3741-472A-960F-3D165C63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Perform sample checks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e012867614d06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39964-D0B0-4A57-B9A6-376323F3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representative results with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data before creating a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99616-876A-4059-A99F-FB6071EE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with bar and formula details.</a:t>
            </a:r>
          </a:p>
        </p:txBody>
      </p:sp>
    </p:spTree>
    <p:extLst>
      <p:ext uri="{BB962C8B-B14F-4D97-AF65-F5344CB8AC3E}">
        <p14:creationId xmlns:p14="http://schemas.microsoft.com/office/powerpoint/2010/main" val="1964297850"/>
      </p:ext>
    </p:extLst>
  </p:cSld>
</p:sld>
</file>

<file path=ppt/slides/slide8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276022-B6C8-4025-8F48-62F3FE12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CBA53-80CD-4F7A-8210-ABE730D5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7F145-F7C0-479D-B267-0C7C35DE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AA454E-C9EB-4F97-A7BF-5BC9DD97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Reinforcement Quantity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7B1E8-9CE5-4B1E-A132-70BBEE66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F877C-F7D0-421C-964C-CDE736F4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F4152-9708-440A-B64A-FE41580D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1821E-D383-4A64-B146-7CD4FBAB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860497843"/>
      </p:ext>
    </p:extLst>
  </p:cSld>
</p:sld>
</file>

<file path=ppt/slides/slide8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812CE-582F-405B-B76F-30B42D92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0DE5A-AEA6-4081-A807-04D6955C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58B2B-B2B8-441B-9615-B6CDA7B8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241A87-6C65-4B29-B314-04D1D8B7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Classify Quantities and Create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5FFC3-CADF-4452-AEAD-B1A0D8E2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Configure classification and produce a reviewable reinforcement report.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66415-61A2-47E5-BF76-E43AA430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8DDD4-0579-418A-8EAB-B0153E84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Set Classification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FF827-2A32-4C97-B016-4FD8437D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Choose classification 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06B7E-DEB9-46E8-8B22-E47FB47D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Apply the grouping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5CB7E-D951-425E-8DF8-04FF6F66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Create the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27370-2809-4404-8C1B-7B9AA23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Verify the final report</a:t>
            </a:r>
          </a:p>
        </p:txBody>
      </p:sp>
    </p:spTree>
    <p:extLst>
      <p:ext uri="{BB962C8B-B14F-4D97-AF65-F5344CB8AC3E}">
        <p14:creationId xmlns:p14="http://schemas.microsoft.com/office/powerpoint/2010/main" val="1533254784"/>
      </p:ext>
    </p:extLst>
  </p:cSld>
</p:sld>
</file>

<file path=ppt/slides/slide8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00A2E-241B-4EBB-87F6-07118A16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06E24-A597-48FA-B2F5-5A6E5DA5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C63A2-EAF1-4DDE-822D-92AD7783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BBE103-7286-47AB-8C09-6427500B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Set Classification Condition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1877015ef46c6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8B839-6B6D-4F38-B223-38C9EA42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this TRB command to define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grouping structure for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73ADD-299B-488F-BD20-F0AE0F85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and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881141761"/>
      </p:ext>
    </p:extLst>
  </p:cSld>
</p:sld>
</file>

<file path=ppt/slides/slide8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9D5D7A-BC0F-4B6A-9544-0C08E13E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34E98-4302-4A95-9522-A263AED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10DA8-E6AB-4B65-B38A-CCDF927B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A24809-6E50-4A8A-A0DE-3A11BA4E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classification conditions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743667ab0446c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B17DD-7CB6-4C54-B246-F25E374C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Arrange the required attributes for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report purpose and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B627E-1A1F-4370-82E6-6F644675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and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1588856929"/>
      </p:ext>
    </p:extLst>
  </p:cSld>
</p:sld>
</file>

<file path=ppt/slides/slide8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223E3-5870-430E-8284-62D14898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87DE2-A1F0-4DCB-9622-D8AA77D1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33658-D817-4103-8239-78E5DEC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E09A14-5096-4E82-85B6-1F0573A9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the grouping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36869ba5e433b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88D61-12A0-41C7-8B5E-12050CDD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resulting hierarchy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generating the final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E4D2D-E47B-4EF0-862A-AFFFAD74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Report panel with Rebar Schedule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summaries.</a:t>
            </a:r>
          </a:p>
        </p:txBody>
      </p:sp>
    </p:spTree>
    <p:extLst>
      <p:ext uri="{BB962C8B-B14F-4D97-AF65-F5344CB8AC3E}">
        <p14:creationId xmlns:p14="http://schemas.microsoft.com/office/powerpoint/2010/main" val="1438751615"/>
      </p:ext>
    </p:extLst>
  </p:cSld>
</p:sld>
</file>

<file path=ppt/slides/slide8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788927-8B4B-4306-906D-88F23D17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07472-1016-4A43-8CBA-F8794D25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79DDC-7DB8-4B18-9EA9-C57DCB26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6D0CCD-378A-4953-961F-632B023D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the report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a3a4fc0634c45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3AAFB-D163-49CF-BA86-DCF94384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the reinforcement-weight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report with verified scope and units.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DEBC1-148C-4E43-B769-EB71C253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Report panel with Rebar Schedule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summaries.</a:t>
            </a:r>
          </a:p>
        </p:txBody>
      </p:sp>
    </p:spTree>
    <p:extLst>
      <p:ext uri="{BB962C8B-B14F-4D97-AF65-F5344CB8AC3E}">
        <p14:creationId xmlns:p14="http://schemas.microsoft.com/office/powerpoint/2010/main" val="1037184108"/>
      </p:ext>
    </p:extLst>
  </p:cSld>
</p:sld>
</file>

<file path=ppt/slides/slide8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C79EC5-C01C-48A2-9AED-738B95E2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9A94D-17E7-40AC-BAFA-249B3ECC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A3848-8C34-480C-B26B-41D191B7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61ED25A-F208-47A9-8EF7-664367DE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Verify the final report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5e37ee005458c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FA09D-19D2-4874-86FE-CAD0D381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totals, classifications, units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revision before the report is used.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B5505-4C9E-4BBC-A1BD-8C60B77B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Report panel with Rebar Schedule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summaries.</a:t>
            </a:r>
          </a:p>
        </p:txBody>
      </p:sp>
    </p:spTree>
    <p:extLst>
      <p:ext uri="{BB962C8B-B14F-4D97-AF65-F5344CB8AC3E}">
        <p14:creationId xmlns:p14="http://schemas.microsoft.com/office/powerpoint/2010/main" val="1078753104"/>
      </p:ext>
    </p:extLst>
  </p:cSld>
</p:sld>
</file>

<file path=ppt/slides/slide8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991EB7-5D3F-479C-8C07-DD196764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6242A-725C-49E7-B235-76BA2EB1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A5942-3EB3-47E0-984E-624C3A78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SECTION 3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5A54AA3-79B1-472C-A023-AE8EBE1B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Classify Quantities and Create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2835E-C62A-4FE6-9E8B-23648475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82544-B98B-45D3-AE1D-F82B22C4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5B15F-D5DD-4649-A849-0E193AEB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CA3A2-A7A3-4E3F-9AF4-8ED9476A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851358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2026-10-13T09:51:46.6740000Z</dcterms:created>
  <dcterms:modified xsi:type="dcterms:W3CDTF">2026-10-13T09:51:46.6740000Z</dcterms:modified>
</coreProperties>
</file>