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561.xml" ContentType="application/vnd.openxmlformats-officedocument.presentationml.slide+xml"/>
  <Override PartName="/ppt/notesSlides/notesSlide561.xml" ContentType="application/vnd.openxmlformats-officedocument.presentationml.notesSlide+xml"/>
  <Override PartName="/ppt/slides/slide562.xml" ContentType="application/vnd.openxmlformats-officedocument.presentationml.slide+xml"/>
  <Override PartName="/ppt/notesSlides/notesSlide562.xml" ContentType="application/vnd.openxmlformats-officedocument.presentationml.notesSlide+xml"/>
  <Override PartName="/ppt/slides/slide563.xml" ContentType="application/vnd.openxmlformats-officedocument.presentationml.slide+xml"/>
  <Override PartName="/ppt/notesSlides/notesSlide563.xml" ContentType="application/vnd.openxmlformats-officedocument.presentationml.notesSlide+xml"/>
  <Override PartName="/ppt/slides/slide564.xml" ContentType="application/vnd.openxmlformats-officedocument.presentationml.slide+xml"/>
  <Override PartName="/ppt/notesSlides/notesSlide564.xml" ContentType="application/vnd.openxmlformats-officedocument.presentationml.notesSlide+xml"/>
  <Override PartName="/ppt/slides/slide565.xml" ContentType="application/vnd.openxmlformats-officedocument.presentationml.slide+xml"/>
  <Override PartName="/ppt/notesSlides/notesSlide565.xml" ContentType="application/vnd.openxmlformats-officedocument.presentationml.notesSlide+xml"/>
  <Override PartName="/ppt/slides/slide566.xml" ContentType="application/vnd.openxmlformats-officedocument.presentationml.slide+xml"/>
  <Override PartName="/ppt/notesSlides/notesSlide566.xml" ContentType="application/vnd.openxmlformats-officedocument.presentationml.notesSlide+xml"/>
  <Override PartName="/ppt/slides/slide567.xml" ContentType="application/vnd.openxmlformats-officedocument.presentationml.slide+xml"/>
  <Override PartName="/ppt/notesSlides/notesSlide567.xml" ContentType="application/vnd.openxmlformats-officedocument.presentationml.notesSlide+xml"/>
  <Override PartName="/ppt/slides/slide568.xml" ContentType="application/vnd.openxmlformats-officedocument.presentationml.slide+xml"/>
  <Override PartName="/ppt/notesSlides/notesSlide568.xml" ContentType="application/vnd.openxmlformats-officedocument.presentationml.notesSlide+xml"/>
  <Override PartName="/ppt/slides/slide569.xml" ContentType="application/vnd.openxmlformats-officedocument.presentationml.slide+xml"/>
  <Override PartName="/ppt/notesSlides/notesSlide569.xml" ContentType="application/vnd.openxmlformats-officedocument.presentationml.notesSlide+xml"/>
  <Override PartName="/ppt/slides/slide570.xml" ContentType="application/vnd.openxmlformats-officedocument.presentationml.slide+xml"/>
  <Override PartName="/ppt/notesSlides/notesSlide570.xml" ContentType="application/vnd.openxmlformats-officedocument.presentationml.notesSlide+xml"/>
  <Override PartName="/ppt/slides/slide571.xml" ContentType="application/vnd.openxmlformats-officedocument.presentationml.slide+xml"/>
  <Override PartName="/ppt/notesSlides/notesSlide571.xml" ContentType="application/vnd.openxmlformats-officedocument.presentationml.notesSlide+xml"/>
  <Override PartName="/ppt/slides/slide572.xml" ContentType="application/vnd.openxmlformats-officedocument.presentationml.slide+xml"/>
  <Override PartName="/ppt/notesSlides/notesSlide572.xml" ContentType="application/vnd.openxmlformats-officedocument.presentationml.notesSlide+xml"/>
  <Override PartName="/ppt/slides/slide573.xml" ContentType="application/vnd.openxmlformats-officedocument.presentationml.slide+xml"/>
  <Override PartName="/ppt/notesSlides/notesSlide573.xml" ContentType="application/vnd.openxmlformats-officedocument.presentationml.notesSlide+xml"/>
  <Override PartName="/ppt/slides/slide574.xml" ContentType="application/vnd.openxmlformats-officedocument.presentationml.slide+xml"/>
  <Override PartName="/ppt/notesSlides/notesSlide574.xml" ContentType="application/vnd.openxmlformats-officedocument.presentationml.notesSlide+xml"/>
  <Override PartName="/ppt/slides/slide575.xml" ContentType="application/vnd.openxmlformats-officedocument.presentationml.slide+xml"/>
  <Override PartName="/ppt/notesSlides/notesSlide575.xml" ContentType="application/vnd.openxmlformats-officedocument.presentationml.notesSlide+xml"/>
  <Override PartName="/ppt/slides/slide576.xml" ContentType="application/vnd.openxmlformats-officedocument.presentationml.slide+xml"/>
  <Override PartName="/ppt/notesSlides/notesSlide576.xml" ContentType="application/vnd.openxmlformats-officedocument.presentationml.notesSlide+xml"/>
  <Override PartName="/ppt/slides/slide577.xml" ContentType="application/vnd.openxmlformats-officedocument.presentationml.slide+xml"/>
  <Override PartName="/ppt/notesSlides/notesSlide577.xml" ContentType="application/vnd.openxmlformats-officedocument.presentationml.notesSlide+xml"/>
  <Override PartName="/ppt/slides/slide578.xml" ContentType="application/vnd.openxmlformats-officedocument.presentationml.slide+xml"/>
  <Override PartName="/ppt/notesSlides/notesSlide578.xml" ContentType="application/vnd.openxmlformats-officedocument.presentationml.notesSlide+xml"/>
  <Override PartName="/ppt/slides/slide579.xml" ContentType="application/vnd.openxmlformats-officedocument.presentationml.slide+xml"/>
  <Override PartName="/ppt/notesSlides/notesSlide579.xml" ContentType="application/vnd.openxmlformats-officedocument.presentationml.notesSlide+xml"/>
  <Override PartName="/ppt/slides/slide580.xml" ContentType="application/vnd.openxmlformats-officedocument.presentationml.slide+xml"/>
  <Override PartName="/ppt/notesSlides/notesSlide580.xml" ContentType="application/vnd.openxmlformats-officedocument.presentationml.notesSlide+xml"/>
  <Override PartName="/ppt/slides/slide581.xml" ContentType="application/vnd.openxmlformats-officedocument.presentationml.slide+xml"/>
  <Override PartName="/ppt/notesSlides/notesSlide581.xml" ContentType="application/vnd.openxmlformats-officedocument.presentationml.notesSlide+xml"/>
  <Override PartName="/ppt/slides/slide582.xml" ContentType="application/vnd.openxmlformats-officedocument.presentationml.slide+xml"/>
  <Override PartName="/ppt/notesSlides/notesSlide582.xml" ContentType="application/vnd.openxmlformats-officedocument.presentationml.notesSlide+xml"/>
  <Override PartName="/ppt/slides/slide583.xml" ContentType="application/vnd.openxmlformats-officedocument.presentationml.slide+xml"/>
  <Override PartName="/ppt/notesSlides/notesSlide583.xml" ContentType="application/vnd.openxmlformats-officedocument.presentationml.notesSlide+xml"/>
  <Override PartName="/ppt/slides/slide584.xml" ContentType="application/vnd.openxmlformats-officedocument.presentationml.slide+xml"/>
  <Override PartName="/ppt/notesSlides/notesSlide584.xml" ContentType="application/vnd.openxmlformats-officedocument.presentationml.notesSlide+xml"/>
  <Override PartName="/ppt/slides/slide585.xml" ContentType="application/vnd.openxmlformats-officedocument.presentationml.slide+xml"/>
  <Override PartName="/ppt/notesSlides/notesSlide585.xml" ContentType="application/vnd.openxmlformats-officedocument.presentationml.notesSlide+xml"/>
  <Override PartName="/ppt/slides/slide586.xml" ContentType="application/vnd.openxmlformats-officedocument.presentationml.slide+xml"/>
  <Override PartName="/ppt/notesSlides/notesSlide586.xml" ContentType="application/vnd.openxmlformats-officedocument.presentationml.notesSlide+xml"/>
  <Override PartName="/ppt/slides/slide587.xml" ContentType="application/vnd.openxmlformats-officedocument.presentationml.slide+xml"/>
  <Override PartName="/ppt/notesSlides/notesSlide587.xml" ContentType="application/vnd.openxmlformats-officedocument.presentationml.notesSlide+xml"/>
  <Override PartName="/ppt/slides/slide588.xml" ContentType="application/vnd.openxmlformats-officedocument.presentationml.slide+xml"/>
  <Override PartName="/ppt/notesSlides/notesSlide588.xml" ContentType="application/vnd.openxmlformats-officedocument.presentationml.notesSlide+xml"/>
  <Override PartName="/ppt/slides/slide589.xml" ContentType="application/vnd.openxmlformats-officedocument.presentationml.slide+xml"/>
  <Override PartName="/ppt/notesSlides/notesSlide589.xml" ContentType="application/vnd.openxmlformats-officedocument.presentationml.notesSlide+xml"/>
  <Override PartName="/ppt/slides/slide590.xml" ContentType="application/vnd.openxmlformats-officedocument.presentationml.slide+xml"/>
  <Override PartName="/ppt/notesSlides/notesSlide590.xml" ContentType="application/vnd.openxmlformats-officedocument.presentationml.notesSlide+xml"/>
  <Override PartName="/ppt/slides/slide591.xml" ContentType="application/vnd.openxmlformats-officedocument.presentationml.slide+xml"/>
  <Override PartName="/ppt/notesSlides/notesSlide591.xml" ContentType="application/vnd.openxmlformats-officedocument.presentationml.notesSlide+xml"/>
  <Override PartName="/ppt/slides/slide592.xml" ContentType="application/vnd.openxmlformats-officedocument.presentationml.slide+xml"/>
  <Override PartName="/ppt/notesSlides/notesSlide592.xml" ContentType="application/vnd.openxmlformats-officedocument.presentationml.notesSlide+xml"/>
  <Override PartName="/ppt/slides/slide593.xml" ContentType="application/vnd.openxmlformats-officedocument.presentationml.slide+xml"/>
  <Override PartName="/ppt/notesSlides/notesSlide593.xml" ContentType="application/vnd.openxmlformats-officedocument.presentationml.notesSlide+xml"/>
  <Override PartName="/ppt/slides/slide594.xml" ContentType="application/vnd.openxmlformats-officedocument.presentationml.slide+xml"/>
  <Override PartName="/ppt/notesSlides/notesSlide594.xml" ContentType="application/vnd.openxmlformats-officedocument.presentationml.notesSlide+xml"/>
  <Override PartName="/ppt/slides/slide595.xml" ContentType="application/vnd.openxmlformats-officedocument.presentationml.slide+xml"/>
  <Override PartName="/ppt/notesSlides/notesSlide595.xml" ContentType="application/vnd.openxmlformats-officedocument.presentationml.notesSlide+xml"/>
  <Override PartName="/ppt/slides/slide596.xml" ContentType="application/vnd.openxmlformats-officedocument.presentationml.slide+xml"/>
  <Override PartName="/ppt/notesSlides/notesSlide596.xml" ContentType="application/vnd.openxmlformats-officedocument.presentationml.notesSlide+xml"/>
  <Override PartName="/ppt/slides/slide597.xml" ContentType="application/vnd.openxmlformats-officedocument.presentationml.slide+xml"/>
  <Override PartName="/ppt/notesSlides/notesSlide597.xml" ContentType="application/vnd.openxmlformats-officedocument.presentationml.notesSlide+xml"/>
  <Override PartName="/ppt/slides/slide598.xml" ContentType="application/vnd.openxmlformats-officedocument.presentationml.slide+xml"/>
  <Override PartName="/ppt/notesSlides/notesSlide598.xml" ContentType="application/vnd.openxmlformats-officedocument.presentationml.notesSlide+xml"/>
  <Override PartName="/ppt/slides/slide599.xml" ContentType="application/vnd.openxmlformats-officedocument.presentationml.slide+xml"/>
  <Override PartName="/ppt/notesSlides/notesSlide599.xml" ContentType="application/vnd.openxmlformats-officedocument.presentationml.notesSlide+xml"/>
  <Override PartName="/ppt/slides/slide600.xml" ContentType="application/vnd.openxmlformats-officedocument.presentationml.slide+xml"/>
  <Override PartName="/ppt/notesSlides/notesSlide600.xml" ContentType="application/vnd.openxmlformats-officedocument.presentationml.notesSlide+xml"/>
  <Override PartName="/ppt/slides/slide601.xml" ContentType="application/vnd.openxmlformats-officedocument.presentationml.slide+xml"/>
  <Override PartName="/ppt/notesSlides/notesSlide601.xml" ContentType="application/vnd.openxmlformats-officedocument.presentationml.notesSlide+xml"/>
  <Override PartName="/ppt/slides/slide602.xml" ContentType="application/vnd.openxmlformats-officedocument.presentationml.slide+xml"/>
  <Override PartName="/ppt/notesSlides/notesSlide602.xml" ContentType="application/vnd.openxmlformats-officedocument.presentationml.notesSlide+xml"/>
  <Override PartName="/ppt/slides/slide603.xml" ContentType="application/vnd.openxmlformats-officedocument.presentationml.slide+xml"/>
  <Override PartName="/ppt/notesSlides/notesSlide603.xml" ContentType="application/vnd.openxmlformats-officedocument.presentationml.notesSlide+xml"/>
  <Override PartName="/ppt/slides/slide604.xml" ContentType="application/vnd.openxmlformats-officedocument.presentationml.slide+xml"/>
  <Override PartName="/ppt/notesSlides/notesSlide604.xml" ContentType="application/vnd.openxmlformats-officedocument.presentationml.notesSlide+xml"/>
  <Override PartName="/ppt/slides/slide605.xml" ContentType="application/vnd.openxmlformats-officedocument.presentationml.slide+xml"/>
  <Override PartName="/ppt/notesSlides/notesSlide605.xml" ContentType="application/vnd.openxmlformats-officedocument.presentationml.notesSlide+xml"/>
  <Override PartName="/ppt/slides/slide606.xml" ContentType="application/vnd.openxmlformats-officedocument.presentationml.slide+xml"/>
  <Override PartName="/ppt/notesSlides/notesSlide606.xml" ContentType="application/vnd.openxmlformats-officedocument.presentationml.notesSlide+xml"/>
  <Override PartName="/ppt/slides/slide607.xml" ContentType="application/vnd.openxmlformats-officedocument.presentationml.slide+xml"/>
  <Override PartName="/ppt/notesSlides/notesSlide607.xml" ContentType="application/vnd.openxmlformats-officedocument.presentationml.notesSlide+xml"/>
  <Override PartName="/ppt/slides/slide608.xml" ContentType="application/vnd.openxmlformats-officedocument.presentationml.slide+xml"/>
  <Override PartName="/ppt/notesSlides/notesSlide608.xml" ContentType="application/vnd.openxmlformats-officedocument.presentationml.notesSlide+xml"/>
  <Override PartName="/ppt/slides/slide609.xml" ContentType="application/vnd.openxmlformats-officedocument.presentationml.slide+xml"/>
  <Override PartName="/ppt/notesSlides/notesSlide609.xml" ContentType="application/vnd.openxmlformats-officedocument.presentationml.notesSlide+xml"/>
  <Override PartName="/ppt/slides/slide610.xml" ContentType="application/vnd.openxmlformats-officedocument.presentationml.slide+xml"/>
  <Override PartName="/ppt/notesSlides/notesSlide610.xml" ContentType="application/vnd.openxmlformats-officedocument.presentationml.notesSlide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slides/slide612.xml" ContentType="application/vnd.openxmlformats-officedocument.presentationml.slide+xml"/>
  <Override PartName="/ppt/notesSlides/notesSlide612.xml" ContentType="application/vnd.openxmlformats-officedocument.presentationml.notesSlide+xml"/>
  <Override PartName="/ppt/slides/slide613.xml" ContentType="application/vnd.openxmlformats-officedocument.presentationml.slide+xml"/>
  <Override PartName="/ppt/notesSlides/notesSlide613.xml" ContentType="application/vnd.openxmlformats-officedocument.presentationml.notesSlide+xml"/>
  <Override PartName="/ppt/slides/slide614.xml" ContentType="application/vnd.openxmlformats-officedocument.presentationml.slide+xml"/>
  <Override PartName="/ppt/notesSlides/notesSlide614.xml" ContentType="application/vnd.openxmlformats-officedocument.presentationml.notesSlide+xml"/>
  <Override PartName="/ppt/slides/slide615.xml" ContentType="application/vnd.openxmlformats-officedocument.presentationml.slide+xml"/>
  <Override PartName="/ppt/notesSlides/notesSlide615.xml" ContentType="application/vnd.openxmlformats-officedocument.presentationml.notesSlide+xml"/>
  <Override PartName="/ppt/slides/slide616.xml" ContentType="application/vnd.openxmlformats-officedocument.presentationml.slide+xml"/>
  <Override PartName="/ppt/notesSlides/notesSlide616.xml" ContentType="application/vnd.openxmlformats-officedocument.presentationml.notesSlide+xml"/>
  <Override PartName="/ppt/slides/slide617.xml" ContentType="application/vnd.openxmlformats-officedocument.presentationml.slide+xml"/>
  <Override PartName="/ppt/notesSlides/notesSlide617.xml" ContentType="application/vnd.openxmlformats-officedocument.presentationml.notesSlide+xml"/>
  <Override PartName="/ppt/slides/slide618.xml" ContentType="application/vnd.openxmlformats-officedocument.presentationml.slide+xml"/>
  <Override PartName="/ppt/notesSlides/notesSlide618.xml" ContentType="application/vnd.openxmlformats-officedocument.presentationml.notesSlide+xml"/>
  <Override PartName="/ppt/slides/slide619.xml" ContentType="application/vnd.openxmlformats-officedocument.presentationml.slide+xml"/>
  <Override PartName="/ppt/notesSlides/notesSlide619.xml" ContentType="application/vnd.openxmlformats-officedocument.presentationml.notesSlide+xml"/>
  <Override PartName="/ppt/slides/slide620.xml" ContentType="application/vnd.openxmlformats-officedocument.presentationml.slide+xml"/>
  <Override PartName="/ppt/notesSlides/notesSlide620.xml" ContentType="application/vnd.openxmlformats-officedocument.presentationml.notesSlide+xml"/>
  <Override PartName="/ppt/slides/slide621.xml" ContentType="application/vnd.openxmlformats-officedocument.presentationml.slide+xml"/>
  <Override PartName="/ppt/notesSlides/notesSlide621.xml" ContentType="application/vnd.openxmlformats-officedocument.presentationml.notesSlide+xml"/>
  <Override PartName="/ppt/slides/slide622.xml" ContentType="application/vnd.openxmlformats-officedocument.presentationml.slide+xml"/>
  <Override PartName="/ppt/notesSlides/notesSlide622.xml" ContentType="application/vnd.openxmlformats-officedocument.presentationml.notesSlide+xml"/>
  <Override PartName="/ppt/slides/slide623.xml" ContentType="application/vnd.openxmlformats-officedocument.presentationml.slide+xml"/>
  <Override PartName="/ppt/notesSlides/notesSlide623.xml" ContentType="application/vnd.openxmlformats-officedocument.presentationml.notesSlide+xml"/>
  <Override PartName="/ppt/slides/slide624.xml" ContentType="application/vnd.openxmlformats-officedocument.presentationml.slide+xml"/>
  <Override PartName="/ppt/notesSlides/notesSlide624.xml" ContentType="application/vnd.openxmlformats-officedocument.presentationml.notesSlide+xml"/>
  <Override PartName="/ppt/slides/slide625.xml" ContentType="application/vnd.openxmlformats-officedocument.presentationml.slide+xml"/>
  <Override PartName="/ppt/notesSlides/notesSlide625.xml" ContentType="application/vnd.openxmlformats-officedocument.presentationml.notesSlide+xml"/>
  <Override PartName="/ppt/slides/slide626.xml" ContentType="application/vnd.openxmlformats-officedocument.presentationml.slide+xml"/>
  <Override PartName="/ppt/notesSlides/notesSlide626.xml" ContentType="application/vnd.openxmlformats-officedocument.presentationml.notesSlide+xml"/>
  <Override PartName="/ppt/slides/slide627.xml" ContentType="application/vnd.openxmlformats-officedocument.presentationml.slide+xml"/>
  <Override PartName="/ppt/notesSlides/notesSlide627.xml" ContentType="application/vnd.openxmlformats-officedocument.presentationml.notesSlide+xml"/>
  <Override PartName="/ppt/slides/slide628.xml" ContentType="application/vnd.openxmlformats-officedocument.presentationml.slide+xml"/>
  <Override PartName="/ppt/notesSlides/notesSlide628.xml" ContentType="application/vnd.openxmlformats-officedocument.presentationml.notesSlide+xml"/>
  <Override PartName="/ppt/slides/slide629.xml" ContentType="application/vnd.openxmlformats-officedocument.presentationml.slide+xml"/>
  <Override PartName="/ppt/notesSlides/notesSlide629.xml" ContentType="application/vnd.openxmlformats-officedocument.presentationml.notesSlide+xml"/>
  <Override PartName="/ppt/slides/slide630.xml" ContentType="application/vnd.openxmlformats-officedocument.presentationml.slide+xml"/>
  <Override PartName="/ppt/notesSlides/notesSlide630.xml" ContentType="application/vnd.openxmlformats-officedocument.presentationml.notesSlide+xml"/>
  <Override PartName="/ppt/slides/slide631.xml" ContentType="application/vnd.openxmlformats-officedocument.presentationml.slide+xml"/>
  <Override PartName="/ppt/notesSlides/notesSlide631.xml" ContentType="application/vnd.openxmlformats-officedocument.presentationml.notesSlide+xml"/>
  <Override PartName="/ppt/slides/slide632.xml" ContentType="application/vnd.openxmlformats-officedocument.presentationml.slide+xml"/>
  <Override PartName="/ppt/notesSlides/notesSlide632.xml" ContentType="application/vnd.openxmlformats-officedocument.presentationml.notesSlide+xml"/>
  <Override PartName="/ppt/slides/slide633.xml" ContentType="application/vnd.openxmlformats-officedocument.presentationml.slide+xml"/>
  <Override PartName="/ppt/notesSlides/notesSlide633.xml" ContentType="application/vnd.openxmlformats-officedocument.presentationml.notesSlide+xml"/>
  <Override PartName="/ppt/slides/slide634.xml" ContentType="application/vnd.openxmlformats-officedocument.presentationml.slide+xml"/>
  <Override PartName="/ppt/notesSlides/notesSlide634.xml" ContentType="application/vnd.openxmlformats-officedocument.presentationml.notesSlide+xml"/>
  <Override PartName="/ppt/slides/slide635.xml" ContentType="application/vnd.openxmlformats-officedocument.presentationml.slide+xml"/>
  <Override PartName="/ppt/notesSlides/notesSlide635.xml" ContentType="application/vnd.openxmlformats-officedocument.presentationml.notesSlide+xml"/>
  <Override PartName="/ppt/slides/slide636.xml" ContentType="application/vnd.openxmlformats-officedocument.presentationml.slide+xml"/>
  <Override PartName="/ppt/notesSlides/notesSlide636.xml" ContentType="application/vnd.openxmlformats-officedocument.presentationml.notesSlide+xml"/>
  <Override PartName="/ppt/slides/slide637.xml" ContentType="application/vnd.openxmlformats-officedocument.presentationml.slide+xml"/>
  <Override PartName="/ppt/notesSlides/notesSlide637.xml" ContentType="application/vnd.openxmlformats-officedocument.presentationml.notesSlide+xml"/>
  <Override PartName="/ppt/slides/slide638.xml" ContentType="application/vnd.openxmlformats-officedocument.presentationml.slide+xml"/>
  <Override PartName="/ppt/notesSlides/notesSlide638.xml" ContentType="application/vnd.openxmlformats-officedocument.presentationml.notesSlide+xml"/>
  <Override PartName="/ppt/slides/slide639.xml" ContentType="application/vnd.openxmlformats-officedocument.presentationml.slide+xml"/>
  <Override PartName="/ppt/notesSlides/notesSlide639.xml" ContentType="application/vnd.openxmlformats-officedocument.presentationml.notesSlide+xml"/>
  <Override PartName="/ppt/slides/slide640.xml" ContentType="application/vnd.openxmlformats-officedocument.presentationml.slide+xml"/>
  <Override PartName="/ppt/notesSlides/notesSlide640.xml" ContentType="application/vnd.openxmlformats-officedocument.presentationml.notesSlide+xml"/>
  <Override PartName="/ppt/slides/slide641.xml" ContentType="application/vnd.openxmlformats-officedocument.presentationml.slide+xml"/>
  <Override PartName="/ppt/notesSlides/notesSlide641.xml" ContentType="application/vnd.openxmlformats-officedocument.presentationml.notesSlide+xml"/>
  <Override PartName="/ppt/slides/slide642.xml" ContentType="application/vnd.openxmlformats-officedocument.presentationml.slide+xml"/>
  <Override PartName="/ppt/notesSlides/notesSlide642.xml" ContentType="application/vnd.openxmlformats-officedocument.presentationml.notesSlide+xml"/>
  <Override PartName="/ppt/slides/slide643.xml" ContentType="application/vnd.openxmlformats-officedocument.presentationml.slide+xml"/>
  <Override PartName="/ppt/notesSlides/notesSlide643.xml" ContentType="application/vnd.openxmlformats-officedocument.presentationml.notesSlide+xml"/>
  <Override PartName="/ppt/slides/slide644.xml" ContentType="application/vnd.openxmlformats-officedocument.presentationml.slide+xml"/>
  <Override PartName="/ppt/notesSlides/notesSlide644.xml" ContentType="application/vnd.openxmlformats-officedocument.presentationml.notesSlide+xml"/>
  <Override PartName="/ppt/slides/slide645.xml" ContentType="application/vnd.openxmlformats-officedocument.presentationml.slide+xml"/>
  <Override PartName="/ppt/notesSlides/notesSlide645.xml" ContentType="application/vnd.openxmlformats-officedocument.presentationml.notesSlide+xml"/>
  <Override PartName="/ppt/slides/slide646.xml" ContentType="application/vnd.openxmlformats-officedocument.presentationml.slide+xml"/>
  <Override PartName="/ppt/notesSlides/notesSlide646.xml" ContentType="application/vnd.openxmlformats-officedocument.presentationml.notesSlide+xml"/>
  <Override PartName="/ppt/slides/slide647.xml" ContentType="application/vnd.openxmlformats-officedocument.presentationml.slide+xml"/>
  <Override PartName="/ppt/notesSlides/notesSlide647.xml" ContentType="application/vnd.openxmlformats-officedocument.presentationml.notesSlide+xml"/>
  <Override PartName="/ppt/slides/slide648.xml" ContentType="application/vnd.openxmlformats-officedocument.presentationml.slide+xml"/>
  <Override PartName="/ppt/notesSlides/notesSlide648.xml" ContentType="application/vnd.openxmlformats-officedocument.presentationml.notesSlide+xml"/>
  <Override PartName="/ppt/slides/slide649.xml" ContentType="application/vnd.openxmlformats-officedocument.presentationml.slide+xml"/>
  <Override PartName="/ppt/notesSlides/notesSlide649.xml" ContentType="application/vnd.openxmlformats-officedocument.presentationml.notesSlide+xml"/>
  <Override PartName="/ppt/slides/slide650.xml" ContentType="application/vnd.openxmlformats-officedocument.presentationml.slide+xml"/>
  <Override PartName="/ppt/notesSlides/notesSlide650.xml" ContentType="application/vnd.openxmlformats-officedocument.presentationml.notesSlide+xml"/>
  <Override PartName="/ppt/slides/slide651.xml" ContentType="application/vnd.openxmlformats-officedocument.presentationml.slide+xml"/>
  <Override PartName="/ppt/notesSlides/notesSlide651.xml" ContentType="application/vnd.openxmlformats-officedocument.presentationml.notesSlide+xml"/>
  <Override PartName="/ppt/slides/slide652.xml" ContentType="application/vnd.openxmlformats-officedocument.presentationml.slide+xml"/>
  <Override PartName="/ppt/notesSlides/notesSlide652.xml" ContentType="application/vnd.openxmlformats-officedocument.presentationml.notesSlide+xml"/>
  <Override PartName="/ppt/slides/slide653.xml" ContentType="application/vnd.openxmlformats-officedocument.presentationml.slide+xml"/>
  <Override PartName="/ppt/notesSlides/notesSlide653.xml" ContentType="application/vnd.openxmlformats-officedocument.presentationml.notesSlide+xml"/>
  <Override PartName="/ppt/slides/slide654.xml" ContentType="application/vnd.openxmlformats-officedocument.presentationml.slide+xml"/>
  <Override PartName="/ppt/notesSlides/notesSlide654.xml" ContentType="application/vnd.openxmlformats-officedocument.presentationml.notesSlide+xml"/>
  <Override PartName="/ppt/slides/slide655.xml" ContentType="application/vnd.openxmlformats-officedocument.presentationml.slide+xml"/>
  <Override PartName="/ppt/notesSlides/notesSlide655.xml" ContentType="application/vnd.openxmlformats-officedocument.presentationml.notesSlide+xml"/>
  <Override PartName="/ppt/slides/slide656.xml" ContentType="application/vnd.openxmlformats-officedocument.presentationml.slide+xml"/>
  <Override PartName="/ppt/notesSlides/notesSlide656.xml" ContentType="application/vnd.openxmlformats-officedocument.presentationml.notesSlide+xml"/>
  <Override PartName="/ppt/slides/slide657.xml" ContentType="application/vnd.openxmlformats-officedocument.presentationml.slide+xml"/>
  <Override PartName="/ppt/notesSlides/notesSlide657.xml" ContentType="application/vnd.openxmlformats-officedocument.presentationml.notesSlide+xml"/>
  <Override PartName="/ppt/slides/slide658.xml" ContentType="application/vnd.openxmlformats-officedocument.presentationml.slide+xml"/>
  <Override PartName="/ppt/notesSlides/notesSlide658.xml" ContentType="application/vnd.openxmlformats-officedocument.presentationml.notesSlide+xml"/>
  <Override PartName="/ppt/slides/slide659.xml" ContentType="application/vnd.openxmlformats-officedocument.presentationml.slide+xml"/>
  <Override PartName="/ppt/notesSlides/notesSlide659.xml" ContentType="application/vnd.openxmlformats-officedocument.presentationml.notesSlide+xml"/>
  <Override PartName="/ppt/slides/slide660.xml" ContentType="application/vnd.openxmlformats-officedocument.presentationml.slide+xml"/>
  <Override PartName="/ppt/notesSlides/notesSlide660.xml" ContentType="application/vnd.openxmlformats-officedocument.presentationml.notesSlide+xml"/>
  <Override PartName="/ppt/slides/slide661.xml" ContentType="application/vnd.openxmlformats-officedocument.presentationml.slide+xml"/>
  <Override PartName="/ppt/notesSlides/notesSlide661.xml" ContentType="application/vnd.openxmlformats-officedocument.presentationml.notesSlide+xml"/>
  <Override PartName="/ppt/slides/slide662.xml" ContentType="application/vnd.openxmlformats-officedocument.presentationml.slide+xml"/>
  <Override PartName="/ppt/notesSlides/notesSlide662.xml" ContentType="application/vnd.openxmlformats-officedocument.presentationml.notesSlide+xml"/>
  <Override PartName="/ppt/slides/slide663.xml" ContentType="application/vnd.openxmlformats-officedocument.presentationml.slide+xml"/>
  <Override PartName="/ppt/notesSlides/notesSlide663.xml" ContentType="application/vnd.openxmlformats-officedocument.presentationml.notesSlide+xml"/>
  <Override PartName="/ppt/slides/slide664.xml" ContentType="application/vnd.openxmlformats-officedocument.presentationml.slide+xml"/>
  <Override PartName="/ppt/notesSlides/notesSlide664.xml" ContentType="application/vnd.openxmlformats-officedocument.presentationml.notesSlide+xml"/>
  <Override PartName="/ppt/slides/slide665.xml" ContentType="application/vnd.openxmlformats-officedocument.presentationml.slide+xml"/>
  <Override PartName="/ppt/notesSlides/notesSlide665.xml" ContentType="application/vnd.openxmlformats-officedocument.presentationml.notesSlide+xml"/>
  <Override PartName="/ppt/slides/slide666.xml" ContentType="application/vnd.openxmlformats-officedocument.presentationml.slide+xml"/>
  <Override PartName="/ppt/notesSlides/notesSlide666.xml" ContentType="application/vnd.openxmlformats-officedocument.presentationml.notesSlide+xml"/>
  <Override PartName="/ppt/slides/slide667.xml" ContentType="application/vnd.openxmlformats-officedocument.presentationml.slide+xml"/>
  <Override PartName="/ppt/notesSlides/notesSlide667.xml" ContentType="application/vnd.openxmlformats-officedocument.presentationml.notesSlide+xml"/>
  <Override PartName="/ppt/slides/slide668.xml" ContentType="application/vnd.openxmlformats-officedocument.presentationml.slide+xml"/>
  <Override PartName="/ppt/notesSlides/notesSlide668.xml" ContentType="application/vnd.openxmlformats-officedocument.presentationml.notesSlide+xml"/>
  <Override PartName="/ppt/slides/slide669.xml" ContentType="application/vnd.openxmlformats-officedocument.presentationml.slide+xml"/>
  <Override PartName="/ppt/notesSlides/notesSlide669.xml" ContentType="application/vnd.openxmlformats-officedocument.presentationml.notesSlide+xml"/>
  <Override PartName="/ppt/slides/slide670.xml" ContentType="application/vnd.openxmlformats-officedocument.presentationml.slide+xml"/>
  <Override PartName="/ppt/notesSlides/notesSlide670.xml" ContentType="application/vnd.openxmlformats-officedocument.presentationml.notesSlide+xml"/>
  <Override PartName="/ppt/slides/slide671.xml" ContentType="application/vnd.openxmlformats-officedocument.presentationml.slide+xml"/>
  <Override PartName="/ppt/notesSlides/notesSlide671.xml" ContentType="application/vnd.openxmlformats-officedocument.presentationml.notesSlide+xml"/>
  <Override PartName="/ppt/slides/slide672.xml" ContentType="application/vnd.openxmlformats-officedocument.presentationml.slide+xml"/>
  <Override PartName="/ppt/notesSlides/notesSlide672.xml" ContentType="application/vnd.openxmlformats-officedocument.presentationml.notesSlide+xml"/>
  <Override PartName="/ppt/slides/slide673.xml" ContentType="application/vnd.openxmlformats-officedocument.presentationml.slide+xml"/>
  <Override PartName="/ppt/notesSlides/notesSlide673.xml" ContentType="application/vnd.openxmlformats-officedocument.presentationml.notesSlide+xml"/>
  <Override PartName="/ppt/slides/slide674.xml" ContentType="application/vnd.openxmlformats-officedocument.presentationml.slide+xml"/>
  <Override PartName="/ppt/notesSlides/notesSlide674.xml" ContentType="application/vnd.openxmlformats-officedocument.presentationml.notesSlide+xml"/>
  <Override PartName="/ppt/slides/slide675.xml" ContentType="application/vnd.openxmlformats-officedocument.presentationml.slide+xml"/>
  <Override PartName="/ppt/notesSlides/notesSlide675.xml" ContentType="application/vnd.openxmlformats-officedocument.presentationml.notesSlide+xml"/>
  <Override PartName="/ppt/slides/slide676.xml" ContentType="application/vnd.openxmlformats-officedocument.presentationml.slide+xml"/>
  <Override PartName="/ppt/notesSlides/notesSlide676.xml" ContentType="application/vnd.openxmlformats-officedocument.presentationml.notesSlide+xml"/>
  <Override PartName="/ppt/slides/slide677.xml" ContentType="application/vnd.openxmlformats-officedocument.presentationml.slide+xml"/>
  <Override PartName="/ppt/notesSlides/notesSlide677.xml" ContentType="application/vnd.openxmlformats-officedocument.presentationml.notesSlide+xml"/>
  <Override PartName="/ppt/slides/slide678.xml" ContentType="application/vnd.openxmlformats-officedocument.presentationml.slide+xml"/>
  <Override PartName="/ppt/notesSlides/notesSlide678.xml" ContentType="application/vnd.openxmlformats-officedocument.presentationml.notesSlide+xml"/>
  <Override PartName="/ppt/slides/slide679.xml" ContentType="application/vnd.openxmlformats-officedocument.presentationml.slide+xml"/>
  <Override PartName="/ppt/notesSlides/notesSlide679.xml" ContentType="application/vnd.openxmlformats-officedocument.presentationml.notesSlide+xml"/>
  <Override PartName="/ppt/slides/slide680.xml" ContentType="application/vnd.openxmlformats-officedocument.presentationml.slide+xml"/>
  <Override PartName="/ppt/notesSlides/notesSlide680.xml" ContentType="application/vnd.openxmlformats-officedocument.presentationml.notesSlide+xml"/>
  <Override PartName="/ppt/slides/slide681.xml" ContentType="application/vnd.openxmlformats-officedocument.presentationml.slide+xml"/>
  <Override PartName="/ppt/notesSlides/notesSlide681.xml" ContentType="application/vnd.openxmlformats-officedocument.presentationml.notesSlide+xml"/>
  <Override PartName="/ppt/slides/slide682.xml" ContentType="application/vnd.openxmlformats-officedocument.presentationml.slide+xml"/>
  <Override PartName="/ppt/notesSlides/notesSlide682.xml" ContentType="application/vnd.openxmlformats-officedocument.presentationml.notesSlide+xml"/>
  <Override PartName="/ppt/slides/slide683.xml" ContentType="application/vnd.openxmlformats-officedocument.presentationml.slide+xml"/>
  <Override PartName="/ppt/notesSlides/notesSlide683.xml" ContentType="application/vnd.openxmlformats-officedocument.presentationml.notesSlide+xml"/>
  <Override PartName="/ppt/slides/slide684.xml" ContentType="application/vnd.openxmlformats-officedocument.presentationml.slide+xml"/>
  <Override PartName="/ppt/notesSlides/notesSlide684.xml" ContentType="application/vnd.openxmlformats-officedocument.presentationml.notesSlide+xml"/>
  <Override PartName="/ppt/slides/slide685.xml" ContentType="application/vnd.openxmlformats-officedocument.presentationml.slide+xml"/>
  <Override PartName="/ppt/notesSlides/notesSlide685.xml" ContentType="application/vnd.openxmlformats-officedocument.presentationml.notesSlide+xml"/>
  <Override PartName="/ppt/slides/slide686.xml" ContentType="application/vnd.openxmlformats-officedocument.presentationml.slide+xml"/>
  <Override PartName="/ppt/notesSlides/notesSlide686.xml" ContentType="application/vnd.openxmlformats-officedocument.presentationml.notesSlide+xml"/>
  <Override PartName="/ppt/slides/slide687.xml" ContentType="application/vnd.openxmlformats-officedocument.presentationml.slide+xml"/>
  <Override PartName="/ppt/notesSlides/notesSlide687.xml" ContentType="application/vnd.openxmlformats-officedocument.presentationml.notesSlide+xml"/>
  <Override PartName="/ppt/slides/slide688.xml" ContentType="application/vnd.openxmlformats-officedocument.presentationml.slide+xml"/>
  <Override PartName="/ppt/notesSlides/notesSlide688.xml" ContentType="application/vnd.openxmlformats-officedocument.presentationml.notesSlide+xml"/>
  <Override PartName="/ppt/slides/slide689.xml" ContentType="application/vnd.openxmlformats-officedocument.presentationml.slide+xml"/>
  <Override PartName="/ppt/notesSlides/notesSlide689.xml" ContentType="application/vnd.openxmlformats-officedocument.presentationml.notesSlide+xml"/>
  <Override PartName="/ppt/slides/slide690.xml" ContentType="application/vnd.openxmlformats-officedocument.presentationml.slide+xml"/>
  <Override PartName="/ppt/notesSlides/notesSlide690.xml" ContentType="application/vnd.openxmlformats-officedocument.presentationml.notesSlide+xml"/>
  <Override PartName="/ppt/slides/slide691.xml" ContentType="application/vnd.openxmlformats-officedocument.presentationml.slide+xml"/>
  <Override PartName="/ppt/notesSlides/notesSlide69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bf208e0f7241f1" /><Relationship Type="http://schemas.openxmlformats.org/officeDocument/2006/relationships/extended-properties" Target="/docProps/app.xml" Id="R083ae527f0f54fd8" /><Relationship Type="http://schemas.openxmlformats.org/officeDocument/2006/relationships/officeDocument" Target="/ppt/presentation.xml" Id="R934bc43a7b4d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a2d6f383e44e3"/>
  </p:sldMasterIdLst>
  <p:notesMasterIdLst>
    <p:notesMasterId xmlns:r="http://schemas.openxmlformats.org/officeDocument/2006/relationships" r:id="R5e37de057b654d87"/>
  </p:notesMasterIdLst>
  <p:sldIdLst>
    <p:sldId xmlns:r="http://schemas.openxmlformats.org/officeDocument/2006/relationships" id="258" r:id="R40094fe98a0f473a"/>
    <p:sldId xmlns:r="http://schemas.openxmlformats.org/officeDocument/2006/relationships" id="259" r:id="R7128ade9cd3a4486"/>
    <p:sldId xmlns:r="http://schemas.openxmlformats.org/officeDocument/2006/relationships" id="260" r:id="R3fa5cb9f5fae407c"/>
    <p:sldId xmlns:r="http://schemas.openxmlformats.org/officeDocument/2006/relationships" id="261" r:id="R01680e54ee714cd2"/>
    <p:sldId xmlns:r="http://schemas.openxmlformats.org/officeDocument/2006/relationships" id="262" r:id="Rce9e16de6af94f70"/>
    <p:sldId xmlns:r="http://schemas.openxmlformats.org/officeDocument/2006/relationships" id="263" r:id="Rf0cdad58be9f4354"/>
    <p:sldId xmlns:r="http://schemas.openxmlformats.org/officeDocument/2006/relationships" id="264" r:id="R63c82b6643604c9d"/>
    <p:sldId xmlns:r="http://schemas.openxmlformats.org/officeDocument/2006/relationships" id="265" r:id="R9af1300de4af44e5"/>
    <p:sldId xmlns:r="http://schemas.openxmlformats.org/officeDocument/2006/relationships" id="266" r:id="Rfa09ffc7098e4a83"/>
    <p:sldId xmlns:r="http://schemas.openxmlformats.org/officeDocument/2006/relationships" id="267" r:id="R016f291ad9984300"/>
    <p:sldId xmlns:r="http://schemas.openxmlformats.org/officeDocument/2006/relationships" id="268" r:id="R8258f4b89e9e475a"/>
    <p:sldId xmlns:r="http://schemas.openxmlformats.org/officeDocument/2006/relationships" id="269" r:id="Rb4da36bdea35441c"/>
    <p:sldId xmlns:r="http://schemas.openxmlformats.org/officeDocument/2006/relationships" id="270" r:id="R0a56cf83ce354a84"/>
    <p:sldId xmlns:r="http://schemas.openxmlformats.org/officeDocument/2006/relationships" id="271" r:id="R5393fc0078b846df"/>
    <p:sldId xmlns:r="http://schemas.openxmlformats.org/officeDocument/2006/relationships" id="272" r:id="R84ddd92621164bc7"/>
    <p:sldId xmlns:r="http://schemas.openxmlformats.org/officeDocument/2006/relationships" id="273" r:id="Rb0ff659f95b14fd5"/>
    <p:sldId xmlns:r="http://schemas.openxmlformats.org/officeDocument/2006/relationships" id="274" r:id="R3038f77d8c454836"/>
    <p:sldId xmlns:r="http://schemas.openxmlformats.org/officeDocument/2006/relationships" id="275" r:id="R609f5b69062b4773"/>
    <p:sldId xmlns:r="http://schemas.openxmlformats.org/officeDocument/2006/relationships" id="276" r:id="R96dc9e8175ef41ec"/>
    <p:sldId xmlns:r="http://schemas.openxmlformats.org/officeDocument/2006/relationships" id="277" r:id="R6da20d919d8d4885"/>
    <p:sldId xmlns:r="http://schemas.openxmlformats.org/officeDocument/2006/relationships" id="278" r:id="R4e1fa1ef88f848c5"/>
    <p:sldId xmlns:r="http://schemas.openxmlformats.org/officeDocument/2006/relationships" id="279" r:id="R140444638af54929"/>
    <p:sldId xmlns:r="http://schemas.openxmlformats.org/officeDocument/2006/relationships" id="280" r:id="Raf8da585c53c4e2b"/>
    <p:sldId xmlns:r="http://schemas.openxmlformats.org/officeDocument/2006/relationships" id="281" r:id="R8443cc35386843c6"/>
    <p:sldId xmlns:r="http://schemas.openxmlformats.org/officeDocument/2006/relationships" id="282" r:id="R849ccf365b00449a"/>
    <p:sldId xmlns:r="http://schemas.openxmlformats.org/officeDocument/2006/relationships" id="283" r:id="R9f03e18c99014361"/>
    <p:sldId xmlns:r="http://schemas.openxmlformats.org/officeDocument/2006/relationships" id="284" r:id="R7b9aeeca69f44bae"/>
    <p:sldId xmlns:r="http://schemas.openxmlformats.org/officeDocument/2006/relationships" id="285" r:id="R6d0ec5b088c84267"/>
    <p:sldId xmlns:r="http://schemas.openxmlformats.org/officeDocument/2006/relationships" id="286" r:id="R1f03abbd7af948bd"/>
    <p:sldId xmlns:r="http://schemas.openxmlformats.org/officeDocument/2006/relationships" id="287" r:id="R83dc571cf4b94ad1"/>
    <p:sldId xmlns:r="http://schemas.openxmlformats.org/officeDocument/2006/relationships" id="288" r:id="R11f842e37cef44ea"/>
    <p:sldId xmlns:r="http://schemas.openxmlformats.org/officeDocument/2006/relationships" id="289" r:id="R49c65711d9ef4aa0"/>
    <p:sldId xmlns:r="http://schemas.openxmlformats.org/officeDocument/2006/relationships" id="290" r:id="Rf7e310eadc5c4216"/>
    <p:sldId xmlns:r="http://schemas.openxmlformats.org/officeDocument/2006/relationships" id="291" r:id="R85424894c2fa44b4"/>
    <p:sldId xmlns:r="http://schemas.openxmlformats.org/officeDocument/2006/relationships" id="292" r:id="Re5df5ad81ae14455"/>
    <p:sldId xmlns:r="http://schemas.openxmlformats.org/officeDocument/2006/relationships" id="293" r:id="Rb646d23f294c47cb"/>
    <p:sldId xmlns:r="http://schemas.openxmlformats.org/officeDocument/2006/relationships" id="294" r:id="Rdc7d0bf8474d4637"/>
    <p:sldId xmlns:r="http://schemas.openxmlformats.org/officeDocument/2006/relationships" id="295" r:id="Rf2f38397e64a4ac3"/>
    <p:sldId xmlns:r="http://schemas.openxmlformats.org/officeDocument/2006/relationships" id="296" r:id="R5b219163703b4fe4"/>
    <p:sldId xmlns:r="http://schemas.openxmlformats.org/officeDocument/2006/relationships" id="297" r:id="R747d051d08b2463b"/>
    <p:sldId xmlns:r="http://schemas.openxmlformats.org/officeDocument/2006/relationships" id="298" r:id="R92866f608b5f4a88"/>
    <p:sldId xmlns:r="http://schemas.openxmlformats.org/officeDocument/2006/relationships" id="299" r:id="R9283d282dbd8429e"/>
    <p:sldId xmlns:r="http://schemas.openxmlformats.org/officeDocument/2006/relationships" id="300" r:id="Rc340facfa09e4446"/>
    <p:sldId xmlns:r="http://schemas.openxmlformats.org/officeDocument/2006/relationships" id="301" r:id="R89467d9bcd4b47c5"/>
    <p:sldId xmlns:r="http://schemas.openxmlformats.org/officeDocument/2006/relationships" id="302" r:id="Rf9e26bb719a84441"/>
    <p:sldId xmlns:r="http://schemas.openxmlformats.org/officeDocument/2006/relationships" id="303" r:id="R99a1849a93fd4147"/>
    <p:sldId xmlns:r="http://schemas.openxmlformats.org/officeDocument/2006/relationships" id="304" r:id="R026ebf26ccc44cb1"/>
    <p:sldId xmlns:r="http://schemas.openxmlformats.org/officeDocument/2006/relationships" id="305" r:id="R1cbc38e23c7f40cb"/>
    <p:sldId xmlns:r="http://schemas.openxmlformats.org/officeDocument/2006/relationships" id="306" r:id="R6a2b00cd2e6f4dbd"/>
    <p:sldId xmlns:r="http://schemas.openxmlformats.org/officeDocument/2006/relationships" id="307" r:id="R052fdf93b62f4597"/>
    <p:sldId xmlns:r="http://schemas.openxmlformats.org/officeDocument/2006/relationships" id="308" r:id="R0204361deb19413d"/>
    <p:sldId xmlns:r="http://schemas.openxmlformats.org/officeDocument/2006/relationships" id="309" r:id="R271718991e4e4455"/>
    <p:sldId xmlns:r="http://schemas.openxmlformats.org/officeDocument/2006/relationships" id="310" r:id="R48b6c8ca79614a56"/>
    <p:sldId xmlns:r="http://schemas.openxmlformats.org/officeDocument/2006/relationships" id="311" r:id="R3ff351c4cb534f01"/>
    <p:sldId xmlns:r="http://schemas.openxmlformats.org/officeDocument/2006/relationships" id="312" r:id="Re63a223be5884424"/>
    <p:sldId xmlns:r="http://schemas.openxmlformats.org/officeDocument/2006/relationships" id="313" r:id="Reba96e9a88be455d"/>
    <p:sldId xmlns:r="http://schemas.openxmlformats.org/officeDocument/2006/relationships" id="314" r:id="Rf377a4cf1cb54b3f"/>
    <p:sldId xmlns:r="http://schemas.openxmlformats.org/officeDocument/2006/relationships" id="315" r:id="Rf37886f102294395"/>
    <p:sldId xmlns:r="http://schemas.openxmlformats.org/officeDocument/2006/relationships" id="316" r:id="Refe12b98bc344e82"/>
    <p:sldId xmlns:r="http://schemas.openxmlformats.org/officeDocument/2006/relationships" id="317" r:id="R604b2832442b4a93"/>
    <p:sldId xmlns:r="http://schemas.openxmlformats.org/officeDocument/2006/relationships" id="318" r:id="R83765a6b94364c73"/>
    <p:sldId xmlns:r="http://schemas.openxmlformats.org/officeDocument/2006/relationships" id="319" r:id="Red1b936c7f404f93"/>
    <p:sldId xmlns:r="http://schemas.openxmlformats.org/officeDocument/2006/relationships" id="320" r:id="Rd848cd98d8214460"/>
    <p:sldId xmlns:r="http://schemas.openxmlformats.org/officeDocument/2006/relationships" id="321" r:id="R16897865d026430c"/>
    <p:sldId xmlns:r="http://schemas.openxmlformats.org/officeDocument/2006/relationships" id="322" r:id="R1cb5ff3b1c154ceb"/>
    <p:sldId xmlns:r="http://schemas.openxmlformats.org/officeDocument/2006/relationships" id="323" r:id="R5122bea93fc4414a"/>
    <p:sldId xmlns:r="http://schemas.openxmlformats.org/officeDocument/2006/relationships" id="324" r:id="R0da372f113904fa8"/>
    <p:sldId xmlns:r="http://schemas.openxmlformats.org/officeDocument/2006/relationships" id="325" r:id="Rda00ba0dceed420d"/>
    <p:sldId xmlns:r="http://schemas.openxmlformats.org/officeDocument/2006/relationships" id="326" r:id="Rc94c9beb05a94f48"/>
    <p:sldId xmlns:r="http://schemas.openxmlformats.org/officeDocument/2006/relationships" id="327" r:id="Rfa2c262570c94914"/>
    <p:sldId xmlns:r="http://schemas.openxmlformats.org/officeDocument/2006/relationships" id="328" r:id="Rae833b7f92bf4d25"/>
    <p:sldId xmlns:r="http://schemas.openxmlformats.org/officeDocument/2006/relationships" id="329" r:id="Re6b65d81949a4615"/>
    <p:sldId xmlns:r="http://schemas.openxmlformats.org/officeDocument/2006/relationships" id="330" r:id="R6572106f69894766"/>
    <p:sldId xmlns:r="http://schemas.openxmlformats.org/officeDocument/2006/relationships" id="331" r:id="R442a27206b684557"/>
    <p:sldId xmlns:r="http://schemas.openxmlformats.org/officeDocument/2006/relationships" id="332" r:id="Rdd88bdd4945c449c"/>
    <p:sldId xmlns:r="http://schemas.openxmlformats.org/officeDocument/2006/relationships" id="333" r:id="R8611a3be64104697"/>
    <p:sldId xmlns:r="http://schemas.openxmlformats.org/officeDocument/2006/relationships" id="334" r:id="Re2bc34eca57549b9"/>
    <p:sldId xmlns:r="http://schemas.openxmlformats.org/officeDocument/2006/relationships" id="335" r:id="Rc730d4e6522441a0"/>
    <p:sldId xmlns:r="http://schemas.openxmlformats.org/officeDocument/2006/relationships" id="336" r:id="Rf363b9788bca4bb7"/>
    <p:sldId xmlns:r="http://schemas.openxmlformats.org/officeDocument/2006/relationships" id="337" r:id="R99d0541f0b0f4b46"/>
    <p:sldId xmlns:r="http://schemas.openxmlformats.org/officeDocument/2006/relationships" id="338" r:id="Rcdd45b9b57844da3"/>
    <p:sldId xmlns:r="http://schemas.openxmlformats.org/officeDocument/2006/relationships" id="339" r:id="R842ffcc221a94ce3"/>
    <p:sldId xmlns:r="http://schemas.openxmlformats.org/officeDocument/2006/relationships" id="340" r:id="R359c247681d246a7"/>
    <p:sldId xmlns:r="http://schemas.openxmlformats.org/officeDocument/2006/relationships" id="341" r:id="R67fd3eb8cfce472d"/>
    <p:sldId xmlns:r="http://schemas.openxmlformats.org/officeDocument/2006/relationships" id="342" r:id="R20d7d31ca39d41b2"/>
    <p:sldId xmlns:r="http://schemas.openxmlformats.org/officeDocument/2006/relationships" id="343" r:id="Re013485f5ba04754"/>
    <p:sldId xmlns:r="http://schemas.openxmlformats.org/officeDocument/2006/relationships" id="344" r:id="Re4ed9eabe41e4925"/>
    <p:sldId xmlns:r="http://schemas.openxmlformats.org/officeDocument/2006/relationships" id="345" r:id="R8a1a22c0055e4fb6"/>
    <p:sldId xmlns:r="http://schemas.openxmlformats.org/officeDocument/2006/relationships" id="346" r:id="R32fe5d9f9c5243d5"/>
    <p:sldId xmlns:r="http://schemas.openxmlformats.org/officeDocument/2006/relationships" id="347" r:id="R65f5bb664bdf41e6"/>
    <p:sldId xmlns:r="http://schemas.openxmlformats.org/officeDocument/2006/relationships" id="348" r:id="R394fd557df9a417e"/>
    <p:sldId xmlns:r="http://schemas.openxmlformats.org/officeDocument/2006/relationships" id="349" r:id="Re13af011b9404d23"/>
    <p:sldId xmlns:r="http://schemas.openxmlformats.org/officeDocument/2006/relationships" id="350" r:id="Rf6806c6cb850498d"/>
    <p:sldId xmlns:r="http://schemas.openxmlformats.org/officeDocument/2006/relationships" id="351" r:id="R7796bd93e02341c5"/>
    <p:sldId xmlns:r="http://schemas.openxmlformats.org/officeDocument/2006/relationships" id="352" r:id="Rb970b5bb72fe4fee"/>
    <p:sldId xmlns:r="http://schemas.openxmlformats.org/officeDocument/2006/relationships" id="353" r:id="R2a7bb38ca42b41a8"/>
    <p:sldId xmlns:r="http://schemas.openxmlformats.org/officeDocument/2006/relationships" id="354" r:id="Ree61c481b77a4c7a"/>
    <p:sldId xmlns:r="http://schemas.openxmlformats.org/officeDocument/2006/relationships" id="355" r:id="Rd02aa0b84dc140f0"/>
    <p:sldId xmlns:r="http://schemas.openxmlformats.org/officeDocument/2006/relationships" id="356" r:id="Rce9a590360cf484c"/>
    <p:sldId xmlns:r="http://schemas.openxmlformats.org/officeDocument/2006/relationships" id="357" r:id="R6f28dae22c1042e2"/>
    <p:sldId xmlns:r="http://schemas.openxmlformats.org/officeDocument/2006/relationships" id="358" r:id="R55864a6afa7d458e"/>
    <p:sldId xmlns:r="http://schemas.openxmlformats.org/officeDocument/2006/relationships" id="359" r:id="Raf221285c48d417f"/>
    <p:sldId xmlns:r="http://schemas.openxmlformats.org/officeDocument/2006/relationships" id="360" r:id="R19c690b938c4460b"/>
    <p:sldId xmlns:r="http://schemas.openxmlformats.org/officeDocument/2006/relationships" id="361" r:id="R05153adb8fb44fbf"/>
    <p:sldId xmlns:r="http://schemas.openxmlformats.org/officeDocument/2006/relationships" id="362" r:id="R04f4efdbf0ad4fba"/>
    <p:sldId xmlns:r="http://schemas.openxmlformats.org/officeDocument/2006/relationships" id="363" r:id="Rf01cbde78e614f9e"/>
    <p:sldId xmlns:r="http://schemas.openxmlformats.org/officeDocument/2006/relationships" id="364" r:id="Ree942a7e61a7419e"/>
    <p:sldId xmlns:r="http://schemas.openxmlformats.org/officeDocument/2006/relationships" id="365" r:id="R2bf1b7ad1ebe4f08"/>
    <p:sldId xmlns:r="http://schemas.openxmlformats.org/officeDocument/2006/relationships" id="366" r:id="R9507627b0fea4543"/>
    <p:sldId xmlns:r="http://schemas.openxmlformats.org/officeDocument/2006/relationships" id="367" r:id="R4abace65dee94b6f"/>
    <p:sldId xmlns:r="http://schemas.openxmlformats.org/officeDocument/2006/relationships" id="368" r:id="Ra94a723866204af3"/>
    <p:sldId xmlns:r="http://schemas.openxmlformats.org/officeDocument/2006/relationships" id="369" r:id="Rfd619e8542ad4a1c"/>
    <p:sldId xmlns:r="http://schemas.openxmlformats.org/officeDocument/2006/relationships" id="370" r:id="R00a95921822b4d96"/>
    <p:sldId xmlns:r="http://schemas.openxmlformats.org/officeDocument/2006/relationships" id="371" r:id="R971be3370ffd4f80"/>
    <p:sldId xmlns:r="http://schemas.openxmlformats.org/officeDocument/2006/relationships" id="372" r:id="R8792f9de34de49b8"/>
    <p:sldId xmlns:r="http://schemas.openxmlformats.org/officeDocument/2006/relationships" id="373" r:id="Rf70ff64922a84794"/>
    <p:sldId xmlns:r="http://schemas.openxmlformats.org/officeDocument/2006/relationships" id="374" r:id="R8826bc0981164bc5"/>
    <p:sldId xmlns:r="http://schemas.openxmlformats.org/officeDocument/2006/relationships" id="375" r:id="Ref5d4a58551b4156"/>
    <p:sldId xmlns:r="http://schemas.openxmlformats.org/officeDocument/2006/relationships" id="376" r:id="R87381faa395a40f1"/>
    <p:sldId xmlns:r="http://schemas.openxmlformats.org/officeDocument/2006/relationships" id="377" r:id="R53622f8ddbd74119"/>
    <p:sldId xmlns:r="http://schemas.openxmlformats.org/officeDocument/2006/relationships" id="378" r:id="Rb5ec4ffcc5064830"/>
    <p:sldId xmlns:r="http://schemas.openxmlformats.org/officeDocument/2006/relationships" id="379" r:id="R4c256263b6c24f69"/>
    <p:sldId xmlns:r="http://schemas.openxmlformats.org/officeDocument/2006/relationships" id="380" r:id="Rc3991d67b0c74ad7"/>
    <p:sldId xmlns:r="http://schemas.openxmlformats.org/officeDocument/2006/relationships" id="381" r:id="Rc26ad8f1fb714969"/>
    <p:sldId xmlns:r="http://schemas.openxmlformats.org/officeDocument/2006/relationships" id="382" r:id="Re491d28fef434a82"/>
    <p:sldId xmlns:r="http://schemas.openxmlformats.org/officeDocument/2006/relationships" id="383" r:id="Rc5282c279fd44132"/>
    <p:sldId xmlns:r="http://schemas.openxmlformats.org/officeDocument/2006/relationships" id="384" r:id="Raf02087019af4e60"/>
    <p:sldId xmlns:r="http://schemas.openxmlformats.org/officeDocument/2006/relationships" id="385" r:id="Rdfed820d7c5043c7"/>
    <p:sldId xmlns:r="http://schemas.openxmlformats.org/officeDocument/2006/relationships" id="386" r:id="R8b21c983322f4d0a"/>
    <p:sldId xmlns:r="http://schemas.openxmlformats.org/officeDocument/2006/relationships" id="387" r:id="Rf469b89b0e0b4968"/>
    <p:sldId xmlns:r="http://schemas.openxmlformats.org/officeDocument/2006/relationships" id="388" r:id="R6162c7831867488a"/>
    <p:sldId xmlns:r="http://schemas.openxmlformats.org/officeDocument/2006/relationships" id="816" r:id="R6800b74a6d244d69"/>
    <p:sldId xmlns:r="http://schemas.openxmlformats.org/officeDocument/2006/relationships" id="817" r:id="R46e9e6e87b6942d2"/>
    <p:sldId xmlns:r="http://schemas.openxmlformats.org/officeDocument/2006/relationships" id="818" r:id="R9c90d927a6734c6f"/>
    <p:sldId xmlns:r="http://schemas.openxmlformats.org/officeDocument/2006/relationships" id="819" r:id="R81337da12b014d8f"/>
    <p:sldId xmlns:r="http://schemas.openxmlformats.org/officeDocument/2006/relationships" id="820" r:id="R9421c2143ee44e51"/>
    <p:sldId xmlns:r="http://schemas.openxmlformats.org/officeDocument/2006/relationships" id="821" r:id="Rb183b1a05d184ebe"/>
    <p:sldId xmlns:r="http://schemas.openxmlformats.org/officeDocument/2006/relationships" id="822" r:id="Rf89aff16a1fb4526"/>
    <p:sldId xmlns:r="http://schemas.openxmlformats.org/officeDocument/2006/relationships" id="823" r:id="R41a09e81e9af4c4b"/>
    <p:sldId xmlns:r="http://schemas.openxmlformats.org/officeDocument/2006/relationships" id="824" r:id="R9512271234844f62"/>
    <p:sldId xmlns:r="http://schemas.openxmlformats.org/officeDocument/2006/relationships" id="825" r:id="R344314e20b534361"/>
    <p:sldId xmlns:r="http://schemas.openxmlformats.org/officeDocument/2006/relationships" id="826" r:id="Ra5e6f2bd3cf54837"/>
    <p:sldId xmlns:r="http://schemas.openxmlformats.org/officeDocument/2006/relationships" id="827" r:id="R050c6d4c1c7f4c44"/>
    <p:sldId xmlns:r="http://schemas.openxmlformats.org/officeDocument/2006/relationships" id="828" r:id="R306a003fa4934541"/>
    <p:sldId xmlns:r="http://schemas.openxmlformats.org/officeDocument/2006/relationships" id="829" r:id="R533e0fa55964419d"/>
    <p:sldId xmlns:r="http://schemas.openxmlformats.org/officeDocument/2006/relationships" id="830" r:id="Re6c26009b74e48d3"/>
    <p:sldId xmlns:r="http://schemas.openxmlformats.org/officeDocument/2006/relationships" id="831" r:id="R3124beebae99426f"/>
    <p:sldId xmlns:r="http://schemas.openxmlformats.org/officeDocument/2006/relationships" id="832" r:id="Rb0e54b79a0ac46d2"/>
    <p:sldId xmlns:r="http://schemas.openxmlformats.org/officeDocument/2006/relationships" id="833" r:id="R1b33703f03194897"/>
    <p:sldId xmlns:r="http://schemas.openxmlformats.org/officeDocument/2006/relationships" id="834" r:id="R6632856ccfa74cb3"/>
    <p:sldId xmlns:r="http://schemas.openxmlformats.org/officeDocument/2006/relationships" id="835" r:id="R8b26133756364672"/>
    <p:sldId xmlns:r="http://schemas.openxmlformats.org/officeDocument/2006/relationships" id="836" r:id="R645ce468ab184bef"/>
    <p:sldId xmlns:r="http://schemas.openxmlformats.org/officeDocument/2006/relationships" id="837" r:id="R141c315a4fab497e"/>
    <p:sldId xmlns:r="http://schemas.openxmlformats.org/officeDocument/2006/relationships" id="838" r:id="R2ac0a1b088c2406b"/>
    <p:sldId xmlns:r="http://schemas.openxmlformats.org/officeDocument/2006/relationships" id="839" r:id="Rb81db77509094277"/>
    <p:sldId xmlns:r="http://schemas.openxmlformats.org/officeDocument/2006/relationships" id="840" r:id="R30566c42899e459a"/>
    <p:sldId xmlns:r="http://schemas.openxmlformats.org/officeDocument/2006/relationships" id="841" r:id="Re4aff5cced2c4765"/>
    <p:sldId xmlns:r="http://schemas.openxmlformats.org/officeDocument/2006/relationships" id="842" r:id="Rf7f9e6ef231a4a1b"/>
    <p:sldId xmlns:r="http://schemas.openxmlformats.org/officeDocument/2006/relationships" id="843" r:id="Re16a9aad89b24bbd"/>
    <p:sldId xmlns:r="http://schemas.openxmlformats.org/officeDocument/2006/relationships" id="844" r:id="R4f11cfe2d91b4f64"/>
    <p:sldId xmlns:r="http://schemas.openxmlformats.org/officeDocument/2006/relationships" id="845" r:id="Raaa90e9eb9a646a5"/>
    <p:sldId xmlns:r="http://schemas.openxmlformats.org/officeDocument/2006/relationships" id="846" r:id="R27d153d4c50c4781"/>
    <p:sldId xmlns:r="http://schemas.openxmlformats.org/officeDocument/2006/relationships" id="847" r:id="Re1e0ef3ec6f647cd"/>
    <p:sldId xmlns:r="http://schemas.openxmlformats.org/officeDocument/2006/relationships" id="848" r:id="R30f91bd06c8e494f"/>
    <p:sldId xmlns:r="http://schemas.openxmlformats.org/officeDocument/2006/relationships" id="849" r:id="R65a4fcb1b36848f4"/>
    <p:sldId xmlns:r="http://schemas.openxmlformats.org/officeDocument/2006/relationships" id="850" r:id="R5bb2078ff6134d01"/>
    <p:sldId xmlns:r="http://schemas.openxmlformats.org/officeDocument/2006/relationships" id="851" r:id="R1f0afb12b7ef4c01"/>
    <p:sldId xmlns:r="http://schemas.openxmlformats.org/officeDocument/2006/relationships" id="852" r:id="R316666ad9ad34aa8"/>
    <p:sldId xmlns:r="http://schemas.openxmlformats.org/officeDocument/2006/relationships" id="853" r:id="Rd1efb0014bb04db2"/>
    <p:sldId xmlns:r="http://schemas.openxmlformats.org/officeDocument/2006/relationships" id="854" r:id="Re6d2ddc775aa4b0f"/>
    <p:sldId xmlns:r="http://schemas.openxmlformats.org/officeDocument/2006/relationships" id="855" r:id="R872fcc9fc6d74e15"/>
    <p:sldId xmlns:r="http://schemas.openxmlformats.org/officeDocument/2006/relationships" id="856" r:id="Re24416511f494de2"/>
    <p:sldId xmlns:r="http://schemas.openxmlformats.org/officeDocument/2006/relationships" id="857" r:id="Ra171128e4c634616"/>
    <p:sldId xmlns:r="http://schemas.openxmlformats.org/officeDocument/2006/relationships" id="858" r:id="R58517a65dafa4840"/>
    <p:sldId xmlns:r="http://schemas.openxmlformats.org/officeDocument/2006/relationships" id="859" r:id="Rdb1bc954e1ea44e7"/>
    <p:sldId xmlns:r="http://schemas.openxmlformats.org/officeDocument/2006/relationships" id="860" r:id="Reebf28d5923b4f1f"/>
    <p:sldId xmlns:r="http://schemas.openxmlformats.org/officeDocument/2006/relationships" id="861" r:id="R7248bab2f9ab4813"/>
    <p:sldId xmlns:r="http://schemas.openxmlformats.org/officeDocument/2006/relationships" id="862" r:id="Rde97bc1087254109"/>
    <p:sldId xmlns:r="http://schemas.openxmlformats.org/officeDocument/2006/relationships" id="863" r:id="R80e740378b1c4ce8"/>
    <p:sldId xmlns:r="http://schemas.openxmlformats.org/officeDocument/2006/relationships" id="864" r:id="Reb24df71aec74fcb"/>
    <p:sldId xmlns:r="http://schemas.openxmlformats.org/officeDocument/2006/relationships" id="865" r:id="R361936fa36004694"/>
    <p:sldId xmlns:r="http://schemas.openxmlformats.org/officeDocument/2006/relationships" id="866" r:id="Rfe7e592490174bff"/>
    <p:sldId xmlns:r="http://schemas.openxmlformats.org/officeDocument/2006/relationships" id="867" r:id="Rb8ffbc2449804412"/>
    <p:sldId xmlns:r="http://schemas.openxmlformats.org/officeDocument/2006/relationships" id="868" r:id="Rdc98e5b9fea149f2"/>
    <p:sldId xmlns:r="http://schemas.openxmlformats.org/officeDocument/2006/relationships" id="869" r:id="R1c256d1283844a9a"/>
    <p:sldId xmlns:r="http://schemas.openxmlformats.org/officeDocument/2006/relationships" id="870" r:id="Rf6c47fe023fd4a6f"/>
    <p:sldId xmlns:r="http://schemas.openxmlformats.org/officeDocument/2006/relationships" id="871" r:id="R9533618706204d4a"/>
    <p:sldId xmlns:r="http://schemas.openxmlformats.org/officeDocument/2006/relationships" id="872" r:id="R3ad24a4768a84709"/>
    <p:sldId xmlns:r="http://schemas.openxmlformats.org/officeDocument/2006/relationships" id="873" r:id="R72d4af6c3d9c4585"/>
    <p:sldId xmlns:r="http://schemas.openxmlformats.org/officeDocument/2006/relationships" id="874" r:id="Rf3d103bd7f504f5c"/>
    <p:sldId xmlns:r="http://schemas.openxmlformats.org/officeDocument/2006/relationships" id="875" r:id="R342cb953a8554b3d"/>
    <p:sldId xmlns:r="http://schemas.openxmlformats.org/officeDocument/2006/relationships" id="876" r:id="R03c445d2d1cb4631"/>
    <p:sldId xmlns:r="http://schemas.openxmlformats.org/officeDocument/2006/relationships" id="877" r:id="R4b5a40a9066c493d"/>
    <p:sldId xmlns:r="http://schemas.openxmlformats.org/officeDocument/2006/relationships" id="878" r:id="R5e755d93d2e04c9f"/>
    <p:sldId xmlns:r="http://schemas.openxmlformats.org/officeDocument/2006/relationships" id="879" r:id="R3fb2d179ad3a45fb"/>
    <p:sldId xmlns:r="http://schemas.openxmlformats.org/officeDocument/2006/relationships" id="880" r:id="Rdf003b488f33431a"/>
    <p:sldId xmlns:r="http://schemas.openxmlformats.org/officeDocument/2006/relationships" id="881" r:id="R78cc1c8161ab48bc"/>
    <p:sldId xmlns:r="http://schemas.openxmlformats.org/officeDocument/2006/relationships" id="882" r:id="Rfb46c77fc18a416d"/>
    <p:sldId xmlns:r="http://schemas.openxmlformats.org/officeDocument/2006/relationships" id="883" r:id="R5cb475d6b4a74900"/>
    <p:sldId xmlns:r="http://schemas.openxmlformats.org/officeDocument/2006/relationships" id="884" r:id="Rd6e5a9ea95394c8e"/>
    <p:sldId xmlns:r="http://schemas.openxmlformats.org/officeDocument/2006/relationships" id="885" r:id="R8fea1bccb8024b8a"/>
    <p:sldId xmlns:r="http://schemas.openxmlformats.org/officeDocument/2006/relationships" id="886" r:id="R1a3c2d55f3174690"/>
    <p:sldId xmlns:r="http://schemas.openxmlformats.org/officeDocument/2006/relationships" id="887" r:id="Rbc0580684d9b43b7"/>
    <p:sldId xmlns:r="http://schemas.openxmlformats.org/officeDocument/2006/relationships" id="888" r:id="R8319b2ec58f1478b"/>
    <p:sldId xmlns:r="http://schemas.openxmlformats.org/officeDocument/2006/relationships" id="889" r:id="Rdba9d82fbc8d4e08"/>
    <p:sldId xmlns:r="http://schemas.openxmlformats.org/officeDocument/2006/relationships" id="890" r:id="Rd1fd75bc5af44912"/>
    <p:sldId xmlns:r="http://schemas.openxmlformats.org/officeDocument/2006/relationships" id="891" r:id="R654f8c66b1f74250"/>
    <p:sldId xmlns:r="http://schemas.openxmlformats.org/officeDocument/2006/relationships" id="892" r:id="R9b16b9f056164081"/>
    <p:sldId xmlns:r="http://schemas.openxmlformats.org/officeDocument/2006/relationships" id="893" r:id="R681c3fdbf2b54691"/>
    <p:sldId xmlns:r="http://schemas.openxmlformats.org/officeDocument/2006/relationships" id="894" r:id="Rda65cc5df10f4011"/>
    <p:sldId xmlns:r="http://schemas.openxmlformats.org/officeDocument/2006/relationships" id="895" r:id="Re691bc375fed41af"/>
    <p:sldId xmlns:r="http://schemas.openxmlformats.org/officeDocument/2006/relationships" id="896" r:id="Rfbeae78b4f314311"/>
    <p:sldId xmlns:r="http://schemas.openxmlformats.org/officeDocument/2006/relationships" id="897" r:id="Red7750bd79b64b50"/>
    <p:sldId xmlns:r="http://schemas.openxmlformats.org/officeDocument/2006/relationships" id="898" r:id="Rfb8faee2244e44f8"/>
    <p:sldId xmlns:r="http://schemas.openxmlformats.org/officeDocument/2006/relationships" id="899" r:id="R49d2ae9daef14fee"/>
    <p:sldId xmlns:r="http://schemas.openxmlformats.org/officeDocument/2006/relationships" id="900" r:id="Rbec6a62b6be0415a"/>
    <p:sldId xmlns:r="http://schemas.openxmlformats.org/officeDocument/2006/relationships" id="901" r:id="R503a6c8da6404d59"/>
    <p:sldId xmlns:r="http://schemas.openxmlformats.org/officeDocument/2006/relationships" id="902" r:id="R9073f05d50264f08"/>
    <p:sldId xmlns:r="http://schemas.openxmlformats.org/officeDocument/2006/relationships" id="903" r:id="Ref2ccc1a358443b1"/>
    <p:sldId xmlns:r="http://schemas.openxmlformats.org/officeDocument/2006/relationships" id="904" r:id="Re8f41d82654c47b8"/>
    <p:sldId xmlns:r="http://schemas.openxmlformats.org/officeDocument/2006/relationships" id="905" r:id="R5c32fb5591ed447e"/>
    <p:sldId xmlns:r="http://schemas.openxmlformats.org/officeDocument/2006/relationships" id="906" r:id="Rf2f13252091f40fc"/>
    <p:sldId xmlns:r="http://schemas.openxmlformats.org/officeDocument/2006/relationships" id="907" r:id="R983827ca51a64eda"/>
    <p:sldId xmlns:r="http://schemas.openxmlformats.org/officeDocument/2006/relationships" id="908" r:id="R12cbfacda6b041ee"/>
    <p:sldId xmlns:r="http://schemas.openxmlformats.org/officeDocument/2006/relationships" id="909" r:id="R26d1e787f0ee4247"/>
    <p:sldId xmlns:r="http://schemas.openxmlformats.org/officeDocument/2006/relationships" id="910" r:id="R2ae631a480884a89"/>
    <p:sldId xmlns:r="http://schemas.openxmlformats.org/officeDocument/2006/relationships" id="911" r:id="Rc38dbb678d0c44ec"/>
    <p:sldId xmlns:r="http://schemas.openxmlformats.org/officeDocument/2006/relationships" id="912" r:id="Reb37e5d02fd3480b"/>
    <p:sldId xmlns:r="http://schemas.openxmlformats.org/officeDocument/2006/relationships" id="913" r:id="R65dcf5ae48b24922"/>
    <p:sldId xmlns:r="http://schemas.openxmlformats.org/officeDocument/2006/relationships" id="914" r:id="Rc39346e151ed4298"/>
    <p:sldId xmlns:r="http://schemas.openxmlformats.org/officeDocument/2006/relationships" id="915" r:id="Rc7c9dc9f709048d3"/>
    <p:sldId xmlns:r="http://schemas.openxmlformats.org/officeDocument/2006/relationships" id="916" r:id="R0ddfe41a21204ca0"/>
    <p:sldId xmlns:r="http://schemas.openxmlformats.org/officeDocument/2006/relationships" id="917" r:id="R74b9dc191f9e4d05"/>
    <p:sldId xmlns:r="http://schemas.openxmlformats.org/officeDocument/2006/relationships" id="918" r:id="Rb1871f53b8fa4636"/>
    <p:sldId xmlns:r="http://schemas.openxmlformats.org/officeDocument/2006/relationships" id="919" r:id="R63014beffeee46e8"/>
    <p:sldId xmlns:r="http://schemas.openxmlformats.org/officeDocument/2006/relationships" id="920" r:id="R1e41fe0564c94f87"/>
    <p:sldId xmlns:r="http://schemas.openxmlformats.org/officeDocument/2006/relationships" id="921" r:id="Rb40bbf226be0451d"/>
    <p:sldId xmlns:r="http://schemas.openxmlformats.org/officeDocument/2006/relationships" id="922" r:id="R85448bb2e73e434d"/>
    <p:sldId xmlns:r="http://schemas.openxmlformats.org/officeDocument/2006/relationships" id="923" r:id="Rcd1998a7d89546ee"/>
    <p:sldId xmlns:r="http://schemas.openxmlformats.org/officeDocument/2006/relationships" id="924" r:id="R72b06152b63e4585"/>
    <p:sldId xmlns:r="http://schemas.openxmlformats.org/officeDocument/2006/relationships" id="925" r:id="R8dc3eb9075d74990"/>
    <p:sldId xmlns:r="http://schemas.openxmlformats.org/officeDocument/2006/relationships" id="926" r:id="R19ec9b75f1064c3e"/>
    <p:sldId xmlns:r="http://schemas.openxmlformats.org/officeDocument/2006/relationships" id="927" r:id="R7b7c44a18af94c80"/>
    <p:sldId xmlns:r="http://schemas.openxmlformats.org/officeDocument/2006/relationships" id="928" r:id="R5a5cb9c050264900"/>
    <p:sldId xmlns:r="http://schemas.openxmlformats.org/officeDocument/2006/relationships" id="929" r:id="R09fd81e54a784020"/>
    <p:sldId xmlns:r="http://schemas.openxmlformats.org/officeDocument/2006/relationships" id="930" r:id="R2d739c96f89e4d0f"/>
    <p:sldId xmlns:r="http://schemas.openxmlformats.org/officeDocument/2006/relationships" id="931" r:id="R7849349d17dc4e95"/>
    <p:sldId xmlns:r="http://schemas.openxmlformats.org/officeDocument/2006/relationships" id="932" r:id="R6999dbc4ee1748b6"/>
    <p:sldId xmlns:r="http://schemas.openxmlformats.org/officeDocument/2006/relationships" id="933" r:id="R66d207940f794b5e"/>
    <p:sldId xmlns:r="http://schemas.openxmlformats.org/officeDocument/2006/relationships" id="934" r:id="Rb2ca8c87b8c34aa1"/>
    <p:sldId xmlns:r="http://schemas.openxmlformats.org/officeDocument/2006/relationships" id="935" r:id="R75c49b4ba9c24dc1"/>
    <p:sldId xmlns:r="http://schemas.openxmlformats.org/officeDocument/2006/relationships" id="936" r:id="R1a00774788fd4938"/>
    <p:sldId xmlns:r="http://schemas.openxmlformats.org/officeDocument/2006/relationships" id="937" r:id="R659bebf66de34e9c"/>
    <p:sldId xmlns:r="http://schemas.openxmlformats.org/officeDocument/2006/relationships" id="938" r:id="R68f82c36c73d41a8"/>
    <p:sldId xmlns:r="http://schemas.openxmlformats.org/officeDocument/2006/relationships" id="939" r:id="R93621cc573f34b58"/>
    <p:sldId xmlns:r="http://schemas.openxmlformats.org/officeDocument/2006/relationships" id="940" r:id="Rcfed3596b8424c0e"/>
    <p:sldId xmlns:r="http://schemas.openxmlformats.org/officeDocument/2006/relationships" id="941" r:id="R5de32501428f4ef2"/>
    <p:sldId xmlns:r="http://schemas.openxmlformats.org/officeDocument/2006/relationships" id="942" r:id="Rf54c357cba4c42ee"/>
    <p:sldId xmlns:r="http://schemas.openxmlformats.org/officeDocument/2006/relationships" id="943" r:id="Rbec02146f9204401"/>
    <p:sldId xmlns:r="http://schemas.openxmlformats.org/officeDocument/2006/relationships" id="944" r:id="Re777adbe06894a62"/>
    <p:sldId xmlns:r="http://schemas.openxmlformats.org/officeDocument/2006/relationships" id="945" r:id="Rd073099c897e4065"/>
    <p:sldId xmlns:r="http://schemas.openxmlformats.org/officeDocument/2006/relationships" id="946" r:id="R6548e10b8a2a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dfccaab1d44dcb" /><Relationship Type="http://schemas.openxmlformats.org/officeDocument/2006/relationships/slideMaster" Target="/ppt/slideMasters/slideMaster1.xml" Id="R859a2d6f383e44e3" /><Relationship Type="http://schemas.openxmlformats.org/officeDocument/2006/relationships/notesMaster" Target="/ppt/notesMasters/notesMaster1.xml" Id="R5e37de057b654d87" /><Relationship Type="http://schemas.openxmlformats.org/officeDocument/2006/relationships/presProps" Target="/ppt/presProps.xml" Id="R9bbf88e3c2af431c" /><Relationship Type="http://schemas.openxmlformats.org/officeDocument/2006/relationships/tableStyles" Target="/ppt/tableStyles.xml" Id="Rb312e35cdbd74e7c" /><Relationship Type="http://schemas.openxmlformats.org/officeDocument/2006/relationships/slide" Target="/ppt/slides/slide3.xml" Id="R40094fe98a0f473a" /><Relationship Type="http://schemas.openxmlformats.org/officeDocument/2006/relationships/slide" Target="/ppt/slides/slide4.xml" Id="R7128ade9cd3a4486" /><Relationship Type="http://schemas.openxmlformats.org/officeDocument/2006/relationships/slide" Target="/ppt/slides/slide5.xml" Id="R3fa5cb9f5fae407c" /><Relationship Type="http://schemas.openxmlformats.org/officeDocument/2006/relationships/slide" Target="/ppt/slides/slide6.xml" Id="R01680e54ee714cd2" /><Relationship Type="http://schemas.openxmlformats.org/officeDocument/2006/relationships/slide" Target="/ppt/slides/slide7.xml" Id="Rce9e16de6af94f70" /><Relationship Type="http://schemas.openxmlformats.org/officeDocument/2006/relationships/slide" Target="/ppt/slides/slide8.xml" Id="Rf0cdad58be9f4354" /><Relationship Type="http://schemas.openxmlformats.org/officeDocument/2006/relationships/slide" Target="/ppt/slides/slide9.xml" Id="R63c82b6643604c9d" /><Relationship Type="http://schemas.openxmlformats.org/officeDocument/2006/relationships/slide" Target="/ppt/slides/slide10.xml" Id="R9af1300de4af44e5" /><Relationship Type="http://schemas.openxmlformats.org/officeDocument/2006/relationships/slide" Target="/ppt/slides/slide11.xml" Id="Rfa09ffc7098e4a83" /><Relationship Type="http://schemas.openxmlformats.org/officeDocument/2006/relationships/slide" Target="/ppt/slides/slide12.xml" Id="R016f291ad9984300" /><Relationship Type="http://schemas.openxmlformats.org/officeDocument/2006/relationships/slide" Target="/ppt/slides/slide13.xml" Id="R8258f4b89e9e475a" /><Relationship Type="http://schemas.openxmlformats.org/officeDocument/2006/relationships/slide" Target="/ppt/slides/slide14.xml" Id="Rb4da36bdea35441c" /><Relationship Type="http://schemas.openxmlformats.org/officeDocument/2006/relationships/slide" Target="/ppt/slides/slide15.xml" Id="R0a56cf83ce354a84" /><Relationship Type="http://schemas.openxmlformats.org/officeDocument/2006/relationships/slide" Target="/ppt/slides/slide16.xml" Id="R5393fc0078b846df" /><Relationship Type="http://schemas.openxmlformats.org/officeDocument/2006/relationships/slide" Target="/ppt/slides/slide17.xml" Id="R84ddd92621164bc7" /><Relationship Type="http://schemas.openxmlformats.org/officeDocument/2006/relationships/slide" Target="/ppt/slides/slide18.xml" Id="Rb0ff659f95b14fd5" /><Relationship Type="http://schemas.openxmlformats.org/officeDocument/2006/relationships/slide" Target="/ppt/slides/slide19.xml" Id="R3038f77d8c454836" /><Relationship Type="http://schemas.openxmlformats.org/officeDocument/2006/relationships/slide" Target="/ppt/slides/slide20.xml" Id="R609f5b69062b4773" /><Relationship Type="http://schemas.openxmlformats.org/officeDocument/2006/relationships/slide" Target="/ppt/slides/slide21.xml" Id="R96dc9e8175ef41ec" /><Relationship Type="http://schemas.openxmlformats.org/officeDocument/2006/relationships/slide" Target="/ppt/slides/slide22.xml" Id="R6da20d919d8d4885" /><Relationship Type="http://schemas.openxmlformats.org/officeDocument/2006/relationships/slide" Target="/ppt/slides/slide23.xml" Id="R4e1fa1ef88f848c5" /><Relationship Type="http://schemas.openxmlformats.org/officeDocument/2006/relationships/slide" Target="/ppt/slides/slide24.xml" Id="R140444638af54929" /><Relationship Type="http://schemas.openxmlformats.org/officeDocument/2006/relationships/slide" Target="/ppt/slides/slide25.xml" Id="Raf8da585c53c4e2b" /><Relationship Type="http://schemas.openxmlformats.org/officeDocument/2006/relationships/slide" Target="/ppt/slides/slide26.xml" Id="R8443cc35386843c6" /><Relationship Type="http://schemas.openxmlformats.org/officeDocument/2006/relationships/slide" Target="/ppt/slides/slide27.xml" Id="R849ccf365b00449a" /><Relationship Type="http://schemas.openxmlformats.org/officeDocument/2006/relationships/slide" Target="/ppt/slides/slide28.xml" Id="R9f03e18c99014361" /><Relationship Type="http://schemas.openxmlformats.org/officeDocument/2006/relationships/slide" Target="/ppt/slides/slide29.xml" Id="R7b9aeeca69f44bae" /><Relationship Type="http://schemas.openxmlformats.org/officeDocument/2006/relationships/slide" Target="/ppt/slides/slide30.xml" Id="R6d0ec5b088c84267" /><Relationship Type="http://schemas.openxmlformats.org/officeDocument/2006/relationships/slide" Target="/ppt/slides/slide31.xml" Id="R1f03abbd7af948bd" /><Relationship Type="http://schemas.openxmlformats.org/officeDocument/2006/relationships/slide" Target="/ppt/slides/slide32.xml" Id="R83dc571cf4b94ad1" /><Relationship Type="http://schemas.openxmlformats.org/officeDocument/2006/relationships/slide" Target="/ppt/slides/slide33.xml" Id="R11f842e37cef44ea" /><Relationship Type="http://schemas.openxmlformats.org/officeDocument/2006/relationships/slide" Target="/ppt/slides/slide34.xml" Id="R49c65711d9ef4aa0" /><Relationship Type="http://schemas.openxmlformats.org/officeDocument/2006/relationships/slide" Target="/ppt/slides/slide35.xml" Id="Rf7e310eadc5c4216" /><Relationship Type="http://schemas.openxmlformats.org/officeDocument/2006/relationships/slide" Target="/ppt/slides/slide36.xml" Id="R85424894c2fa44b4" /><Relationship Type="http://schemas.openxmlformats.org/officeDocument/2006/relationships/slide" Target="/ppt/slides/slide37.xml" Id="Re5df5ad81ae14455" /><Relationship Type="http://schemas.openxmlformats.org/officeDocument/2006/relationships/slide" Target="/ppt/slides/slide38.xml" Id="Rb646d23f294c47cb" /><Relationship Type="http://schemas.openxmlformats.org/officeDocument/2006/relationships/slide" Target="/ppt/slides/slide39.xml" Id="Rdc7d0bf8474d4637" /><Relationship Type="http://schemas.openxmlformats.org/officeDocument/2006/relationships/slide" Target="/ppt/slides/slide40.xml" Id="Rf2f38397e64a4ac3" /><Relationship Type="http://schemas.openxmlformats.org/officeDocument/2006/relationships/slide" Target="/ppt/slides/slide41.xml" Id="R5b219163703b4fe4" /><Relationship Type="http://schemas.openxmlformats.org/officeDocument/2006/relationships/slide" Target="/ppt/slides/slide42.xml" Id="R747d051d08b2463b" /><Relationship Type="http://schemas.openxmlformats.org/officeDocument/2006/relationships/slide" Target="/ppt/slides/slide43.xml" Id="R92866f608b5f4a88" /><Relationship Type="http://schemas.openxmlformats.org/officeDocument/2006/relationships/slide" Target="/ppt/slides/slide44.xml" Id="R9283d282dbd8429e" /><Relationship Type="http://schemas.openxmlformats.org/officeDocument/2006/relationships/slide" Target="/ppt/slides/slide45.xml" Id="Rc340facfa09e4446" /><Relationship Type="http://schemas.openxmlformats.org/officeDocument/2006/relationships/slide" Target="/ppt/slides/slide46.xml" Id="R89467d9bcd4b47c5" /><Relationship Type="http://schemas.openxmlformats.org/officeDocument/2006/relationships/slide" Target="/ppt/slides/slide47.xml" Id="Rf9e26bb719a84441" /><Relationship Type="http://schemas.openxmlformats.org/officeDocument/2006/relationships/slide" Target="/ppt/slides/slide48.xml" Id="R99a1849a93fd4147" /><Relationship Type="http://schemas.openxmlformats.org/officeDocument/2006/relationships/slide" Target="/ppt/slides/slide49.xml" Id="R026ebf26ccc44cb1" /><Relationship Type="http://schemas.openxmlformats.org/officeDocument/2006/relationships/slide" Target="/ppt/slides/slide50.xml" Id="R1cbc38e23c7f40cb" /><Relationship Type="http://schemas.openxmlformats.org/officeDocument/2006/relationships/slide" Target="/ppt/slides/slide51.xml" Id="R6a2b00cd2e6f4dbd" /><Relationship Type="http://schemas.openxmlformats.org/officeDocument/2006/relationships/slide" Target="/ppt/slides/slide52.xml" Id="R052fdf93b62f4597" /><Relationship Type="http://schemas.openxmlformats.org/officeDocument/2006/relationships/slide" Target="/ppt/slides/slide53.xml" Id="R0204361deb19413d" /><Relationship Type="http://schemas.openxmlformats.org/officeDocument/2006/relationships/slide" Target="/ppt/slides/slide54.xml" Id="R271718991e4e4455" /><Relationship Type="http://schemas.openxmlformats.org/officeDocument/2006/relationships/slide" Target="/ppt/slides/slide55.xml" Id="R48b6c8ca79614a56" /><Relationship Type="http://schemas.openxmlformats.org/officeDocument/2006/relationships/slide" Target="/ppt/slides/slide56.xml" Id="R3ff351c4cb534f01" /><Relationship Type="http://schemas.openxmlformats.org/officeDocument/2006/relationships/slide" Target="/ppt/slides/slide57.xml" Id="Re63a223be5884424" /><Relationship Type="http://schemas.openxmlformats.org/officeDocument/2006/relationships/slide" Target="/ppt/slides/slide58.xml" Id="Reba96e9a88be455d" /><Relationship Type="http://schemas.openxmlformats.org/officeDocument/2006/relationships/slide" Target="/ppt/slides/slide59.xml" Id="Rf377a4cf1cb54b3f" /><Relationship Type="http://schemas.openxmlformats.org/officeDocument/2006/relationships/slide" Target="/ppt/slides/slide60.xml" Id="Rf37886f102294395" /><Relationship Type="http://schemas.openxmlformats.org/officeDocument/2006/relationships/slide" Target="/ppt/slides/slide61.xml" Id="Refe12b98bc344e82" /><Relationship Type="http://schemas.openxmlformats.org/officeDocument/2006/relationships/slide" Target="/ppt/slides/slide62.xml" Id="R604b2832442b4a93" /><Relationship Type="http://schemas.openxmlformats.org/officeDocument/2006/relationships/slide" Target="/ppt/slides/slide63.xml" Id="R83765a6b94364c73" /><Relationship Type="http://schemas.openxmlformats.org/officeDocument/2006/relationships/slide" Target="/ppt/slides/slide64.xml" Id="Red1b936c7f404f93" /><Relationship Type="http://schemas.openxmlformats.org/officeDocument/2006/relationships/slide" Target="/ppt/slides/slide65.xml" Id="Rd848cd98d8214460" /><Relationship Type="http://schemas.openxmlformats.org/officeDocument/2006/relationships/slide" Target="/ppt/slides/slide66.xml" Id="R16897865d026430c" /><Relationship Type="http://schemas.openxmlformats.org/officeDocument/2006/relationships/slide" Target="/ppt/slides/slide67.xml" Id="R1cb5ff3b1c154ceb" /><Relationship Type="http://schemas.openxmlformats.org/officeDocument/2006/relationships/slide" Target="/ppt/slides/slide68.xml" Id="R5122bea93fc4414a" /><Relationship Type="http://schemas.openxmlformats.org/officeDocument/2006/relationships/slide" Target="/ppt/slides/slide69.xml" Id="R0da372f113904fa8" /><Relationship Type="http://schemas.openxmlformats.org/officeDocument/2006/relationships/slide" Target="/ppt/slides/slide70.xml" Id="Rda00ba0dceed420d" /><Relationship Type="http://schemas.openxmlformats.org/officeDocument/2006/relationships/slide" Target="/ppt/slides/slide71.xml" Id="Rc94c9beb05a94f48" /><Relationship Type="http://schemas.openxmlformats.org/officeDocument/2006/relationships/slide" Target="/ppt/slides/slide72.xml" Id="Rfa2c262570c94914" /><Relationship Type="http://schemas.openxmlformats.org/officeDocument/2006/relationships/slide" Target="/ppt/slides/slide73.xml" Id="Rae833b7f92bf4d25" /><Relationship Type="http://schemas.openxmlformats.org/officeDocument/2006/relationships/slide" Target="/ppt/slides/slide74.xml" Id="Re6b65d81949a4615" /><Relationship Type="http://schemas.openxmlformats.org/officeDocument/2006/relationships/slide" Target="/ppt/slides/slide75.xml" Id="R6572106f69894766" /><Relationship Type="http://schemas.openxmlformats.org/officeDocument/2006/relationships/slide" Target="/ppt/slides/slide76.xml" Id="R442a27206b684557" /><Relationship Type="http://schemas.openxmlformats.org/officeDocument/2006/relationships/slide" Target="/ppt/slides/slide77.xml" Id="Rdd88bdd4945c449c" /><Relationship Type="http://schemas.openxmlformats.org/officeDocument/2006/relationships/slide" Target="/ppt/slides/slide78.xml" Id="R8611a3be64104697" /><Relationship Type="http://schemas.openxmlformats.org/officeDocument/2006/relationships/slide" Target="/ppt/slides/slide79.xml" Id="Re2bc34eca57549b9" /><Relationship Type="http://schemas.openxmlformats.org/officeDocument/2006/relationships/slide" Target="/ppt/slides/slide80.xml" Id="Rc730d4e6522441a0" /><Relationship Type="http://schemas.openxmlformats.org/officeDocument/2006/relationships/slide" Target="/ppt/slides/slide81.xml" Id="Rf363b9788bca4bb7" /><Relationship Type="http://schemas.openxmlformats.org/officeDocument/2006/relationships/slide" Target="/ppt/slides/slide82.xml" Id="R99d0541f0b0f4b46" /><Relationship Type="http://schemas.openxmlformats.org/officeDocument/2006/relationships/slide" Target="/ppt/slides/slide83.xml" Id="Rcdd45b9b57844da3" /><Relationship Type="http://schemas.openxmlformats.org/officeDocument/2006/relationships/slide" Target="/ppt/slides/slide84.xml" Id="R842ffcc221a94ce3" /><Relationship Type="http://schemas.openxmlformats.org/officeDocument/2006/relationships/slide" Target="/ppt/slides/slide85.xml" Id="R359c247681d246a7" /><Relationship Type="http://schemas.openxmlformats.org/officeDocument/2006/relationships/slide" Target="/ppt/slides/slide86.xml" Id="R67fd3eb8cfce472d" /><Relationship Type="http://schemas.openxmlformats.org/officeDocument/2006/relationships/slide" Target="/ppt/slides/slide87.xml" Id="R20d7d31ca39d41b2" /><Relationship Type="http://schemas.openxmlformats.org/officeDocument/2006/relationships/slide" Target="/ppt/slides/slide88.xml" Id="Re013485f5ba04754" /><Relationship Type="http://schemas.openxmlformats.org/officeDocument/2006/relationships/slide" Target="/ppt/slides/slide89.xml" Id="Re4ed9eabe41e4925" /><Relationship Type="http://schemas.openxmlformats.org/officeDocument/2006/relationships/slide" Target="/ppt/slides/slide90.xml" Id="R8a1a22c0055e4fb6" /><Relationship Type="http://schemas.openxmlformats.org/officeDocument/2006/relationships/slide" Target="/ppt/slides/slide91.xml" Id="R32fe5d9f9c5243d5" /><Relationship Type="http://schemas.openxmlformats.org/officeDocument/2006/relationships/slide" Target="/ppt/slides/slide92.xml" Id="R65f5bb664bdf41e6" /><Relationship Type="http://schemas.openxmlformats.org/officeDocument/2006/relationships/slide" Target="/ppt/slides/slide93.xml" Id="R394fd557df9a417e" /><Relationship Type="http://schemas.openxmlformats.org/officeDocument/2006/relationships/slide" Target="/ppt/slides/slide94.xml" Id="Re13af011b9404d23" /><Relationship Type="http://schemas.openxmlformats.org/officeDocument/2006/relationships/slide" Target="/ppt/slides/slide95.xml" Id="Rf6806c6cb850498d" /><Relationship Type="http://schemas.openxmlformats.org/officeDocument/2006/relationships/slide" Target="/ppt/slides/slide96.xml" Id="R7796bd93e02341c5" /><Relationship Type="http://schemas.openxmlformats.org/officeDocument/2006/relationships/slide" Target="/ppt/slides/slide97.xml" Id="Rb970b5bb72fe4fee" /><Relationship Type="http://schemas.openxmlformats.org/officeDocument/2006/relationships/slide" Target="/ppt/slides/slide98.xml" Id="R2a7bb38ca42b41a8" /><Relationship Type="http://schemas.openxmlformats.org/officeDocument/2006/relationships/slide" Target="/ppt/slides/slide99.xml" Id="Ree61c481b77a4c7a" /><Relationship Type="http://schemas.openxmlformats.org/officeDocument/2006/relationships/slide" Target="/ppt/slides/slide100.xml" Id="Rd02aa0b84dc140f0" /><Relationship Type="http://schemas.openxmlformats.org/officeDocument/2006/relationships/slide" Target="/ppt/slides/slide101.xml" Id="Rce9a590360cf484c" /><Relationship Type="http://schemas.openxmlformats.org/officeDocument/2006/relationships/slide" Target="/ppt/slides/slide102.xml" Id="R6f28dae22c1042e2" /><Relationship Type="http://schemas.openxmlformats.org/officeDocument/2006/relationships/slide" Target="/ppt/slides/slide103.xml" Id="R55864a6afa7d458e" /><Relationship Type="http://schemas.openxmlformats.org/officeDocument/2006/relationships/slide" Target="/ppt/slides/slide104.xml" Id="Raf221285c48d417f" /><Relationship Type="http://schemas.openxmlformats.org/officeDocument/2006/relationships/slide" Target="/ppt/slides/slide105.xml" Id="R19c690b938c4460b" /><Relationship Type="http://schemas.openxmlformats.org/officeDocument/2006/relationships/slide" Target="/ppt/slides/slide106.xml" Id="R05153adb8fb44fbf" /><Relationship Type="http://schemas.openxmlformats.org/officeDocument/2006/relationships/slide" Target="/ppt/slides/slide107.xml" Id="R04f4efdbf0ad4fba" /><Relationship Type="http://schemas.openxmlformats.org/officeDocument/2006/relationships/slide" Target="/ppt/slides/slide108.xml" Id="Rf01cbde78e614f9e" /><Relationship Type="http://schemas.openxmlformats.org/officeDocument/2006/relationships/slide" Target="/ppt/slides/slide109.xml" Id="Ree942a7e61a7419e" /><Relationship Type="http://schemas.openxmlformats.org/officeDocument/2006/relationships/slide" Target="/ppt/slides/slide110.xml" Id="R2bf1b7ad1ebe4f08" /><Relationship Type="http://schemas.openxmlformats.org/officeDocument/2006/relationships/slide" Target="/ppt/slides/slide111.xml" Id="R9507627b0fea4543" /><Relationship Type="http://schemas.openxmlformats.org/officeDocument/2006/relationships/slide" Target="/ppt/slides/slide112.xml" Id="R4abace65dee94b6f" /><Relationship Type="http://schemas.openxmlformats.org/officeDocument/2006/relationships/slide" Target="/ppt/slides/slide113.xml" Id="Ra94a723866204af3" /><Relationship Type="http://schemas.openxmlformats.org/officeDocument/2006/relationships/slide" Target="/ppt/slides/slide114.xml" Id="Rfd619e8542ad4a1c" /><Relationship Type="http://schemas.openxmlformats.org/officeDocument/2006/relationships/slide" Target="/ppt/slides/slide115.xml" Id="R00a95921822b4d96" /><Relationship Type="http://schemas.openxmlformats.org/officeDocument/2006/relationships/slide" Target="/ppt/slides/slide116.xml" Id="R971be3370ffd4f80" /><Relationship Type="http://schemas.openxmlformats.org/officeDocument/2006/relationships/slide" Target="/ppt/slides/slide117.xml" Id="R8792f9de34de49b8" /><Relationship Type="http://schemas.openxmlformats.org/officeDocument/2006/relationships/slide" Target="/ppt/slides/slide118.xml" Id="Rf70ff64922a84794" /><Relationship Type="http://schemas.openxmlformats.org/officeDocument/2006/relationships/slide" Target="/ppt/slides/slide119.xml" Id="R8826bc0981164bc5" /><Relationship Type="http://schemas.openxmlformats.org/officeDocument/2006/relationships/slide" Target="/ppt/slides/slide120.xml" Id="Ref5d4a58551b4156" /><Relationship Type="http://schemas.openxmlformats.org/officeDocument/2006/relationships/slide" Target="/ppt/slides/slide121.xml" Id="R87381faa395a40f1" /><Relationship Type="http://schemas.openxmlformats.org/officeDocument/2006/relationships/slide" Target="/ppt/slides/slide122.xml" Id="R53622f8ddbd74119" /><Relationship Type="http://schemas.openxmlformats.org/officeDocument/2006/relationships/slide" Target="/ppt/slides/slide123.xml" Id="Rb5ec4ffcc5064830" /><Relationship Type="http://schemas.openxmlformats.org/officeDocument/2006/relationships/slide" Target="/ppt/slides/slide124.xml" Id="R4c256263b6c24f69" /><Relationship Type="http://schemas.openxmlformats.org/officeDocument/2006/relationships/slide" Target="/ppt/slides/slide125.xml" Id="Rc3991d67b0c74ad7" /><Relationship Type="http://schemas.openxmlformats.org/officeDocument/2006/relationships/slide" Target="/ppt/slides/slide126.xml" Id="Rc26ad8f1fb714969" /><Relationship Type="http://schemas.openxmlformats.org/officeDocument/2006/relationships/slide" Target="/ppt/slides/slide127.xml" Id="Re491d28fef434a82" /><Relationship Type="http://schemas.openxmlformats.org/officeDocument/2006/relationships/slide" Target="/ppt/slides/slide128.xml" Id="Rc5282c279fd44132" /><Relationship Type="http://schemas.openxmlformats.org/officeDocument/2006/relationships/slide" Target="/ppt/slides/slide129.xml" Id="Raf02087019af4e60" /><Relationship Type="http://schemas.openxmlformats.org/officeDocument/2006/relationships/slide" Target="/ppt/slides/slide130.xml" Id="Rdfed820d7c5043c7" /><Relationship Type="http://schemas.openxmlformats.org/officeDocument/2006/relationships/slide" Target="/ppt/slides/slide131.xml" Id="R8b21c983322f4d0a" /><Relationship Type="http://schemas.openxmlformats.org/officeDocument/2006/relationships/slide" Target="/ppt/slides/slide132.xml" Id="Rf469b89b0e0b4968" /><Relationship Type="http://schemas.openxmlformats.org/officeDocument/2006/relationships/slide" Target="/ppt/slides/slide133.xml" Id="R6162c7831867488a" /><Relationship Type="http://schemas.openxmlformats.org/officeDocument/2006/relationships/slide" Target="/ppt/slides/slide561.xml" Id="R6800b74a6d244d69" /><Relationship Type="http://schemas.openxmlformats.org/officeDocument/2006/relationships/slide" Target="/ppt/slides/slide562.xml" Id="R46e9e6e87b6942d2" /><Relationship Type="http://schemas.openxmlformats.org/officeDocument/2006/relationships/slide" Target="/ppt/slides/slide563.xml" Id="R9c90d927a6734c6f" /><Relationship Type="http://schemas.openxmlformats.org/officeDocument/2006/relationships/slide" Target="/ppt/slides/slide564.xml" Id="R81337da12b014d8f" /><Relationship Type="http://schemas.openxmlformats.org/officeDocument/2006/relationships/slide" Target="/ppt/slides/slide565.xml" Id="R9421c2143ee44e51" /><Relationship Type="http://schemas.openxmlformats.org/officeDocument/2006/relationships/slide" Target="/ppt/slides/slide566.xml" Id="Rb183b1a05d184ebe" /><Relationship Type="http://schemas.openxmlformats.org/officeDocument/2006/relationships/slide" Target="/ppt/slides/slide567.xml" Id="Rf89aff16a1fb4526" /><Relationship Type="http://schemas.openxmlformats.org/officeDocument/2006/relationships/slide" Target="/ppt/slides/slide568.xml" Id="R41a09e81e9af4c4b" /><Relationship Type="http://schemas.openxmlformats.org/officeDocument/2006/relationships/slide" Target="/ppt/slides/slide569.xml" Id="R9512271234844f62" /><Relationship Type="http://schemas.openxmlformats.org/officeDocument/2006/relationships/slide" Target="/ppt/slides/slide570.xml" Id="R344314e20b534361" /><Relationship Type="http://schemas.openxmlformats.org/officeDocument/2006/relationships/slide" Target="/ppt/slides/slide571.xml" Id="Ra5e6f2bd3cf54837" /><Relationship Type="http://schemas.openxmlformats.org/officeDocument/2006/relationships/slide" Target="/ppt/slides/slide572.xml" Id="R050c6d4c1c7f4c44" /><Relationship Type="http://schemas.openxmlformats.org/officeDocument/2006/relationships/slide" Target="/ppt/slides/slide573.xml" Id="R306a003fa4934541" /><Relationship Type="http://schemas.openxmlformats.org/officeDocument/2006/relationships/slide" Target="/ppt/slides/slide574.xml" Id="R533e0fa55964419d" /><Relationship Type="http://schemas.openxmlformats.org/officeDocument/2006/relationships/slide" Target="/ppt/slides/slide575.xml" Id="Re6c26009b74e48d3" /><Relationship Type="http://schemas.openxmlformats.org/officeDocument/2006/relationships/slide" Target="/ppt/slides/slide576.xml" Id="R3124beebae99426f" /><Relationship Type="http://schemas.openxmlformats.org/officeDocument/2006/relationships/slide" Target="/ppt/slides/slide577.xml" Id="Rb0e54b79a0ac46d2" /><Relationship Type="http://schemas.openxmlformats.org/officeDocument/2006/relationships/slide" Target="/ppt/slides/slide578.xml" Id="R1b33703f03194897" /><Relationship Type="http://schemas.openxmlformats.org/officeDocument/2006/relationships/slide" Target="/ppt/slides/slide579.xml" Id="R6632856ccfa74cb3" /><Relationship Type="http://schemas.openxmlformats.org/officeDocument/2006/relationships/slide" Target="/ppt/slides/slide580.xml" Id="R8b26133756364672" /><Relationship Type="http://schemas.openxmlformats.org/officeDocument/2006/relationships/slide" Target="/ppt/slides/slide581.xml" Id="R645ce468ab184bef" /><Relationship Type="http://schemas.openxmlformats.org/officeDocument/2006/relationships/slide" Target="/ppt/slides/slide582.xml" Id="R141c315a4fab497e" /><Relationship Type="http://schemas.openxmlformats.org/officeDocument/2006/relationships/slide" Target="/ppt/slides/slide583.xml" Id="R2ac0a1b088c2406b" /><Relationship Type="http://schemas.openxmlformats.org/officeDocument/2006/relationships/slide" Target="/ppt/slides/slide584.xml" Id="Rb81db77509094277" /><Relationship Type="http://schemas.openxmlformats.org/officeDocument/2006/relationships/slide" Target="/ppt/slides/slide585.xml" Id="R30566c42899e459a" /><Relationship Type="http://schemas.openxmlformats.org/officeDocument/2006/relationships/slide" Target="/ppt/slides/slide586.xml" Id="Re4aff5cced2c4765" /><Relationship Type="http://schemas.openxmlformats.org/officeDocument/2006/relationships/slide" Target="/ppt/slides/slide587.xml" Id="Rf7f9e6ef231a4a1b" /><Relationship Type="http://schemas.openxmlformats.org/officeDocument/2006/relationships/slide" Target="/ppt/slides/slide588.xml" Id="Re16a9aad89b24bbd" /><Relationship Type="http://schemas.openxmlformats.org/officeDocument/2006/relationships/slide" Target="/ppt/slides/slide589.xml" Id="R4f11cfe2d91b4f64" /><Relationship Type="http://schemas.openxmlformats.org/officeDocument/2006/relationships/slide" Target="/ppt/slides/slide590.xml" Id="Raaa90e9eb9a646a5" /><Relationship Type="http://schemas.openxmlformats.org/officeDocument/2006/relationships/slide" Target="/ppt/slides/slide591.xml" Id="R27d153d4c50c4781" /><Relationship Type="http://schemas.openxmlformats.org/officeDocument/2006/relationships/slide" Target="/ppt/slides/slide592.xml" Id="Re1e0ef3ec6f647cd" /><Relationship Type="http://schemas.openxmlformats.org/officeDocument/2006/relationships/slide" Target="/ppt/slides/slide593.xml" Id="R30f91bd06c8e494f" /><Relationship Type="http://schemas.openxmlformats.org/officeDocument/2006/relationships/slide" Target="/ppt/slides/slide594.xml" Id="R65a4fcb1b36848f4" /><Relationship Type="http://schemas.openxmlformats.org/officeDocument/2006/relationships/slide" Target="/ppt/slides/slide595.xml" Id="R5bb2078ff6134d01" /><Relationship Type="http://schemas.openxmlformats.org/officeDocument/2006/relationships/slide" Target="/ppt/slides/slide596.xml" Id="R1f0afb12b7ef4c01" /><Relationship Type="http://schemas.openxmlformats.org/officeDocument/2006/relationships/slide" Target="/ppt/slides/slide597.xml" Id="R316666ad9ad34aa8" /><Relationship Type="http://schemas.openxmlformats.org/officeDocument/2006/relationships/slide" Target="/ppt/slides/slide598.xml" Id="Rd1efb0014bb04db2" /><Relationship Type="http://schemas.openxmlformats.org/officeDocument/2006/relationships/slide" Target="/ppt/slides/slide599.xml" Id="Re6d2ddc775aa4b0f" /><Relationship Type="http://schemas.openxmlformats.org/officeDocument/2006/relationships/slide" Target="/ppt/slides/slide600.xml" Id="R872fcc9fc6d74e15" /><Relationship Type="http://schemas.openxmlformats.org/officeDocument/2006/relationships/slide" Target="/ppt/slides/slide601.xml" Id="Re24416511f494de2" /><Relationship Type="http://schemas.openxmlformats.org/officeDocument/2006/relationships/slide" Target="/ppt/slides/slide602.xml" Id="Ra171128e4c634616" /><Relationship Type="http://schemas.openxmlformats.org/officeDocument/2006/relationships/slide" Target="/ppt/slides/slide603.xml" Id="R58517a65dafa4840" /><Relationship Type="http://schemas.openxmlformats.org/officeDocument/2006/relationships/slide" Target="/ppt/slides/slide604.xml" Id="Rdb1bc954e1ea44e7" /><Relationship Type="http://schemas.openxmlformats.org/officeDocument/2006/relationships/slide" Target="/ppt/slides/slide605.xml" Id="Reebf28d5923b4f1f" /><Relationship Type="http://schemas.openxmlformats.org/officeDocument/2006/relationships/slide" Target="/ppt/slides/slide606.xml" Id="R7248bab2f9ab4813" /><Relationship Type="http://schemas.openxmlformats.org/officeDocument/2006/relationships/slide" Target="/ppt/slides/slide607.xml" Id="Rde97bc1087254109" /><Relationship Type="http://schemas.openxmlformats.org/officeDocument/2006/relationships/slide" Target="/ppt/slides/slide608.xml" Id="R80e740378b1c4ce8" /><Relationship Type="http://schemas.openxmlformats.org/officeDocument/2006/relationships/slide" Target="/ppt/slides/slide609.xml" Id="Reb24df71aec74fcb" /><Relationship Type="http://schemas.openxmlformats.org/officeDocument/2006/relationships/slide" Target="/ppt/slides/slide610.xml" Id="R361936fa36004694" /><Relationship Type="http://schemas.openxmlformats.org/officeDocument/2006/relationships/slide" Target="/ppt/slides/slide611.xml" Id="Rfe7e592490174bff" /><Relationship Type="http://schemas.openxmlformats.org/officeDocument/2006/relationships/slide" Target="/ppt/slides/slide612.xml" Id="Rb8ffbc2449804412" /><Relationship Type="http://schemas.openxmlformats.org/officeDocument/2006/relationships/slide" Target="/ppt/slides/slide613.xml" Id="Rdc98e5b9fea149f2" /><Relationship Type="http://schemas.openxmlformats.org/officeDocument/2006/relationships/slide" Target="/ppt/slides/slide614.xml" Id="R1c256d1283844a9a" /><Relationship Type="http://schemas.openxmlformats.org/officeDocument/2006/relationships/slide" Target="/ppt/slides/slide615.xml" Id="Rf6c47fe023fd4a6f" /><Relationship Type="http://schemas.openxmlformats.org/officeDocument/2006/relationships/slide" Target="/ppt/slides/slide616.xml" Id="R9533618706204d4a" /><Relationship Type="http://schemas.openxmlformats.org/officeDocument/2006/relationships/slide" Target="/ppt/slides/slide617.xml" Id="R3ad24a4768a84709" /><Relationship Type="http://schemas.openxmlformats.org/officeDocument/2006/relationships/slide" Target="/ppt/slides/slide618.xml" Id="R72d4af6c3d9c4585" /><Relationship Type="http://schemas.openxmlformats.org/officeDocument/2006/relationships/slide" Target="/ppt/slides/slide619.xml" Id="Rf3d103bd7f504f5c" /><Relationship Type="http://schemas.openxmlformats.org/officeDocument/2006/relationships/slide" Target="/ppt/slides/slide620.xml" Id="R342cb953a8554b3d" /><Relationship Type="http://schemas.openxmlformats.org/officeDocument/2006/relationships/slide" Target="/ppt/slides/slide621.xml" Id="R03c445d2d1cb4631" /><Relationship Type="http://schemas.openxmlformats.org/officeDocument/2006/relationships/slide" Target="/ppt/slides/slide622.xml" Id="R4b5a40a9066c493d" /><Relationship Type="http://schemas.openxmlformats.org/officeDocument/2006/relationships/slide" Target="/ppt/slides/slide623.xml" Id="R5e755d93d2e04c9f" /><Relationship Type="http://schemas.openxmlformats.org/officeDocument/2006/relationships/slide" Target="/ppt/slides/slide624.xml" Id="R3fb2d179ad3a45fb" /><Relationship Type="http://schemas.openxmlformats.org/officeDocument/2006/relationships/slide" Target="/ppt/slides/slide625.xml" Id="Rdf003b488f33431a" /><Relationship Type="http://schemas.openxmlformats.org/officeDocument/2006/relationships/slide" Target="/ppt/slides/slide626.xml" Id="R78cc1c8161ab48bc" /><Relationship Type="http://schemas.openxmlformats.org/officeDocument/2006/relationships/slide" Target="/ppt/slides/slide627.xml" Id="Rfb46c77fc18a416d" /><Relationship Type="http://schemas.openxmlformats.org/officeDocument/2006/relationships/slide" Target="/ppt/slides/slide628.xml" Id="R5cb475d6b4a74900" /><Relationship Type="http://schemas.openxmlformats.org/officeDocument/2006/relationships/slide" Target="/ppt/slides/slide629.xml" Id="Rd6e5a9ea95394c8e" /><Relationship Type="http://schemas.openxmlformats.org/officeDocument/2006/relationships/slide" Target="/ppt/slides/slide630.xml" Id="R8fea1bccb8024b8a" /><Relationship Type="http://schemas.openxmlformats.org/officeDocument/2006/relationships/slide" Target="/ppt/slides/slide631.xml" Id="R1a3c2d55f3174690" /><Relationship Type="http://schemas.openxmlformats.org/officeDocument/2006/relationships/slide" Target="/ppt/slides/slide632.xml" Id="Rbc0580684d9b43b7" /><Relationship Type="http://schemas.openxmlformats.org/officeDocument/2006/relationships/slide" Target="/ppt/slides/slide633.xml" Id="R8319b2ec58f1478b" /><Relationship Type="http://schemas.openxmlformats.org/officeDocument/2006/relationships/slide" Target="/ppt/slides/slide634.xml" Id="Rdba9d82fbc8d4e08" /><Relationship Type="http://schemas.openxmlformats.org/officeDocument/2006/relationships/slide" Target="/ppt/slides/slide635.xml" Id="Rd1fd75bc5af44912" /><Relationship Type="http://schemas.openxmlformats.org/officeDocument/2006/relationships/slide" Target="/ppt/slides/slide636.xml" Id="R654f8c66b1f74250" /><Relationship Type="http://schemas.openxmlformats.org/officeDocument/2006/relationships/slide" Target="/ppt/slides/slide637.xml" Id="R9b16b9f056164081" /><Relationship Type="http://schemas.openxmlformats.org/officeDocument/2006/relationships/slide" Target="/ppt/slides/slide638.xml" Id="R681c3fdbf2b54691" /><Relationship Type="http://schemas.openxmlformats.org/officeDocument/2006/relationships/slide" Target="/ppt/slides/slide639.xml" Id="Rda65cc5df10f4011" /><Relationship Type="http://schemas.openxmlformats.org/officeDocument/2006/relationships/slide" Target="/ppt/slides/slide640.xml" Id="Re691bc375fed41af" /><Relationship Type="http://schemas.openxmlformats.org/officeDocument/2006/relationships/slide" Target="/ppt/slides/slide641.xml" Id="Rfbeae78b4f314311" /><Relationship Type="http://schemas.openxmlformats.org/officeDocument/2006/relationships/slide" Target="/ppt/slides/slide642.xml" Id="Red7750bd79b64b50" /><Relationship Type="http://schemas.openxmlformats.org/officeDocument/2006/relationships/slide" Target="/ppt/slides/slide643.xml" Id="Rfb8faee2244e44f8" /><Relationship Type="http://schemas.openxmlformats.org/officeDocument/2006/relationships/slide" Target="/ppt/slides/slide644.xml" Id="R49d2ae9daef14fee" /><Relationship Type="http://schemas.openxmlformats.org/officeDocument/2006/relationships/slide" Target="/ppt/slides/slide645.xml" Id="Rbec6a62b6be0415a" /><Relationship Type="http://schemas.openxmlformats.org/officeDocument/2006/relationships/slide" Target="/ppt/slides/slide646.xml" Id="R503a6c8da6404d59" /><Relationship Type="http://schemas.openxmlformats.org/officeDocument/2006/relationships/slide" Target="/ppt/slides/slide647.xml" Id="R9073f05d50264f08" /><Relationship Type="http://schemas.openxmlformats.org/officeDocument/2006/relationships/slide" Target="/ppt/slides/slide648.xml" Id="Ref2ccc1a358443b1" /><Relationship Type="http://schemas.openxmlformats.org/officeDocument/2006/relationships/slide" Target="/ppt/slides/slide649.xml" Id="Re8f41d82654c47b8" /><Relationship Type="http://schemas.openxmlformats.org/officeDocument/2006/relationships/slide" Target="/ppt/slides/slide650.xml" Id="R5c32fb5591ed447e" /><Relationship Type="http://schemas.openxmlformats.org/officeDocument/2006/relationships/slide" Target="/ppt/slides/slide651.xml" Id="Rf2f13252091f40fc" /><Relationship Type="http://schemas.openxmlformats.org/officeDocument/2006/relationships/slide" Target="/ppt/slides/slide652.xml" Id="R983827ca51a64eda" /><Relationship Type="http://schemas.openxmlformats.org/officeDocument/2006/relationships/slide" Target="/ppt/slides/slide653.xml" Id="R12cbfacda6b041ee" /><Relationship Type="http://schemas.openxmlformats.org/officeDocument/2006/relationships/slide" Target="/ppt/slides/slide654.xml" Id="R26d1e787f0ee4247" /><Relationship Type="http://schemas.openxmlformats.org/officeDocument/2006/relationships/slide" Target="/ppt/slides/slide655.xml" Id="R2ae631a480884a89" /><Relationship Type="http://schemas.openxmlformats.org/officeDocument/2006/relationships/slide" Target="/ppt/slides/slide656.xml" Id="Rc38dbb678d0c44ec" /><Relationship Type="http://schemas.openxmlformats.org/officeDocument/2006/relationships/slide" Target="/ppt/slides/slide657.xml" Id="Reb37e5d02fd3480b" /><Relationship Type="http://schemas.openxmlformats.org/officeDocument/2006/relationships/slide" Target="/ppt/slides/slide658.xml" Id="R65dcf5ae48b24922" /><Relationship Type="http://schemas.openxmlformats.org/officeDocument/2006/relationships/slide" Target="/ppt/slides/slide659.xml" Id="Rc39346e151ed4298" /><Relationship Type="http://schemas.openxmlformats.org/officeDocument/2006/relationships/slide" Target="/ppt/slides/slide660.xml" Id="Rc7c9dc9f709048d3" /><Relationship Type="http://schemas.openxmlformats.org/officeDocument/2006/relationships/slide" Target="/ppt/slides/slide661.xml" Id="R0ddfe41a21204ca0" /><Relationship Type="http://schemas.openxmlformats.org/officeDocument/2006/relationships/slide" Target="/ppt/slides/slide662.xml" Id="R74b9dc191f9e4d05" /><Relationship Type="http://schemas.openxmlformats.org/officeDocument/2006/relationships/slide" Target="/ppt/slides/slide663.xml" Id="Rb1871f53b8fa4636" /><Relationship Type="http://schemas.openxmlformats.org/officeDocument/2006/relationships/slide" Target="/ppt/slides/slide664.xml" Id="R63014beffeee46e8" /><Relationship Type="http://schemas.openxmlformats.org/officeDocument/2006/relationships/slide" Target="/ppt/slides/slide665.xml" Id="R1e41fe0564c94f87" /><Relationship Type="http://schemas.openxmlformats.org/officeDocument/2006/relationships/slide" Target="/ppt/slides/slide666.xml" Id="Rb40bbf226be0451d" /><Relationship Type="http://schemas.openxmlformats.org/officeDocument/2006/relationships/slide" Target="/ppt/slides/slide667.xml" Id="R85448bb2e73e434d" /><Relationship Type="http://schemas.openxmlformats.org/officeDocument/2006/relationships/slide" Target="/ppt/slides/slide668.xml" Id="Rcd1998a7d89546ee" /><Relationship Type="http://schemas.openxmlformats.org/officeDocument/2006/relationships/slide" Target="/ppt/slides/slide669.xml" Id="R72b06152b63e4585" /><Relationship Type="http://schemas.openxmlformats.org/officeDocument/2006/relationships/slide" Target="/ppt/slides/slide670.xml" Id="R8dc3eb9075d74990" /><Relationship Type="http://schemas.openxmlformats.org/officeDocument/2006/relationships/slide" Target="/ppt/slides/slide671.xml" Id="R19ec9b75f1064c3e" /><Relationship Type="http://schemas.openxmlformats.org/officeDocument/2006/relationships/slide" Target="/ppt/slides/slide672.xml" Id="R7b7c44a18af94c80" /><Relationship Type="http://schemas.openxmlformats.org/officeDocument/2006/relationships/slide" Target="/ppt/slides/slide673.xml" Id="R5a5cb9c050264900" /><Relationship Type="http://schemas.openxmlformats.org/officeDocument/2006/relationships/slide" Target="/ppt/slides/slide674.xml" Id="R09fd81e54a784020" /><Relationship Type="http://schemas.openxmlformats.org/officeDocument/2006/relationships/slide" Target="/ppt/slides/slide675.xml" Id="R2d739c96f89e4d0f" /><Relationship Type="http://schemas.openxmlformats.org/officeDocument/2006/relationships/slide" Target="/ppt/slides/slide676.xml" Id="R7849349d17dc4e95" /><Relationship Type="http://schemas.openxmlformats.org/officeDocument/2006/relationships/slide" Target="/ppt/slides/slide677.xml" Id="R6999dbc4ee1748b6" /><Relationship Type="http://schemas.openxmlformats.org/officeDocument/2006/relationships/slide" Target="/ppt/slides/slide678.xml" Id="R66d207940f794b5e" /><Relationship Type="http://schemas.openxmlformats.org/officeDocument/2006/relationships/slide" Target="/ppt/slides/slide679.xml" Id="Rb2ca8c87b8c34aa1" /><Relationship Type="http://schemas.openxmlformats.org/officeDocument/2006/relationships/slide" Target="/ppt/slides/slide680.xml" Id="R75c49b4ba9c24dc1" /><Relationship Type="http://schemas.openxmlformats.org/officeDocument/2006/relationships/slide" Target="/ppt/slides/slide681.xml" Id="R1a00774788fd4938" /><Relationship Type="http://schemas.openxmlformats.org/officeDocument/2006/relationships/slide" Target="/ppt/slides/slide682.xml" Id="R659bebf66de34e9c" /><Relationship Type="http://schemas.openxmlformats.org/officeDocument/2006/relationships/slide" Target="/ppt/slides/slide683.xml" Id="R68f82c36c73d41a8" /><Relationship Type="http://schemas.openxmlformats.org/officeDocument/2006/relationships/slide" Target="/ppt/slides/slide684.xml" Id="R93621cc573f34b58" /><Relationship Type="http://schemas.openxmlformats.org/officeDocument/2006/relationships/slide" Target="/ppt/slides/slide685.xml" Id="Rcfed3596b8424c0e" /><Relationship Type="http://schemas.openxmlformats.org/officeDocument/2006/relationships/slide" Target="/ppt/slides/slide686.xml" Id="R5de32501428f4ef2" /><Relationship Type="http://schemas.openxmlformats.org/officeDocument/2006/relationships/slide" Target="/ppt/slides/slide687.xml" Id="Rf54c357cba4c42ee" /><Relationship Type="http://schemas.openxmlformats.org/officeDocument/2006/relationships/slide" Target="/ppt/slides/slide688.xml" Id="Rbec02146f9204401" /><Relationship Type="http://schemas.openxmlformats.org/officeDocument/2006/relationships/slide" Target="/ppt/slides/slide689.xml" Id="Re777adbe06894a62" /><Relationship Type="http://schemas.openxmlformats.org/officeDocument/2006/relationships/slide" Target="/ppt/slides/slide690.xml" Id="Rd073099c897e4065" /><Relationship Type="http://schemas.openxmlformats.org/officeDocument/2006/relationships/slide" Target="/ppt/slides/slide691.xml" Id="R6548e10b8a2a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1a86ade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2ef0dec994046" /><Relationship Type="http://schemas.openxmlformats.org/officeDocument/2006/relationships/notesMaster" Target="/ppt/notesMasters/notesMaster1.xml" Id="R0dd4691becfe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bdeeb16d4c93" /><Relationship Type="http://schemas.openxmlformats.org/officeDocument/2006/relationships/notesMaster" Target="/ppt/notesMasters/notesMaster1.xml" Id="R685f2f90646b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c00159c644d75" /><Relationship Type="http://schemas.openxmlformats.org/officeDocument/2006/relationships/notesMaster" Target="/ppt/notesMasters/notesMaster1.xml" Id="Rb396f13cd9a7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72ab706e34777" /><Relationship Type="http://schemas.openxmlformats.org/officeDocument/2006/relationships/notesMaster" Target="/ppt/notesMasters/notesMaster1.xml" Id="R06602f2706c7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fdbb9311a4157" /><Relationship Type="http://schemas.openxmlformats.org/officeDocument/2006/relationships/notesMaster" Target="/ppt/notesMasters/notesMaster1.xml" Id="R83d622b47c90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9165acef34d10" /><Relationship Type="http://schemas.openxmlformats.org/officeDocument/2006/relationships/notesMaster" Target="/ppt/notesMasters/notesMaster1.xml" Id="R8bd351bccc0b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c9b31ce1a4548" /><Relationship Type="http://schemas.openxmlformats.org/officeDocument/2006/relationships/notesMaster" Target="/ppt/notesMasters/notesMaster1.xml" Id="R6c4ca9331cd3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8e7cb627c438c" /><Relationship Type="http://schemas.openxmlformats.org/officeDocument/2006/relationships/notesMaster" Target="/ppt/notesMasters/notesMaster1.xml" Id="R605ce77e5f134b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a473e2f664b27" /><Relationship Type="http://schemas.openxmlformats.org/officeDocument/2006/relationships/notesMaster" Target="/ppt/notesMasters/notesMaster1.xml" Id="Rf03b9a63a9ac49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2b892f0f24cfc" /><Relationship Type="http://schemas.openxmlformats.org/officeDocument/2006/relationships/notesMaster" Target="/ppt/notesMasters/notesMaster1.xml" Id="Rc202b0f19d2c40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01f75457ff40f2" /><Relationship Type="http://schemas.openxmlformats.org/officeDocument/2006/relationships/notesMaster" Target="/ppt/notesMasters/notesMaster1.xml" Id="R812cb3b85880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ca3edae60d4c48" /><Relationship Type="http://schemas.openxmlformats.org/officeDocument/2006/relationships/notesMaster" Target="/ppt/notesMasters/notesMaster1.xml" Id="Rfb100fef25df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0638157ec649ee" /><Relationship Type="http://schemas.openxmlformats.org/officeDocument/2006/relationships/notesMaster" Target="/ppt/notesMasters/notesMaster1.xml" Id="R9726a781d0ad4e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d085249cf4a28" /><Relationship Type="http://schemas.openxmlformats.org/officeDocument/2006/relationships/notesMaster" Target="/ppt/notesMasters/notesMaster1.xml" Id="R90651cb0199443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7b1696083e4228" /><Relationship Type="http://schemas.openxmlformats.org/officeDocument/2006/relationships/notesMaster" Target="/ppt/notesMasters/notesMaster1.xml" Id="R7df68041064545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4ab513d8164223" /><Relationship Type="http://schemas.openxmlformats.org/officeDocument/2006/relationships/notesMaster" Target="/ppt/notesMasters/notesMaster1.xml" Id="R3650b9c0a6dd49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b1c662fe7040f9" /><Relationship Type="http://schemas.openxmlformats.org/officeDocument/2006/relationships/notesMaster" Target="/ppt/notesMasters/notesMaster1.xml" Id="Rd91c32d0b8e646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6b765eabd54e19" /><Relationship Type="http://schemas.openxmlformats.org/officeDocument/2006/relationships/notesMaster" Target="/ppt/notesMasters/notesMaster1.xml" Id="R767759ef50b742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17989eb464714" /><Relationship Type="http://schemas.openxmlformats.org/officeDocument/2006/relationships/notesMaster" Target="/ppt/notesMasters/notesMaster1.xml" Id="R6add4f5b2f7b46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e45fe391a848ab" /><Relationship Type="http://schemas.openxmlformats.org/officeDocument/2006/relationships/notesMaster" Target="/ppt/notesMasters/notesMaster1.xml" Id="R19224405563044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a9fc8759ed4255" /><Relationship Type="http://schemas.openxmlformats.org/officeDocument/2006/relationships/notesMaster" Target="/ppt/notesMasters/notesMaster1.xml" Id="R6fbe2cc09f2540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7e25dade634e6d" /><Relationship Type="http://schemas.openxmlformats.org/officeDocument/2006/relationships/notesMaster" Target="/ppt/notesMasters/notesMaster1.xml" Id="Rd04cf014cdc14e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c2688615f5462b" /><Relationship Type="http://schemas.openxmlformats.org/officeDocument/2006/relationships/notesMaster" Target="/ppt/notesMasters/notesMaster1.xml" Id="R4638ca3becd148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ba6382af984567" /><Relationship Type="http://schemas.openxmlformats.org/officeDocument/2006/relationships/notesMaster" Target="/ppt/notesMasters/notesMaster1.xml" Id="R1d4b27bb986a43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e52b748b2a49b4" /><Relationship Type="http://schemas.openxmlformats.org/officeDocument/2006/relationships/notesMaster" Target="/ppt/notesMasters/notesMaster1.xml" Id="R9f9251aa4f5149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4d724d6105496f" /><Relationship Type="http://schemas.openxmlformats.org/officeDocument/2006/relationships/notesMaster" Target="/ppt/notesMasters/notesMaster1.xml" Id="Rbff5fe0f3ef042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222b78ce6e4ff2" /><Relationship Type="http://schemas.openxmlformats.org/officeDocument/2006/relationships/notesMaster" Target="/ppt/notesMasters/notesMaster1.xml" Id="Rdacea8ed4a6549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0ffc6a23004fd3" /><Relationship Type="http://schemas.openxmlformats.org/officeDocument/2006/relationships/notesMaster" Target="/ppt/notesMasters/notesMaster1.xml" Id="Rff9b00bf9c3a42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1cfd5537844c5f" /><Relationship Type="http://schemas.openxmlformats.org/officeDocument/2006/relationships/notesMaster" Target="/ppt/notesMasters/notesMaster1.xml" Id="R3d33ae064bef4c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e9a482d1e04cd4" /><Relationship Type="http://schemas.openxmlformats.org/officeDocument/2006/relationships/notesMaster" Target="/ppt/notesMasters/notesMaster1.xml" Id="Re2e20d55f2b449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308f40d98c24377" /><Relationship Type="http://schemas.openxmlformats.org/officeDocument/2006/relationships/notesMaster" Target="/ppt/notesMasters/notesMaster1.xml" Id="R9bd171bb26c244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50051d84347446a" /><Relationship Type="http://schemas.openxmlformats.org/officeDocument/2006/relationships/notesMaster" Target="/ppt/notesMasters/notesMaster1.xml" Id="Rf781d3ab18264b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1be632dd3d449fb" /><Relationship Type="http://schemas.openxmlformats.org/officeDocument/2006/relationships/notesMaster" Target="/ppt/notesMasters/notesMaster1.xml" Id="Rb79eae49f61a48e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1dba8a42544502" /><Relationship Type="http://schemas.openxmlformats.org/officeDocument/2006/relationships/notesMaster" Target="/ppt/notesMasters/notesMaster1.xml" Id="Re53a50ce305c4b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b5f29f8eb84621" /><Relationship Type="http://schemas.openxmlformats.org/officeDocument/2006/relationships/notesMaster" Target="/ppt/notesMasters/notesMaster1.xml" Id="Rf91a13e0219f4c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2beb1dcbaa4562" /><Relationship Type="http://schemas.openxmlformats.org/officeDocument/2006/relationships/notesMaster" Target="/ppt/notesMasters/notesMaster1.xml" Id="R04bf8768c686491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df42ac607494b86" /><Relationship Type="http://schemas.openxmlformats.org/officeDocument/2006/relationships/notesMaster" Target="/ppt/notesMasters/notesMaster1.xml" Id="Rfb0334689cfb494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aeb70169c54c2f" /><Relationship Type="http://schemas.openxmlformats.org/officeDocument/2006/relationships/notesMaster" Target="/ppt/notesMasters/notesMaster1.xml" Id="Ra18b51f5c0f248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0743c1190574927" /><Relationship Type="http://schemas.openxmlformats.org/officeDocument/2006/relationships/notesMaster" Target="/ppt/notesMasters/notesMaster1.xml" Id="Rf98e554f76b949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32cd077832148cc" /><Relationship Type="http://schemas.openxmlformats.org/officeDocument/2006/relationships/notesMaster" Target="/ppt/notesMasters/notesMaster1.xml" Id="R23565da356dc41b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8ef6e41adbf445f" /><Relationship Type="http://schemas.openxmlformats.org/officeDocument/2006/relationships/notesMaster" Target="/ppt/notesMasters/notesMaster1.xml" Id="R8e9236f09cec44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79b2e497b034cb9" /><Relationship Type="http://schemas.openxmlformats.org/officeDocument/2006/relationships/notesMaster" Target="/ppt/notesMasters/notesMaster1.xml" Id="Rb647f6b843e549c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259da0e83e24b71" /><Relationship Type="http://schemas.openxmlformats.org/officeDocument/2006/relationships/notesMaster" Target="/ppt/notesMasters/notesMaster1.xml" Id="Rb6ce6a07194b4c7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6fa9895ffcf4d8a" /><Relationship Type="http://schemas.openxmlformats.org/officeDocument/2006/relationships/notesMaster" Target="/ppt/notesMasters/notesMaster1.xml" Id="Ref29c0139c144e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c950e66d0e7471f" /><Relationship Type="http://schemas.openxmlformats.org/officeDocument/2006/relationships/notesMaster" Target="/ppt/notesMasters/notesMaster1.xml" Id="Re236fdac61cb4e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1f6e2acddde4d2a" /><Relationship Type="http://schemas.openxmlformats.org/officeDocument/2006/relationships/notesMaster" Target="/ppt/notesMasters/notesMaster1.xml" Id="Re845941f2c7149d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2c38eabd844502" /><Relationship Type="http://schemas.openxmlformats.org/officeDocument/2006/relationships/notesMaster" Target="/ppt/notesMasters/notesMaster1.xml" Id="R2e6885d0563f42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c08c64a439146fc" /><Relationship Type="http://schemas.openxmlformats.org/officeDocument/2006/relationships/notesMaster" Target="/ppt/notesMasters/notesMaster1.xml" Id="R995c3e30a62b461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ca91a61fbe34a98" /><Relationship Type="http://schemas.openxmlformats.org/officeDocument/2006/relationships/notesMaster" Target="/ppt/notesMasters/notesMaster1.xml" Id="Rf0cda5123fc9485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f831d14f1db44abe" /><Relationship Type="http://schemas.openxmlformats.org/officeDocument/2006/relationships/notesMaster" Target="/ppt/notesMasters/notesMaster1.xml" Id="Rb769fbf545d344e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91050ca3450440b" /><Relationship Type="http://schemas.openxmlformats.org/officeDocument/2006/relationships/notesMaster" Target="/ppt/notesMasters/notesMaster1.xml" Id="R08577d2a3a294c6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fd1e00426d144e7" /><Relationship Type="http://schemas.openxmlformats.org/officeDocument/2006/relationships/notesMaster" Target="/ppt/notesMasters/notesMaster1.xml" Id="R74e6bc612aa64c5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b1a81fdcbdf42a6" /><Relationship Type="http://schemas.openxmlformats.org/officeDocument/2006/relationships/notesMaster" Target="/ppt/notesMasters/notesMaster1.xml" Id="R9b3390a66d4f40a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e0efda7b47449a4" /><Relationship Type="http://schemas.openxmlformats.org/officeDocument/2006/relationships/notesMaster" Target="/ppt/notesMasters/notesMaster1.xml" Id="Re0132619fc504ea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528058bb8c4407" /><Relationship Type="http://schemas.openxmlformats.org/officeDocument/2006/relationships/notesMaster" Target="/ppt/notesMasters/notesMaster1.xml" Id="Rbcc01d862bec45a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6002ca8e4744f43" /><Relationship Type="http://schemas.openxmlformats.org/officeDocument/2006/relationships/notesMaster" Target="/ppt/notesMasters/notesMaster1.xml" Id="R1ab8d930a35e47b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3e5aa0f54a4433f" /><Relationship Type="http://schemas.openxmlformats.org/officeDocument/2006/relationships/notesMaster" Target="/ppt/notesMasters/notesMaster1.xml" Id="R41d62299ef61410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5477d912cc74678" /><Relationship Type="http://schemas.openxmlformats.org/officeDocument/2006/relationships/notesMaster" Target="/ppt/notesMasters/notesMaster1.xml" Id="R54e7eb468e8a458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0aa87cc7edd4dcd" /><Relationship Type="http://schemas.openxmlformats.org/officeDocument/2006/relationships/notesMaster" Target="/ppt/notesMasters/notesMaster1.xml" Id="Rf93359830acb47d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ba810531f834e57" /><Relationship Type="http://schemas.openxmlformats.org/officeDocument/2006/relationships/notesMaster" Target="/ppt/notesMasters/notesMaster1.xml" Id="Rbef2762fe08d442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b0e8ea909bc45c6" /><Relationship Type="http://schemas.openxmlformats.org/officeDocument/2006/relationships/notesMaster" Target="/ppt/notesMasters/notesMaster1.xml" Id="Rc555c5196a48402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a5a8593f8804df6" /><Relationship Type="http://schemas.openxmlformats.org/officeDocument/2006/relationships/notesMaster" Target="/ppt/notesMasters/notesMaster1.xml" Id="R2b6a4d58bfaa400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5dfbc2f2be44b1c" /><Relationship Type="http://schemas.openxmlformats.org/officeDocument/2006/relationships/notesMaster" Target="/ppt/notesMasters/notesMaster1.xml" Id="Raaf4eeb13f864e6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a589e60a63d495f" /><Relationship Type="http://schemas.openxmlformats.org/officeDocument/2006/relationships/notesMaster" Target="/ppt/notesMasters/notesMaster1.xml" Id="Rcdc3b803c9d147c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457b5d83744489d" /><Relationship Type="http://schemas.openxmlformats.org/officeDocument/2006/relationships/notesMaster" Target="/ppt/notesMasters/notesMaster1.xml" Id="Rd407c11c2a8749f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3fdbd7094f649e4" /><Relationship Type="http://schemas.openxmlformats.org/officeDocument/2006/relationships/notesMaster" Target="/ppt/notesMasters/notesMaster1.xml" Id="R03db666f8dcd47d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95772244606412b" /><Relationship Type="http://schemas.openxmlformats.org/officeDocument/2006/relationships/notesMaster" Target="/ppt/notesMasters/notesMaster1.xml" Id="R63c9df40aa794ff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19081529ded4367" /><Relationship Type="http://schemas.openxmlformats.org/officeDocument/2006/relationships/notesMaster" Target="/ppt/notesMasters/notesMaster1.xml" Id="R2f572c60da76413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ae873ed610345eb" /><Relationship Type="http://schemas.openxmlformats.org/officeDocument/2006/relationships/notesMaster" Target="/ppt/notesMasters/notesMaster1.xml" Id="Rbb71f673a529488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6a3065f096844b8" /><Relationship Type="http://schemas.openxmlformats.org/officeDocument/2006/relationships/notesMaster" Target="/ppt/notesMasters/notesMaster1.xml" Id="Ra834cc5107ec407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d4482c38aae47e3" /><Relationship Type="http://schemas.openxmlformats.org/officeDocument/2006/relationships/notesMaster" Target="/ppt/notesMasters/notesMaster1.xml" Id="R26efa79ffd71492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731435356a4743" /><Relationship Type="http://schemas.openxmlformats.org/officeDocument/2006/relationships/notesMaster" Target="/ppt/notesMasters/notesMaster1.xml" Id="R8c1e873ce0c541a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4b844eb06194727" /><Relationship Type="http://schemas.openxmlformats.org/officeDocument/2006/relationships/notesMaster" Target="/ppt/notesMasters/notesMaster1.xml" Id="Rc14013cf1091474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148364f1aa848f6" /><Relationship Type="http://schemas.openxmlformats.org/officeDocument/2006/relationships/notesMaster" Target="/ppt/notesMasters/notesMaster1.xml" Id="R2d74511f3f744ab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60b8ca862c541b1" /><Relationship Type="http://schemas.openxmlformats.org/officeDocument/2006/relationships/notesMaster" Target="/ppt/notesMasters/notesMaster1.xml" Id="Re104427161e64b1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b9ec97f777134645" /><Relationship Type="http://schemas.openxmlformats.org/officeDocument/2006/relationships/notesMaster" Target="/ppt/notesMasters/notesMaster1.xml" Id="R640ba45fd3834df7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9a4d1571bf3c4a1b" /><Relationship Type="http://schemas.openxmlformats.org/officeDocument/2006/relationships/notesMaster" Target="/ppt/notesMasters/notesMaster1.xml" Id="R620df68168c343e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c94e06ed21046d1" /><Relationship Type="http://schemas.openxmlformats.org/officeDocument/2006/relationships/notesMaster" Target="/ppt/notesMasters/notesMaster1.xml" Id="Rf3ecac97260644c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b34581dc03e40a7" /><Relationship Type="http://schemas.openxmlformats.org/officeDocument/2006/relationships/notesMaster" Target="/ppt/notesMasters/notesMaster1.xml" Id="R98b917db0a054d24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cc628a9322534c82" /><Relationship Type="http://schemas.openxmlformats.org/officeDocument/2006/relationships/notesMaster" Target="/ppt/notesMasters/notesMaster1.xml" Id="Rf11ca51c1aa1498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9d7bc2c08d340c7" /><Relationship Type="http://schemas.openxmlformats.org/officeDocument/2006/relationships/notesMaster" Target="/ppt/notesMasters/notesMaster1.xml" Id="R6fae62d9d70f4c2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79a3c23485e482a" /><Relationship Type="http://schemas.openxmlformats.org/officeDocument/2006/relationships/notesMaster" Target="/ppt/notesMasters/notesMaster1.xml" Id="R9686ac7cb9664b05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5e691de776340c4" /><Relationship Type="http://schemas.openxmlformats.org/officeDocument/2006/relationships/notesMaster" Target="/ppt/notesMasters/notesMaster1.xml" Id="Rea745b59dc9748a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d5b0503dbc14af8" /><Relationship Type="http://schemas.openxmlformats.org/officeDocument/2006/relationships/notesMaster" Target="/ppt/notesMasters/notesMaster1.xml" Id="Rfb907f2ce9794a7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5f612e0510d4537" /><Relationship Type="http://schemas.openxmlformats.org/officeDocument/2006/relationships/notesMaster" Target="/ppt/notesMasters/notesMaster1.xml" Id="R3e7cd80491ed41d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5a5f41080f94565" /><Relationship Type="http://schemas.openxmlformats.org/officeDocument/2006/relationships/notesMaster" Target="/ppt/notesMasters/notesMaster1.xml" Id="Rc22aadd5b32b4f1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38fd08987fc43c3" /><Relationship Type="http://schemas.openxmlformats.org/officeDocument/2006/relationships/notesMaster" Target="/ppt/notesMasters/notesMaster1.xml" Id="R2f236448fa31489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d577542ae314bf1" /><Relationship Type="http://schemas.openxmlformats.org/officeDocument/2006/relationships/notesMaster" Target="/ppt/notesMasters/notesMaster1.xml" Id="Rf980d0f4cdff4f94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179047e4d974ac2" /><Relationship Type="http://schemas.openxmlformats.org/officeDocument/2006/relationships/notesMaster" Target="/ppt/notesMasters/notesMaster1.xml" Id="R76296b3828c5462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8377e52d3dd4d34" /><Relationship Type="http://schemas.openxmlformats.org/officeDocument/2006/relationships/notesMaster" Target="/ppt/notesMasters/notesMaster1.xml" Id="Rfedea4354f374da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54cb326b5794ae9" /><Relationship Type="http://schemas.openxmlformats.org/officeDocument/2006/relationships/notesMaster" Target="/ppt/notesMasters/notesMaster1.xml" Id="Raf4740d29c4d4420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bc2fa8a7168463d" /><Relationship Type="http://schemas.openxmlformats.org/officeDocument/2006/relationships/notesMaster" Target="/ppt/notesMasters/notesMaster1.xml" Id="R778270d56a98473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e5931ae41774d9e" /><Relationship Type="http://schemas.openxmlformats.org/officeDocument/2006/relationships/notesMaster" Target="/ppt/notesMasters/notesMaster1.xml" Id="Rfa359c5ae6d8431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4d8e8170f104672" /><Relationship Type="http://schemas.openxmlformats.org/officeDocument/2006/relationships/notesMaster" Target="/ppt/notesMasters/notesMaster1.xml" Id="R6c87ae6248134224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e3b1225f5cb4a2b" /><Relationship Type="http://schemas.openxmlformats.org/officeDocument/2006/relationships/notesMaster" Target="/ppt/notesMasters/notesMaster1.xml" Id="Rcba71bf602194c2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5f780d9839434c15" /><Relationship Type="http://schemas.openxmlformats.org/officeDocument/2006/relationships/notesMaster" Target="/ppt/notesMasters/notesMaster1.xml" Id="Re4845e54d4f1479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4ec2759d35c4b3b" /><Relationship Type="http://schemas.openxmlformats.org/officeDocument/2006/relationships/notesMaster" Target="/ppt/notesMasters/notesMaster1.xml" Id="R683023b7ea854347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bd1160de9164b4f" /><Relationship Type="http://schemas.openxmlformats.org/officeDocument/2006/relationships/notesMaster" Target="/ppt/notesMasters/notesMaster1.xml" Id="R1da7922d6bf949f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ff277b2d98884a4b" /><Relationship Type="http://schemas.openxmlformats.org/officeDocument/2006/relationships/notesMaster" Target="/ppt/notesMasters/notesMaster1.xml" Id="R66c0662837f24be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3bc7067611640c5" /><Relationship Type="http://schemas.openxmlformats.org/officeDocument/2006/relationships/notesMaster" Target="/ppt/notesMasters/notesMaster1.xml" Id="R831f9c25479c4bf5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5d30bdbd0ec42bd" /><Relationship Type="http://schemas.openxmlformats.org/officeDocument/2006/relationships/notesMaster" Target="/ppt/notesMasters/notesMaster1.xml" Id="Rb632041970314de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d7c6d1824e7428b" /><Relationship Type="http://schemas.openxmlformats.org/officeDocument/2006/relationships/notesMaster" Target="/ppt/notesMasters/notesMaster1.xml" Id="Rc525982baf6e41a1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129c4b845664c69" /><Relationship Type="http://schemas.openxmlformats.org/officeDocument/2006/relationships/notesMaster" Target="/ppt/notesMasters/notesMaster1.xml" Id="R297c011810bc4308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e99aa4e68fd47e5" /><Relationship Type="http://schemas.openxmlformats.org/officeDocument/2006/relationships/notesMaster" Target="/ppt/notesMasters/notesMaster1.xml" Id="R05f72527772d464b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5e14a7472e384543" /><Relationship Type="http://schemas.openxmlformats.org/officeDocument/2006/relationships/notesMaster" Target="/ppt/notesMasters/notesMaster1.xml" Id="R0876932a85c64ff5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0d82df3ffba485a" /><Relationship Type="http://schemas.openxmlformats.org/officeDocument/2006/relationships/notesMaster" Target="/ppt/notesMasters/notesMaster1.xml" Id="Rbfc5b7e0b93f4e5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22861d988a344080" /><Relationship Type="http://schemas.openxmlformats.org/officeDocument/2006/relationships/notesMaster" Target="/ppt/notesMasters/notesMaster1.xml" Id="Ra14315d223b2423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b550c123c8f46e7" /><Relationship Type="http://schemas.openxmlformats.org/officeDocument/2006/relationships/notesMaster" Target="/ppt/notesMasters/notesMaster1.xml" Id="Rc596697da13140c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e2ecb038e1294970" /><Relationship Type="http://schemas.openxmlformats.org/officeDocument/2006/relationships/notesMaster" Target="/ppt/notesMasters/notesMaster1.xml" Id="R22b1292cfd8c477b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a8eb797b6144578" /><Relationship Type="http://schemas.openxmlformats.org/officeDocument/2006/relationships/notesMaster" Target="/ppt/notesMasters/notesMaster1.xml" Id="R84c7e448aca24fbe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869ca44460e42b3" /><Relationship Type="http://schemas.openxmlformats.org/officeDocument/2006/relationships/notesMaster" Target="/ppt/notesMasters/notesMaster1.xml" Id="Ra6e0eabdc8074b1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008accdf458f4668" /><Relationship Type="http://schemas.openxmlformats.org/officeDocument/2006/relationships/notesMaster" Target="/ppt/notesMasters/notesMaster1.xml" Id="R9c4625fb8240444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c5abde1371a4346" /><Relationship Type="http://schemas.openxmlformats.org/officeDocument/2006/relationships/notesMaster" Target="/ppt/notesMasters/notesMaster1.xml" Id="R67a7c21ac88d4fd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631917e91e54961" /><Relationship Type="http://schemas.openxmlformats.org/officeDocument/2006/relationships/notesMaster" Target="/ppt/notesMasters/notesMaster1.xml" Id="Rf14e24047496435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f9b61605b5b4b9d" /><Relationship Type="http://schemas.openxmlformats.org/officeDocument/2006/relationships/notesMaster" Target="/ppt/notesMasters/notesMaster1.xml" Id="R2ffe9cbb5cfa43c6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13fa63eed0f4b91" /><Relationship Type="http://schemas.openxmlformats.org/officeDocument/2006/relationships/notesMaster" Target="/ppt/notesMasters/notesMaster1.xml" Id="Rdad4192512144ec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d231f662e184ceb" /><Relationship Type="http://schemas.openxmlformats.org/officeDocument/2006/relationships/notesMaster" Target="/ppt/notesMasters/notesMaster1.xml" Id="Rc42edca71e3d4b0f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dde08defe9f4112" /><Relationship Type="http://schemas.openxmlformats.org/officeDocument/2006/relationships/notesMaster" Target="/ppt/notesMasters/notesMaster1.xml" Id="Re536934e3dbe432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08a3e00e331944ed" /><Relationship Type="http://schemas.openxmlformats.org/officeDocument/2006/relationships/notesMaster" Target="/ppt/notesMasters/notesMaster1.xml" Id="R6f786e33938149ae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2189c7fe5154f04" /><Relationship Type="http://schemas.openxmlformats.org/officeDocument/2006/relationships/notesMaster" Target="/ppt/notesMasters/notesMaster1.xml" Id="R675b232071964ae3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fca32deb97b4b95" /><Relationship Type="http://schemas.openxmlformats.org/officeDocument/2006/relationships/notesMaster" Target="/ppt/notesMasters/notesMaster1.xml" Id="Rc93d15fd66884a05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a7796a9f80ce4ce6" /><Relationship Type="http://schemas.openxmlformats.org/officeDocument/2006/relationships/notesMaster" Target="/ppt/notesMasters/notesMaster1.xml" Id="R6e8be1985b7048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d97b8bb41d54079" /><Relationship Type="http://schemas.openxmlformats.org/officeDocument/2006/relationships/notesMaster" Target="/ppt/notesMasters/notesMaster1.xml" Id="Rd0ccc0a6ecf743bc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1183e138b40c4432" /><Relationship Type="http://schemas.openxmlformats.org/officeDocument/2006/relationships/notesMaster" Target="/ppt/notesMasters/notesMaster1.xml" Id="R61f9a79bf47e4e0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29eff779d3534b49" /><Relationship Type="http://schemas.openxmlformats.org/officeDocument/2006/relationships/notesMaster" Target="/ppt/notesMasters/notesMaster1.xml" Id="R9dc648204ea84fe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ebc9916f8084932" /><Relationship Type="http://schemas.openxmlformats.org/officeDocument/2006/relationships/notesMaster" Target="/ppt/notesMasters/notesMaster1.xml" Id="R36bc95918d6d4966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89ad0e0dc7e149ed" /><Relationship Type="http://schemas.openxmlformats.org/officeDocument/2006/relationships/notesMaster" Target="/ppt/notesMasters/notesMaster1.xml" Id="Ra76d1c7be0964276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ef6750125ca246d8" /><Relationship Type="http://schemas.openxmlformats.org/officeDocument/2006/relationships/notesMaster" Target="/ppt/notesMasters/notesMaster1.xml" Id="Rf27eaca7f44b4a06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de0e5282e184b79" /><Relationship Type="http://schemas.openxmlformats.org/officeDocument/2006/relationships/notesMaster" Target="/ppt/notesMasters/notesMaster1.xml" Id="R21b840c5b5dd4e5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999ec71f4da6496e" /><Relationship Type="http://schemas.openxmlformats.org/officeDocument/2006/relationships/notesMaster" Target="/ppt/notesMasters/notesMaster1.xml" Id="R5457c9c72b60413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f160887513e4aa6" /><Relationship Type="http://schemas.openxmlformats.org/officeDocument/2006/relationships/notesMaster" Target="/ppt/notesMasters/notesMaster1.xml" Id="R40af7d7a85fb4446" /></Relationships>
</file>

<file path=ppt/notesSlides/_rels/notesSlide561.xml.rels>&#65279;<?xml version="1.0" encoding="utf-8"?><Relationships xmlns="http://schemas.openxmlformats.org/package/2006/relationships"><Relationship Type="http://schemas.openxmlformats.org/officeDocument/2006/relationships/slide" Target="/ppt/slides/slide561.xml" Id="R7b4486c60c7c48b4" /><Relationship Type="http://schemas.openxmlformats.org/officeDocument/2006/relationships/notesMaster" Target="/ppt/notesMasters/notesMaster1.xml" Id="Ra01949728b004288" /></Relationships>
</file>

<file path=ppt/notesSlides/_rels/notesSlide562.xml.rels>&#65279;<?xml version="1.0" encoding="utf-8"?><Relationships xmlns="http://schemas.openxmlformats.org/package/2006/relationships"><Relationship Type="http://schemas.openxmlformats.org/officeDocument/2006/relationships/slide" Target="/ppt/slides/slide562.xml" Id="Rcd10d33d7b39484e" /><Relationship Type="http://schemas.openxmlformats.org/officeDocument/2006/relationships/notesMaster" Target="/ppt/notesMasters/notesMaster1.xml" Id="Rd369e1d2f87d45c0" /></Relationships>
</file>

<file path=ppt/notesSlides/_rels/notesSlide563.xml.rels>&#65279;<?xml version="1.0" encoding="utf-8"?><Relationships xmlns="http://schemas.openxmlformats.org/package/2006/relationships"><Relationship Type="http://schemas.openxmlformats.org/officeDocument/2006/relationships/slide" Target="/ppt/slides/slide563.xml" Id="R635aea546ca84953" /><Relationship Type="http://schemas.openxmlformats.org/officeDocument/2006/relationships/notesMaster" Target="/ppt/notesMasters/notesMaster1.xml" Id="Rb417ecd76f52443e" /></Relationships>
</file>

<file path=ppt/notesSlides/_rels/notesSlide564.xml.rels>&#65279;<?xml version="1.0" encoding="utf-8"?><Relationships xmlns="http://schemas.openxmlformats.org/package/2006/relationships"><Relationship Type="http://schemas.openxmlformats.org/officeDocument/2006/relationships/slide" Target="/ppt/slides/slide564.xml" Id="R212fa0e7b5c845ec" /><Relationship Type="http://schemas.openxmlformats.org/officeDocument/2006/relationships/notesMaster" Target="/ppt/notesMasters/notesMaster1.xml" Id="R25e7676872534c06" /></Relationships>
</file>

<file path=ppt/notesSlides/_rels/notesSlide565.xml.rels>&#65279;<?xml version="1.0" encoding="utf-8"?><Relationships xmlns="http://schemas.openxmlformats.org/package/2006/relationships"><Relationship Type="http://schemas.openxmlformats.org/officeDocument/2006/relationships/slide" Target="/ppt/slides/slide565.xml" Id="R5581f0dd28de4240" /><Relationship Type="http://schemas.openxmlformats.org/officeDocument/2006/relationships/notesMaster" Target="/ppt/notesMasters/notesMaster1.xml" Id="R07e9d78f89ff414a" /></Relationships>
</file>

<file path=ppt/notesSlides/_rels/notesSlide566.xml.rels>&#65279;<?xml version="1.0" encoding="utf-8"?><Relationships xmlns="http://schemas.openxmlformats.org/package/2006/relationships"><Relationship Type="http://schemas.openxmlformats.org/officeDocument/2006/relationships/slide" Target="/ppt/slides/slide566.xml" Id="Rb33e52ec24c54a56" /><Relationship Type="http://schemas.openxmlformats.org/officeDocument/2006/relationships/notesMaster" Target="/ppt/notesMasters/notesMaster1.xml" Id="R672d8b8bccd2468d" /></Relationships>
</file>

<file path=ppt/notesSlides/_rels/notesSlide567.xml.rels>&#65279;<?xml version="1.0" encoding="utf-8"?><Relationships xmlns="http://schemas.openxmlformats.org/package/2006/relationships"><Relationship Type="http://schemas.openxmlformats.org/officeDocument/2006/relationships/slide" Target="/ppt/slides/slide567.xml" Id="Rf39e90d0469c49ef" /><Relationship Type="http://schemas.openxmlformats.org/officeDocument/2006/relationships/notesMaster" Target="/ppt/notesMasters/notesMaster1.xml" Id="R76288c725e364860" /></Relationships>
</file>

<file path=ppt/notesSlides/_rels/notesSlide568.xml.rels>&#65279;<?xml version="1.0" encoding="utf-8"?><Relationships xmlns="http://schemas.openxmlformats.org/package/2006/relationships"><Relationship Type="http://schemas.openxmlformats.org/officeDocument/2006/relationships/slide" Target="/ppt/slides/slide568.xml" Id="Rf411dfd8836e4926" /><Relationship Type="http://schemas.openxmlformats.org/officeDocument/2006/relationships/notesMaster" Target="/ppt/notesMasters/notesMaster1.xml" Id="R24ceeff69a104f99" /></Relationships>
</file>

<file path=ppt/notesSlides/_rels/notesSlide569.xml.rels>&#65279;<?xml version="1.0" encoding="utf-8"?><Relationships xmlns="http://schemas.openxmlformats.org/package/2006/relationships"><Relationship Type="http://schemas.openxmlformats.org/officeDocument/2006/relationships/slide" Target="/ppt/slides/slide569.xml" Id="R6d905db72a3a47ef" /><Relationship Type="http://schemas.openxmlformats.org/officeDocument/2006/relationships/notesMaster" Target="/ppt/notesMasters/notesMaster1.xml" Id="R04a2f40cb2814297" /></Relationships>
</file>

<file path=ppt/notesSlides/_rels/notesSlide570.xml.rels>&#65279;<?xml version="1.0" encoding="utf-8"?><Relationships xmlns="http://schemas.openxmlformats.org/package/2006/relationships"><Relationship Type="http://schemas.openxmlformats.org/officeDocument/2006/relationships/slide" Target="/ppt/slides/slide570.xml" Id="R7fd5ee5df85843f7" /><Relationship Type="http://schemas.openxmlformats.org/officeDocument/2006/relationships/notesMaster" Target="/ppt/notesMasters/notesMaster1.xml" Id="R8d7889938f9346ce" /></Relationships>
</file>

<file path=ppt/notesSlides/_rels/notesSlide571.xml.rels>&#65279;<?xml version="1.0" encoding="utf-8"?><Relationships xmlns="http://schemas.openxmlformats.org/package/2006/relationships"><Relationship Type="http://schemas.openxmlformats.org/officeDocument/2006/relationships/slide" Target="/ppt/slides/slide571.xml" Id="Rca34a55524c04a71" /><Relationship Type="http://schemas.openxmlformats.org/officeDocument/2006/relationships/notesMaster" Target="/ppt/notesMasters/notesMaster1.xml" Id="Ra5ce059a2d6349aa" /></Relationships>
</file>

<file path=ppt/notesSlides/_rels/notesSlide572.xml.rels>&#65279;<?xml version="1.0" encoding="utf-8"?><Relationships xmlns="http://schemas.openxmlformats.org/package/2006/relationships"><Relationship Type="http://schemas.openxmlformats.org/officeDocument/2006/relationships/slide" Target="/ppt/slides/slide572.xml" Id="Rc4838e07f5404988" /><Relationship Type="http://schemas.openxmlformats.org/officeDocument/2006/relationships/notesMaster" Target="/ppt/notesMasters/notesMaster1.xml" Id="R5093cee0a9284db4" /></Relationships>
</file>

<file path=ppt/notesSlides/_rels/notesSlide573.xml.rels>&#65279;<?xml version="1.0" encoding="utf-8"?><Relationships xmlns="http://schemas.openxmlformats.org/package/2006/relationships"><Relationship Type="http://schemas.openxmlformats.org/officeDocument/2006/relationships/slide" Target="/ppt/slides/slide573.xml" Id="R3c6220fe988d4f23" /><Relationship Type="http://schemas.openxmlformats.org/officeDocument/2006/relationships/notesMaster" Target="/ppt/notesMasters/notesMaster1.xml" Id="R97b4c0eabe5649cd" /></Relationships>
</file>

<file path=ppt/notesSlides/_rels/notesSlide574.xml.rels>&#65279;<?xml version="1.0" encoding="utf-8"?><Relationships xmlns="http://schemas.openxmlformats.org/package/2006/relationships"><Relationship Type="http://schemas.openxmlformats.org/officeDocument/2006/relationships/slide" Target="/ppt/slides/slide574.xml" Id="R9e69bb9c10484ef9" /><Relationship Type="http://schemas.openxmlformats.org/officeDocument/2006/relationships/notesMaster" Target="/ppt/notesMasters/notesMaster1.xml" Id="Rf33b10fd6fcc403a" /></Relationships>
</file>

<file path=ppt/notesSlides/_rels/notesSlide575.xml.rels>&#65279;<?xml version="1.0" encoding="utf-8"?><Relationships xmlns="http://schemas.openxmlformats.org/package/2006/relationships"><Relationship Type="http://schemas.openxmlformats.org/officeDocument/2006/relationships/slide" Target="/ppt/slides/slide575.xml" Id="R1d6a9513bb534c6d" /><Relationship Type="http://schemas.openxmlformats.org/officeDocument/2006/relationships/notesMaster" Target="/ppt/notesMasters/notesMaster1.xml" Id="R816c4bd700234005" /></Relationships>
</file>

<file path=ppt/notesSlides/_rels/notesSlide576.xml.rels>&#65279;<?xml version="1.0" encoding="utf-8"?><Relationships xmlns="http://schemas.openxmlformats.org/package/2006/relationships"><Relationship Type="http://schemas.openxmlformats.org/officeDocument/2006/relationships/slide" Target="/ppt/slides/slide576.xml" Id="R632a607a125648aa" /><Relationship Type="http://schemas.openxmlformats.org/officeDocument/2006/relationships/notesMaster" Target="/ppt/notesMasters/notesMaster1.xml" Id="R364357d956834694" /></Relationships>
</file>

<file path=ppt/notesSlides/_rels/notesSlide577.xml.rels>&#65279;<?xml version="1.0" encoding="utf-8"?><Relationships xmlns="http://schemas.openxmlformats.org/package/2006/relationships"><Relationship Type="http://schemas.openxmlformats.org/officeDocument/2006/relationships/slide" Target="/ppt/slides/slide577.xml" Id="R44946e76dd5046f2" /><Relationship Type="http://schemas.openxmlformats.org/officeDocument/2006/relationships/notesMaster" Target="/ppt/notesMasters/notesMaster1.xml" Id="R071acd2785a14e9c" /></Relationships>
</file>

<file path=ppt/notesSlides/_rels/notesSlide578.xml.rels>&#65279;<?xml version="1.0" encoding="utf-8"?><Relationships xmlns="http://schemas.openxmlformats.org/package/2006/relationships"><Relationship Type="http://schemas.openxmlformats.org/officeDocument/2006/relationships/slide" Target="/ppt/slides/slide578.xml" Id="Rd0cfe54053c54923" /><Relationship Type="http://schemas.openxmlformats.org/officeDocument/2006/relationships/notesMaster" Target="/ppt/notesMasters/notesMaster1.xml" Id="R10164e560d4a4943" /></Relationships>
</file>

<file path=ppt/notesSlides/_rels/notesSlide579.xml.rels>&#65279;<?xml version="1.0" encoding="utf-8"?><Relationships xmlns="http://schemas.openxmlformats.org/package/2006/relationships"><Relationship Type="http://schemas.openxmlformats.org/officeDocument/2006/relationships/slide" Target="/ppt/slides/slide579.xml" Id="R78693aa653574b2d" /><Relationship Type="http://schemas.openxmlformats.org/officeDocument/2006/relationships/notesMaster" Target="/ppt/notesMasters/notesMaster1.xml" Id="R5138aa959d404e64" /></Relationships>
</file>

<file path=ppt/notesSlides/_rels/notesSlide580.xml.rels>&#65279;<?xml version="1.0" encoding="utf-8"?><Relationships xmlns="http://schemas.openxmlformats.org/package/2006/relationships"><Relationship Type="http://schemas.openxmlformats.org/officeDocument/2006/relationships/slide" Target="/ppt/slides/slide580.xml" Id="R44be132eeda14f69" /><Relationship Type="http://schemas.openxmlformats.org/officeDocument/2006/relationships/notesMaster" Target="/ppt/notesMasters/notesMaster1.xml" Id="R92e22c0ad5894c41" /></Relationships>
</file>

<file path=ppt/notesSlides/_rels/notesSlide581.xml.rels>&#65279;<?xml version="1.0" encoding="utf-8"?><Relationships xmlns="http://schemas.openxmlformats.org/package/2006/relationships"><Relationship Type="http://schemas.openxmlformats.org/officeDocument/2006/relationships/slide" Target="/ppt/slides/slide581.xml" Id="Rb7f1e1b1353d4a9d" /><Relationship Type="http://schemas.openxmlformats.org/officeDocument/2006/relationships/notesMaster" Target="/ppt/notesMasters/notesMaster1.xml" Id="R9ad462aeadf44deb" /></Relationships>
</file>

<file path=ppt/notesSlides/_rels/notesSlide582.xml.rels>&#65279;<?xml version="1.0" encoding="utf-8"?><Relationships xmlns="http://schemas.openxmlformats.org/package/2006/relationships"><Relationship Type="http://schemas.openxmlformats.org/officeDocument/2006/relationships/slide" Target="/ppt/slides/slide582.xml" Id="R53ec91aa750e4b27" /><Relationship Type="http://schemas.openxmlformats.org/officeDocument/2006/relationships/notesMaster" Target="/ppt/notesMasters/notesMaster1.xml" Id="Rcf6bebe2e37e4997" /></Relationships>
</file>

<file path=ppt/notesSlides/_rels/notesSlide583.xml.rels>&#65279;<?xml version="1.0" encoding="utf-8"?><Relationships xmlns="http://schemas.openxmlformats.org/package/2006/relationships"><Relationship Type="http://schemas.openxmlformats.org/officeDocument/2006/relationships/slide" Target="/ppt/slides/slide583.xml" Id="R54e4c50852fc46d7" /><Relationship Type="http://schemas.openxmlformats.org/officeDocument/2006/relationships/notesMaster" Target="/ppt/notesMasters/notesMaster1.xml" Id="Rcff7342c16cf4c3c" /></Relationships>
</file>

<file path=ppt/notesSlides/_rels/notesSlide584.xml.rels>&#65279;<?xml version="1.0" encoding="utf-8"?><Relationships xmlns="http://schemas.openxmlformats.org/package/2006/relationships"><Relationship Type="http://schemas.openxmlformats.org/officeDocument/2006/relationships/slide" Target="/ppt/slides/slide584.xml" Id="R9f836e457b1243ff" /><Relationship Type="http://schemas.openxmlformats.org/officeDocument/2006/relationships/notesMaster" Target="/ppt/notesMasters/notesMaster1.xml" Id="R06fd5dc657d14410" /></Relationships>
</file>

<file path=ppt/notesSlides/_rels/notesSlide585.xml.rels>&#65279;<?xml version="1.0" encoding="utf-8"?><Relationships xmlns="http://schemas.openxmlformats.org/package/2006/relationships"><Relationship Type="http://schemas.openxmlformats.org/officeDocument/2006/relationships/slide" Target="/ppt/slides/slide585.xml" Id="R0dca24e2b84f4b4f" /><Relationship Type="http://schemas.openxmlformats.org/officeDocument/2006/relationships/notesMaster" Target="/ppt/notesMasters/notesMaster1.xml" Id="R5db905906f46481f" /></Relationships>
</file>

<file path=ppt/notesSlides/_rels/notesSlide586.xml.rels>&#65279;<?xml version="1.0" encoding="utf-8"?><Relationships xmlns="http://schemas.openxmlformats.org/package/2006/relationships"><Relationship Type="http://schemas.openxmlformats.org/officeDocument/2006/relationships/slide" Target="/ppt/slides/slide586.xml" Id="Rda7b940dddb340ef" /><Relationship Type="http://schemas.openxmlformats.org/officeDocument/2006/relationships/notesMaster" Target="/ppt/notesMasters/notesMaster1.xml" Id="R7965b037c0cc408c" /></Relationships>
</file>

<file path=ppt/notesSlides/_rels/notesSlide587.xml.rels>&#65279;<?xml version="1.0" encoding="utf-8"?><Relationships xmlns="http://schemas.openxmlformats.org/package/2006/relationships"><Relationship Type="http://schemas.openxmlformats.org/officeDocument/2006/relationships/slide" Target="/ppt/slides/slide587.xml" Id="Ref7674e950984569" /><Relationship Type="http://schemas.openxmlformats.org/officeDocument/2006/relationships/notesMaster" Target="/ppt/notesMasters/notesMaster1.xml" Id="R971fc25d62124fd1" /></Relationships>
</file>

<file path=ppt/notesSlides/_rels/notesSlide588.xml.rels>&#65279;<?xml version="1.0" encoding="utf-8"?><Relationships xmlns="http://schemas.openxmlformats.org/package/2006/relationships"><Relationship Type="http://schemas.openxmlformats.org/officeDocument/2006/relationships/slide" Target="/ppt/slides/slide588.xml" Id="R977c6196fa214f39" /><Relationship Type="http://schemas.openxmlformats.org/officeDocument/2006/relationships/notesMaster" Target="/ppt/notesMasters/notesMaster1.xml" Id="R3391dd3211004d0a" /></Relationships>
</file>

<file path=ppt/notesSlides/_rels/notesSlide589.xml.rels>&#65279;<?xml version="1.0" encoding="utf-8"?><Relationships xmlns="http://schemas.openxmlformats.org/package/2006/relationships"><Relationship Type="http://schemas.openxmlformats.org/officeDocument/2006/relationships/slide" Target="/ppt/slides/slide589.xml" Id="R2981c2b9b09f436a" /><Relationship Type="http://schemas.openxmlformats.org/officeDocument/2006/relationships/notesMaster" Target="/ppt/notesMasters/notesMaster1.xml" Id="Ra111cf2d18234364" /></Relationships>
</file>

<file path=ppt/notesSlides/_rels/notesSlide590.xml.rels>&#65279;<?xml version="1.0" encoding="utf-8"?><Relationships xmlns="http://schemas.openxmlformats.org/package/2006/relationships"><Relationship Type="http://schemas.openxmlformats.org/officeDocument/2006/relationships/slide" Target="/ppt/slides/slide590.xml" Id="Rbe5afe5ad10f479c" /><Relationship Type="http://schemas.openxmlformats.org/officeDocument/2006/relationships/notesMaster" Target="/ppt/notesMasters/notesMaster1.xml" Id="R8767396dc31b4b57" /></Relationships>
</file>

<file path=ppt/notesSlides/_rels/notesSlide591.xml.rels>&#65279;<?xml version="1.0" encoding="utf-8"?><Relationships xmlns="http://schemas.openxmlformats.org/package/2006/relationships"><Relationship Type="http://schemas.openxmlformats.org/officeDocument/2006/relationships/slide" Target="/ppt/slides/slide591.xml" Id="Rddb20d3562fb424d" /><Relationship Type="http://schemas.openxmlformats.org/officeDocument/2006/relationships/notesMaster" Target="/ppt/notesMasters/notesMaster1.xml" Id="R0d288594509946f0" /></Relationships>
</file>

<file path=ppt/notesSlides/_rels/notesSlide592.xml.rels>&#65279;<?xml version="1.0" encoding="utf-8"?><Relationships xmlns="http://schemas.openxmlformats.org/package/2006/relationships"><Relationship Type="http://schemas.openxmlformats.org/officeDocument/2006/relationships/slide" Target="/ppt/slides/slide592.xml" Id="Rf82bfd01fb1a4f74" /><Relationship Type="http://schemas.openxmlformats.org/officeDocument/2006/relationships/notesMaster" Target="/ppt/notesMasters/notesMaster1.xml" Id="Rdb8108473d1046d8" /></Relationships>
</file>

<file path=ppt/notesSlides/_rels/notesSlide593.xml.rels>&#65279;<?xml version="1.0" encoding="utf-8"?><Relationships xmlns="http://schemas.openxmlformats.org/package/2006/relationships"><Relationship Type="http://schemas.openxmlformats.org/officeDocument/2006/relationships/slide" Target="/ppt/slides/slide593.xml" Id="R00e93d6db05d4a87" /><Relationship Type="http://schemas.openxmlformats.org/officeDocument/2006/relationships/notesMaster" Target="/ppt/notesMasters/notesMaster1.xml" Id="Re3f39bec290947b7" /></Relationships>
</file>

<file path=ppt/notesSlides/_rels/notesSlide594.xml.rels>&#65279;<?xml version="1.0" encoding="utf-8"?><Relationships xmlns="http://schemas.openxmlformats.org/package/2006/relationships"><Relationship Type="http://schemas.openxmlformats.org/officeDocument/2006/relationships/slide" Target="/ppt/slides/slide594.xml" Id="Rdcb35907b3a64f2f" /><Relationship Type="http://schemas.openxmlformats.org/officeDocument/2006/relationships/notesMaster" Target="/ppt/notesMasters/notesMaster1.xml" Id="R5913a7172c804e44" /></Relationships>
</file>

<file path=ppt/notesSlides/_rels/notesSlide595.xml.rels>&#65279;<?xml version="1.0" encoding="utf-8"?><Relationships xmlns="http://schemas.openxmlformats.org/package/2006/relationships"><Relationship Type="http://schemas.openxmlformats.org/officeDocument/2006/relationships/slide" Target="/ppt/slides/slide595.xml" Id="R1a51fa7f33c34171" /><Relationship Type="http://schemas.openxmlformats.org/officeDocument/2006/relationships/notesMaster" Target="/ppt/notesMasters/notesMaster1.xml" Id="R752f8de6cbf2400a" /></Relationships>
</file>

<file path=ppt/notesSlides/_rels/notesSlide596.xml.rels>&#65279;<?xml version="1.0" encoding="utf-8"?><Relationships xmlns="http://schemas.openxmlformats.org/package/2006/relationships"><Relationship Type="http://schemas.openxmlformats.org/officeDocument/2006/relationships/slide" Target="/ppt/slides/slide596.xml" Id="R088205b9674a41e3" /><Relationship Type="http://schemas.openxmlformats.org/officeDocument/2006/relationships/notesMaster" Target="/ppt/notesMasters/notesMaster1.xml" Id="R3527b6ae576c4247" /></Relationships>
</file>

<file path=ppt/notesSlides/_rels/notesSlide597.xml.rels>&#65279;<?xml version="1.0" encoding="utf-8"?><Relationships xmlns="http://schemas.openxmlformats.org/package/2006/relationships"><Relationship Type="http://schemas.openxmlformats.org/officeDocument/2006/relationships/slide" Target="/ppt/slides/slide597.xml" Id="R1ee4c6ed2c6242a2" /><Relationship Type="http://schemas.openxmlformats.org/officeDocument/2006/relationships/notesMaster" Target="/ppt/notesMasters/notesMaster1.xml" Id="Rfc81ad44b34a4d76" /></Relationships>
</file>

<file path=ppt/notesSlides/_rels/notesSlide598.xml.rels>&#65279;<?xml version="1.0" encoding="utf-8"?><Relationships xmlns="http://schemas.openxmlformats.org/package/2006/relationships"><Relationship Type="http://schemas.openxmlformats.org/officeDocument/2006/relationships/slide" Target="/ppt/slides/slide598.xml" Id="R22cdd87923ab489f" /><Relationship Type="http://schemas.openxmlformats.org/officeDocument/2006/relationships/notesMaster" Target="/ppt/notesMasters/notesMaster1.xml" Id="R0cd87a843cab46f3" /></Relationships>
</file>

<file path=ppt/notesSlides/_rels/notesSlide599.xml.rels>&#65279;<?xml version="1.0" encoding="utf-8"?><Relationships xmlns="http://schemas.openxmlformats.org/package/2006/relationships"><Relationship Type="http://schemas.openxmlformats.org/officeDocument/2006/relationships/slide" Target="/ppt/slides/slide599.xml" Id="R506fce94f7fb4ab7" /><Relationship Type="http://schemas.openxmlformats.org/officeDocument/2006/relationships/notesMaster" Target="/ppt/notesMasters/notesMaster1.xml" Id="R3016b37597a7432d" /></Relationships>
</file>

<file path=ppt/notesSlides/_rels/notesSlide600.xml.rels>&#65279;<?xml version="1.0" encoding="utf-8"?><Relationships xmlns="http://schemas.openxmlformats.org/package/2006/relationships"><Relationship Type="http://schemas.openxmlformats.org/officeDocument/2006/relationships/slide" Target="/ppt/slides/slide600.xml" Id="Rd075ec8ad60b4bba" /><Relationship Type="http://schemas.openxmlformats.org/officeDocument/2006/relationships/notesMaster" Target="/ppt/notesMasters/notesMaster1.xml" Id="Rc42ef3e89625441c" /></Relationships>
</file>

<file path=ppt/notesSlides/_rels/notesSlide601.xml.rels>&#65279;<?xml version="1.0" encoding="utf-8"?><Relationships xmlns="http://schemas.openxmlformats.org/package/2006/relationships"><Relationship Type="http://schemas.openxmlformats.org/officeDocument/2006/relationships/slide" Target="/ppt/slides/slide601.xml" Id="R0624de27aa85489a" /><Relationship Type="http://schemas.openxmlformats.org/officeDocument/2006/relationships/notesMaster" Target="/ppt/notesMasters/notesMaster1.xml" Id="Raec3445352554701" /></Relationships>
</file>

<file path=ppt/notesSlides/_rels/notesSlide602.xml.rels>&#65279;<?xml version="1.0" encoding="utf-8"?><Relationships xmlns="http://schemas.openxmlformats.org/package/2006/relationships"><Relationship Type="http://schemas.openxmlformats.org/officeDocument/2006/relationships/slide" Target="/ppt/slides/slide602.xml" Id="Ra1b24dd3eac8421f" /><Relationship Type="http://schemas.openxmlformats.org/officeDocument/2006/relationships/notesMaster" Target="/ppt/notesMasters/notesMaster1.xml" Id="Rb8b774b64d6940ac" /></Relationships>
</file>

<file path=ppt/notesSlides/_rels/notesSlide603.xml.rels>&#65279;<?xml version="1.0" encoding="utf-8"?><Relationships xmlns="http://schemas.openxmlformats.org/package/2006/relationships"><Relationship Type="http://schemas.openxmlformats.org/officeDocument/2006/relationships/slide" Target="/ppt/slides/slide603.xml" Id="Rb16e2c3c86ca47b7" /><Relationship Type="http://schemas.openxmlformats.org/officeDocument/2006/relationships/notesMaster" Target="/ppt/notesMasters/notesMaster1.xml" Id="R2cc76487dfa1411b" /></Relationships>
</file>

<file path=ppt/notesSlides/_rels/notesSlide604.xml.rels>&#65279;<?xml version="1.0" encoding="utf-8"?><Relationships xmlns="http://schemas.openxmlformats.org/package/2006/relationships"><Relationship Type="http://schemas.openxmlformats.org/officeDocument/2006/relationships/slide" Target="/ppt/slides/slide604.xml" Id="R34bd71999c8f4376" /><Relationship Type="http://schemas.openxmlformats.org/officeDocument/2006/relationships/notesMaster" Target="/ppt/notesMasters/notesMaster1.xml" Id="R7e8a88ee19ca4b66" /></Relationships>
</file>

<file path=ppt/notesSlides/_rels/notesSlide605.xml.rels>&#65279;<?xml version="1.0" encoding="utf-8"?><Relationships xmlns="http://schemas.openxmlformats.org/package/2006/relationships"><Relationship Type="http://schemas.openxmlformats.org/officeDocument/2006/relationships/slide" Target="/ppt/slides/slide605.xml" Id="R18502794cdb54782" /><Relationship Type="http://schemas.openxmlformats.org/officeDocument/2006/relationships/notesMaster" Target="/ppt/notesMasters/notesMaster1.xml" Id="R983d1e321d79403d" /></Relationships>
</file>

<file path=ppt/notesSlides/_rels/notesSlide606.xml.rels>&#65279;<?xml version="1.0" encoding="utf-8"?><Relationships xmlns="http://schemas.openxmlformats.org/package/2006/relationships"><Relationship Type="http://schemas.openxmlformats.org/officeDocument/2006/relationships/slide" Target="/ppt/slides/slide606.xml" Id="R03072f5564f746ee" /><Relationship Type="http://schemas.openxmlformats.org/officeDocument/2006/relationships/notesMaster" Target="/ppt/notesMasters/notesMaster1.xml" Id="R43a6d418fe4b475b" /></Relationships>
</file>

<file path=ppt/notesSlides/_rels/notesSlide607.xml.rels>&#65279;<?xml version="1.0" encoding="utf-8"?><Relationships xmlns="http://schemas.openxmlformats.org/package/2006/relationships"><Relationship Type="http://schemas.openxmlformats.org/officeDocument/2006/relationships/slide" Target="/ppt/slides/slide607.xml" Id="R70fe5243c63e4868" /><Relationship Type="http://schemas.openxmlformats.org/officeDocument/2006/relationships/notesMaster" Target="/ppt/notesMasters/notesMaster1.xml" Id="R7378ebe778f541d8" /></Relationships>
</file>

<file path=ppt/notesSlides/_rels/notesSlide608.xml.rels>&#65279;<?xml version="1.0" encoding="utf-8"?><Relationships xmlns="http://schemas.openxmlformats.org/package/2006/relationships"><Relationship Type="http://schemas.openxmlformats.org/officeDocument/2006/relationships/slide" Target="/ppt/slides/slide608.xml" Id="Re2a2c2f9b0eb45f9" /><Relationship Type="http://schemas.openxmlformats.org/officeDocument/2006/relationships/notesMaster" Target="/ppt/notesMasters/notesMaster1.xml" Id="Refbbe13a2cf344f2" /></Relationships>
</file>

<file path=ppt/notesSlides/_rels/notesSlide609.xml.rels>&#65279;<?xml version="1.0" encoding="utf-8"?><Relationships xmlns="http://schemas.openxmlformats.org/package/2006/relationships"><Relationship Type="http://schemas.openxmlformats.org/officeDocument/2006/relationships/slide" Target="/ppt/slides/slide609.xml" Id="Raa2ccc0ea0f3423d" /><Relationship Type="http://schemas.openxmlformats.org/officeDocument/2006/relationships/notesMaster" Target="/ppt/notesMasters/notesMaster1.xml" Id="Rcc9ee0f1547b422f" /></Relationships>
</file>

<file path=ppt/notesSlides/_rels/notesSlide610.xml.rels>&#65279;<?xml version="1.0" encoding="utf-8"?><Relationships xmlns="http://schemas.openxmlformats.org/package/2006/relationships"><Relationship Type="http://schemas.openxmlformats.org/officeDocument/2006/relationships/slide" Target="/ppt/slides/slide610.xml" Id="Ra8a0ee614a7b4d19" /><Relationship Type="http://schemas.openxmlformats.org/officeDocument/2006/relationships/notesMaster" Target="/ppt/notesMasters/notesMaster1.xml" Id="Rb534a8606cbd462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1d3de243e2dd4520" /><Relationship Type="http://schemas.openxmlformats.org/officeDocument/2006/relationships/notesMaster" Target="/ppt/notesMasters/notesMaster1.xml" Id="Rc67c656a724d4cde" /></Relationships>
</file>

<file path=ppt/notesSlides/_rels/notesSlide612.xml.rels>&#65279;<?xml version="1.0" encoding="utf-8"?><Relationships xmlns="http://schemas.openxmlformats.org/package/2006/relationships"><Relationship Type="http://schemas.openxmlformats.org/officeDocument/2006/relationships/slide" Target="/ppt/slides/slide612.xml" Id="R67e2e6b9f7964ef2" /><Relationship Type="http://schemas.openxmlformats.org/officeDocument/2006/relationships/notesMaster" Target="/ppt/notesMasters/notesMaster1.xml" Id="Rf63cf9c782f44705" /></Relationships>
</file>

<file path=ppt/notesSlides/_rels/notesSlide613.xml.rels>&#65279;<?xml version="1.0" encoding="utf-8"?><Relationships xmlns="http://schemas.openxmlformats.org/package/2006/relationships"><Relationship Type="http://schemas.openxmlformats.org/officeDocument/2006/relationships/slide" Target="/ppt/slides/slide613.xml" Id="R4002f81154d34524" /><Relationship Type="http://schemas.openxmlformats.org/officeDocument/2006/relationships/notesMaster" Target="/ppt/notesMasters/notesMaster1.xml" Id="R5ad5bf8adf7a4473" /></Relationships>
</file>

<file path=ppt/notesSlides/_rels/notesSlide614.xml.rels>&#65279;<?xml version="1.0" encoding="utf-8"?><Relationships xmlns="http://schemas.openxmlformats.org/package/2006/relationships"><Relationship Type="http://schemas.openxmlformats.org/officeDocument/2006/relationships/slide" Target="/ppt/slides/slide614.xml" Id="R63ef2c95f66c41d6" /><Relationship Type="http://schemas.openxmlformats.org/officeDocument/2006/relationships/notesMaster" Target="/ppt/notesMasters/notesMaster1.xml" Id="R0904a4e128454971" /></Relationships>
</file>

<file path=ppt/notesSlides/_rels/notesSlide615.xml.rels>&#65279;<?xml version="1.0" encoding="utf-8"?><Relationships xmlns="http://schemas.openxmlformats.org/package/2006/relationships"><Relationship Type="http://schemas.openxmlformats.org/officeDocument/2006/relationships/slide" Target="/ppt/slides/slide615.xml" Id="R13af706081a440c9" /><Relationship Type="http://schemas.openxmlformats.org/officeDocument/2006/relationships/notesMaster" Target="/ppt/notesMasters/notesMaster1.xml" Id="R108e34c2e3a646aa" /></Relationships>
</file>

<file path=ppt/notesSlides/_rels/notesSlide616.xml.rels>&#65279;<?xml version="1.0" encoding="utf-8"?><Relationships xmlns="http://schemas.openxmlformats.org/package/2006/relationships"><Relationship Type="http://schemas.openxmlformats.org/officeDocument/2006/relationships/slide" Target="/ppt/slides/slide616.xml" Id="R366ecee24c564f61" /><Relationship Type="http://schemas.openxmlformats.org/officeDocument/2006/relationships/notesMaster" Target="/ppt/notesMasters/notesMaster1.xml" Id="R443a24acc593468c" /></Relationships>
</file>

<file path=ppt/notesSlides/_rels/notesSlide617.xml.rels>&#65279;<?xml version="1.0" encoding="utf-8"?><Relationships xmlns="http://schemas.openxmlformats.org/package/2006/relationships"><Relationship Type="http://schemas.openxmlformats.org/officeDocument/2006/relationships/slide" Target="/ppt/slides/slide617.xml" Id="Rd458162da334416f" /><Relationship Type="http://schemas.openxmlformats.org/officeDocument/2006/relationships/notesMaster" Target="/ppt/notesMasters/notesMaster1.xml" Id="R54f01edb15b24c8e" /></Relationships>
</file>

<file path=ppt/notesSlides/_rels/notesSlide618.xml.rels>&#65279;<?xml version="1.0" encoding="utf-8"?><Relationships xmlns="http://schemas.openxmlformats.org/package/2006/relationships"><Relationship Type="http://schemas.openxmlformats.org/officeDocument/2006/relationships/slide" Target="/ppt/slides/slide618.xml" Id="Rcc57112bd33c4272" /><Relationship Type="http://schemas.openxmlformats.org/officeDocument/2006/relationships/notesMaster" Target="/ppt/notesMasters/notesMaster1.xml" Id="Rc976c68c75024820" /></Relationships>
</file>

<file path=ppt/notesSlides/_rels/notesSlide619.xml.rels>&#65279;<?xml version="1.0" encoding="utf-8"?><Relationships xmlns="http://schemas.openxmlformats.org/package/2006/relationships"><Relationship Type="http://schemas.openxmlformats.org/officeDocument/2006/relationships/slide" Target="/ppt/slides/slide619.xml" Id="R3fdee0073d1b4c69" /><Relationship Type="http://schemas.openxmlformats.org/officeDocument/2006/relationships/notesMaster" Target="/ppt/notesMasters/notesMaster1.xml" Id="Rcca4c839117346db" /></Relationships>
</file>

<file path=ppt/notesSlides/_rels/notesSlide620.xml.rels>&#65279;<?xml version="1.0" encoding="utf-8"?><Relationships xmlns="http://schemas.openxmlformats.org/package/2006/relationships"><Relationship Type="http://schemas.openxmlformats.org/officeDocument/2006/relationships/slide" Target="/ppt/slides/slide620.xml" Id="R7a2660283f234e17" /><Relationship Type="http://schemas.openxmlformats.org/officeDocument/2006/relationships/notesMaster" Target="/ppt/notesMasters/notesMaster1.xml" Id="R9d8d1f3cb11d4464" /></Relationships>
</file>

<file path=ppt/notesSlides/_rels/notesSlide621.xml.rels>&#65279;<?xml version="1.0" encoding="utf-8"?><Relationships xmlns="http://schemas.openxmlformats.org/package/2006/relationships"><Relationship Type="http://schemas.openxmlformats.org/officeDocument/2006/relationships/slide" Target="/ppt/slides/slide621.xml" Id="R8f508b6f8cae47d7" /><Relationship Type="http://schemas.openxmlformats.org/officeDocument/2006/relationships/notesMaster" Target="/ppt/notesMasters/notesMaster1.xml" Id="R0e2634d23ec046ac" /></Relationships>
</file>

<file path=ppt/notesSlides/_rels/notesSlide622.xml.rels>&#65279;<?xml version="1.0" encoding="utf-8"?><Relationships xmlns="http://schemas.openxmlformats.org/package/2006/relationships"><Relationship Type="http://schemas.openxmlformats.org/officeDocument/2006/relationships/slide" Target="/ppt/slides/slide622.xml" Id="R8957d4217ea44c18" /><Relationship Type="http://schemas.openxmlformats.org/officeDocument/2006/relationships/notesMaster" Target="/ppt/notesMasters/notesMaster1.xml" Id="R550546bb3a564bb4" /></Relationships>
</file>

<file path=ppt/notesSlides/_rels/notesSlide623.xml.rels>&#65279;<?xml version="1.0" encoding="utf-8"?><Relationships xmlns="http://schemas.openxmlformats.org/package/2006/relationships"><Relationship Type="http://schemas.openxmlformats.org/officeDocument/2006/relationships/slide" Target="/ppt/slides/slide623.xml" Id="Rafac345d35b448ff" /><Relationship Type="http://schemas.openxmlformats.org/officeDocument/2006/relationships/notesMaster" Target="/ppt/notesMasters/notesMaster1.xml" Id="R614c0f82f75841a3" /></Relationships>
</file>

<file path=ppt/notesSlides/_rels/notesSlide624.xml.rels>&#65279;<?xml version="1.0" encoding="utf-8"?><Relationships xmlns="http://schemas.openxmlformats.org/package/2006/relationships"><Relationship Type="http://schemas.openxmlformats.org/officeDocument/2006/relationships/slide" Target="/ppt/slides/slide624.xml" Id="Re4d31b5ccf1c44bb" /><Relationship Type="http://schemas.openxmlformats.org/officeDocument/2006/relationships/notesMaster" Target="/ppt/notesMasters/notesMaster1.xml" Id="R2d2b1afbc8594336" /></Relationships>
</file>

<file path=ppt/notesSlides/_rels/notesSlide625.xml.rels>&#65279;<?xml version="1.0" encoding="utf-8"?><Relationships xmlns="http://schemas.openxmlformats.org/package/2006/relationships"><Relationship Type="http://schemas.openxmlformats.org/officeDocument/2006/relationships/slide" Target="/ppt/slides/slide625.xml" Id="R4e54981006584863" /><Relationship Type="http://schemas.openxmlformats.org/officeDocument/2006/relationships/notesMaster" Target="/ppt/notesMasters/notesMaster1.xml" Id="Re2fb8155c3854bea" /></Relationships>
</file>

<file path=ppt/notesSlides/_rels/notesSlide626.xml.rels>&#65279;<?xml version="1.0" encoding="utf-8"?><Relationships xmlns="http://schemas.openxmlformats.org/package/2006/relationships"><Relationship Type="http://schemas.openxmlformats.org/officeDocument/2006/relationships/slide" Target="/ppt/slides/slide626.xml" Id="R7f6449fb1a1345f7" /><Relationship Type="http://schemas.openxmlformats.org/officeDocument/2006/relationships/notesMaster" Target="/ppt/notesMasters/notesMaster1.xml" Id="R0ff995f38a7a4eac" /></Relationships>
</file>

<file path=ppt/notesSlides/_rels/notesSlide627.xml.rels>&#65279;<?xml version="1.0" encoding="utf-8"?><Relationships xmlns="http://schemas.openxmlformats.org/package/2006/relationships"><Relationship Type="http://schemas.openxmlformats.org/officeDocument/2006/relationships/slide" Target="/ppt/slides/slide627.xml" Id="Rcbb7acbc1e304dd2" /><Relationship Type="http://schemas.openxmlformats.org/officeDocument/2006/relationships/notesMaster" Target="/ppt/notesMasters/notesMaster1.xml" Id="Rc08c45eabfcf4c61" /></Relationships>
</file>

<file path=ppt/notesSlides/_rels/notesSlide628.xml.rels>&#65279;<?xml version="1.0" encoding="utf-8"?><Relationships xmlns="http://schemas.openxmlformats.org/package/2006/relationships"><Relationship Type="http://schemas.openxmlformats.org/officeDocument/2006/relationships/slide" Target="/ppt/slides/slide628.xml" Id="Rac00e322307a48e3" /><Relationship Type="http://schemas.openxmlformats.org/officeDocument/2006/relationships/notesMaster" Target="/ppt/notesMasters/notesMaster1.xml" Id="Rc7b54510d4a54d2e" /></Relationships>
</file>

<file path=ppt/notesSlides/_rels/notesSlide629.xml.rels>&#65279;<?xml version="1.0" encoding="utf-8"?><Relationships xmlns="http://schemas.openxmlformats.org/package/2006/relationships"><Relationship Type="http://schemas.openxmlformats.org/officeDocument/2006/relationships/slide" Target="/ppt/slides/slide629.xml" Id="R74b0122af40843c4" /><Relationship Type="http://schemas.openxmlformats.org/officeDocument/2006/relationships/notesMaster" Target="/ppt/notesMasters/notesMaster1.xml" Id="R1de36215fded4d85" /></Relationships>
</file>

<file path=ppt/notesSlides/_rels/notesSlide630.xml.rels>&#65279;<?xml version="1.0" encoding="utf-8"?><Relationships xmlns="http://schemas.openxmlformats.org/package/2006/relationships"><Relationship Type="http://schemas.openxmlformats.org/officeDocument/2006/relationships/slide" Target="/ppt/slides/slide630.xml" Id="R28c476032cfc4f15" /><Relationship Type="http://schemas.openxmlformats.org/officeDocument/2006/relationships/notesMaster" Target="/ppt/notesMasters/notesMaster1.xml" Id="R36a18bf4d2e741cf" /></Relationships>
</file>

<file path=ppt/notesSlides/_rels/notesSlide631.xml.rels>&#65279;<?xml version="1.0" encoding="utf-8"?><Relationships xmlns="http://schemas.openxmlformats.org/package/2006/relationships"><Relationship Type="http://schemas.openxmlformats.org/officeDocument/2006/relationships/slide" Target="/ppt/slides/slide631.xml" Id="R865afafb68684f01" /><Relationship Type="http://schemas.openxmlformats.org/officeDocument/2006/relationships/notesMaster" Target="/ppt/notesMasters/notesMaster1.xml" Id="Rf5aed52f34414333" /></Relationships>
</file>

<file path=ppt/notesSlides/_rels/notesSlide632.xml.rels>&#65279;<?xml version="1.0" encoding="utf-8"?><Relationships xmlns="http://schemas.openxmlformats.org/package/2006/relationships"><Relationship Type="http://schemas.openxmlformats.org/officeDocument/2006/relationships/slide" Target="/ppt/slides/slide632.xml" Id="Re8082ef5fc2142c5" /><Relationship Type="http://schemas.openxmlformats.org/officeDocument/2006/relationships/notesMaster" Target="/ppt/notesMasters/notesMaster1.xml" Id="R074f493484024ff2" /></Relationships>
</file>

<file path=ppt/notesSlides/_rels/notesSlide633.xml.rels>&#65279;<?xml version="1.0" encoding="utf-8"?><Relationships xmlns="http://schemas.openxmlformats.org/package/2006/relationships"><Relationship Type="http://schemas.openxmlformats.org/officeDocument/2006/relationships/slide" Target="/ppt/slides/slide633.xml" Id="R8fa6823fc3184dc6" /><Relationship Type="http://schemas.openxmlformats.org/officeDocument/2006/relationships/notesMaster" Target="/ppt/notesMasters/notesMaster1.xml" Id="Rc62769b83328474f" /></Relationships>
</file>

<file path=ppt/notesSlides/_rels/notesSlide634.xml.rels>&#65279;<?xml version="1.0" encoding="utf-8"?><Relationships xmlns="http://schemas.openxmlformats.org/package/2006/relationships"><Relationship Type="http://schemas.openxmlformats.org/officeDocument/2006/relationships/slide" Target="/ppt/slides/slide634.xml" Id="R69a0fe6e400542c0" /><Relationship Type="http://schemas.openxmlformats.org/officeDocument/2006/relationships/notesMaster" Target="/ppt/notesMasters/notesMaster1.xml" Id="Rc35ed9dd401a4868" /></Relationships>
</file>

<file path=ppt/notesSlides/_rels/notesSlide635.xml.rels>&#65279;<?xml version="1.0" encoding="utf-8"?><Relationships xmlns="http://schemas.openxmlformats.org/package/2006/relationships"><Relationship Type="http://schemas.openxmlformats.org/officeDocument/2006/relationships/slide" Target="/ppt/slides/slide635.xml" Id="R17372bbaf854482a" /><Relationship Type="http://schemas.openxmlformats.org/officeDocument/2006/relationships/notesMaster" Target="/ppt/notesMasters/notesMaster1.xml" Id="Rb095b5204f2c48ae" /></Relationships>
</file>

<file path=ppt/notesSlides/_rels/notesSlide636.xml.rels>&#65279;<?xml version="1.0" encoding="utf-8"?><Relationships xmlns="http://schemas.openxmlformats.org/package/2006/relationships"><Relationship Type="http://schemas.openxmlformats.org/officeDocument/2006/relationships/slide" Target="/ppt/slides/slide636.xml" Id="R107307970075415f" /><Relationship Type="http://schemas.openxmlformats.org/officeDocument/2006/relationships/notesMaster" Target="/ppt/notesMasters/notesMaster1.xml" Id="R860263d2e45b4411" /></Relationships>
</file>

<file path=ppt/notesSlides/_rels/notesSlide637.xml.rels>&#65279;<?xml version="1.0" encoding="utf-8"?><Relationships xmlns="http://schemas.openxmlformats.org/package/2006/relationships"><Relationship Type="http://schemas.openxmlformats.org/officeDocument/2006/relationships/slide" Target="/ppt/slides/slide637.xml" Id="Rab24a5aa3fcb4c6b" /><Relationship Type="http://schemas.openxmlformats.org/officeDocument/2006/relationships/notesMaster" Target="/ppt/notesMasters/notesMaster1.xml" Id="Ra73919709e754616" /></Relationships>
</file>

<file path=ppt/notesSlides/_rels/notesSlide638.xml.rels>&#65279;<?xml version="1.0" encoding="utf-8"?><Relationships xmlns="http://schemas.openxmlformats.org/package/2006/relationships"><Relationship Type="http://schemas.openxmlformats.org/officeDocument/2006/relationships/slide" Target="/ppt/slides/slide638.xml" Id="R2c533ab3c6fc47be" /><Relationship Type="http://schemas.openxmlformats.org/officeDocument/2006/relationships/notesMaster" Target="/ppt/notesMasters/notesMaster1.xml" Id="Radec17d8b6694af4" /></Relationships>
</file>

<file path=ppt/notesSlides/_rels/notesSlide639.xml.rels>&#65279;<?xml version="1.0" encoding="utf-8"?><Relationships xmlns="http://schemas.openxmlformats.org/package/2006/relationships"><Relationship Type="http://schemas.openxmlformats.org/officeDocument/2006/relationships/slide" Target="/ppt/slides/slide639.xml" Id="Reca1b01cd2e346b9" /><Relationship Type="http://schemas.openxmlformats.org/officeDocument/2006/relationships/notesMaster" Target="/ppt/notesMasters/notesMaster1.xml" Id="Rcafb3bda85b442c2" /></Relationships>
</file>

<file path=ppt/notesSlides/_rels/notesSlide640.xml.rels>&#65279;<?xml version="1.0" encoding="utf-8"?><Relationships xmlns="http://schemas.openxmlformats.org/package/2006/relationships"><Relationship Type="http://schemas.openxmlformats.org/officeDocument/2006/relationships/slide" Target="/ppt/slides/slide640.xml" Id="R814373cfd9e1463f" /><Relationship Type="http://schemas.openxmlformats.org/officeDocument/2006/relationships/notesMaster" Target="/ppt/notesMasters/notesMaster1.xml" Id="R9ea76b4d5eef4fc7" /></Relationships>
</file>

<file path=ppt/notesSlides/_rels/notesSlide641.xml.rels>&#65279;<?xml version="1.0" encoding="utf-8"?><Relationships xmlns="http://schemas.openxmlformats.org/package/2006/relationships"><Relationship Type="http://schemas.openxmlformats.org/officeDocument/2006/relationships/slide" Target="/ppt/slides/slide641.xml" Id="Rd051e651e54a4523" /><Relationship Type="http://schemas.openxmlformats.org/officeDocument/2006/relationships/notesMaster" Target="/ppt/notesMasters/notesMaster1.xml" Id="R6cdb99aa2cce4e2f" /></Relationships>
</file>

<file path=ppt/notesSlides/_rels/notesSlide642.xml.rels>&#65279;<?xml version="1.0" encoding="utf-8"?><Relationships xmlns="http://schemas.openxmlformats.org/package/2006/relationships"><Relationship Type="http://schemas.openxmlformats.org/officeDocument/2006/relationships/slide" Target="/ppt/slides/slide642.xml" Id="R36dfcf21e60d4f27" /><Relationship Type="http://schemas.openxmlformats.org/officeDocument/2006/relationships/notesMaster" Target="/ppt/notesMasters/notesMaster1.xml" Id="R5681b8faf8b44c80" /></Relationships>
</file>

<file path=ppt/notesSlides/_rels/notesSlide643.xml.rels>&#65279;<?xml version="1.0" encoding="utf-8"?><Relationships xmlns="http://schemas.openxmlformats.org/package/2006/relationships"><Relationship Type="http://schemas.openxmlformats.org/officeDocument/2006/relationships/slide" Target="/ppt/slides/slide643.xml" Id="R0e601f296c224cb5" /><Relationship Type="http://schemas.openxmlformats.org/officeDocument/2006/relationships/notesMaster" Target="/ppt/notesMasters/notesMaster1.xml" Id="R82e282549d78441b" /></Relationships>
</file>

<file path=ppt/notesSlides/_rels/notesSlide644.xml.rels>&#65279;<?xml version="1.0" encoding="utf-8"?><Relationships xmlns="http://schemas.openxmlformats.org/package/2006/relationships"><Relationship Type="http://schemas.openxmlformats.org/officeDocument/2006/relationships/slide" Target="/ppt/slides/slide644.xml" Id="R763c1aa8e23949cc" /><Relationship Type="http://schemas.openxmlformats.org/officeDocument/2006/relationships/notesMaster" Target="/ppt/notesMasters/notesMaster1.xml" Id="R83e9aebd4b50465d" /></Relationships>
</file>

<file path=ppt/notesSlides/_rels/notesSlide645.xml.rels>&#65279;<?xml version="1.0" encoding="utf-8"?><Relationships xmlns="http://schemas.openxmlformats.org/package/2006/relationships"><Relationship Type="http://schemas.openxmlformats.org/officeDocument/2006/relationships/slide" Target="/ppt/slides/slide645.xml" Id="R3249225e30b54d70" /><Relationship Type="http://schemas.openxmlformats.org/officeDocument/2006/relationships/notesMaster" Target="/ppt/notesMasters/notesMaster1.xml" Id="Rd65a0c117250418f" /></Relationships>
</file>

<file path=ppt/notesSlides/_rels/notesSlide646.xml.rels>&#65279;<?xml version="1.0" encoding="utf-8"?><Relationships xmlns="http://schemas.openxmlformats.org/package/2006/relationships"><Relationship Type="http://schemas.openxmlformats.org/officeDocument/2006/relationships/slide" Target="/ppt/slides/slide646.xml" Id="R47f0891dcfd847bb" /><Relationship Type="http://schemas.openxmlformats.org/officeDocument/2006/relationships/notesMaster" Target="/ppt/notesMasters/notesMaster1.xml" Id="R0a3a33f083a64c68" /></Relationships>
</file>

<file path=ppt/notesSlides/_rels/notesSlide647.xml.rels>&#65279;<?xml version="1.0" encoding="utf-8"?><Relationships xmlns="http://schemas.openxmlformats.org/package/2006/relationships"><Relationship Type="http://schemas.openxmlformats.org/officeDocument/2006/relationships/slide" Target="/ppt/slides/slide647.xml" Id="Ra6351047910b4b31" /><Relationship Type="http://schemas.openxmlformats.org/officeDocument/2006/relationships/notesMaster" Target="/ppt/notesMasters/notesMaster1.xml" Id="Rb383aa395c2b4634" /></Relationships>
</file>

<file path=ppt/notesSlides/_rels/notesSlide648.xml.rels>&#65279;<?xml version="1.0" encoding="utf-8"?><Relationships xmlns="http://schemas.openxmlformats.org/package/2006/relationships"><Relationship Type="http://schemas.openxmlformats.org/officeDocument/2006/relationships/slide" Target="/ppt/slides/slide648.xml" Id="R0c2399b3b9b64407" /><Relationship Type="http://schemas.openxmlformats.org/officeDocument/2006/relationships/notesMaster" Target="/ppt/notesMasters/notesMaster1.xml" Id="Rd5076eb2eef142dc" /></Relationships>
</file>

<file path=ppt/notesSlides/_rels/notesSlide649.xml.rels>&#65279;<?xml version="1.0" encoding="utf-8"?><Relationships xmlns="http://schemas.openxmlformats.org/package/2006/relationships"><Relationship Type="http://schemas.openxmlformats.org/officeDocument/2006/relationships/slide" Target="/ppt/slides/slide649.xml" Id="R632c038be509454b" /><Relationship Type="http://schemas.openxmlformats.org/officeDocument/2006/relationships/notesMaster" Target="/ppt/notesMasters/notesMaster1.xml" Id="R3d02a60ebf6f4462" /></Relationships>
</file>

<file path=ppt/notesSlides/_rels/notesSlide650.xml.rels>&#65279;<?xml version="1.0" encoding="utf-8"?><Relationships xmlns="http://schemas.openxmlformats.org/package/2006/relationships"><Relationship Type="http://schemas.openxmlformats.org/officeDocument/2006/relationships/slide" Target="/ppt/slides/slide650.xml" Id="R1f07332d3a724666" /><Relationship Type="http://schemas.openxmlformats.org/officeDocument/2006/relationships/notesMaster" Target="/ppt/notesMasters/notesMaster1.xml" Id="Radc88158a24d4171" /></Relationships>
</file>

<file path=ppt/notesSlides/_rels/notesSlide651.xml.rels>&#65279;<?xml version="1.0" encoding="utf-8"?><Relationships xmlns="http://schemas.openxmlformats.org/package/2006/relationships"><Relationship Type="http://schemas.openxmlformats.org/officeDocument/2006/relationships/slide" Target="/ppt/slides/slide651.xml" Id="R6a9166d6c8e2449e" /><Relationship Type="http://schemas.openxmlformats.org/officeDocument/2006/relationships/notesMaster" Target="/ppt/notesMasters/notesMaster1.xml" Id="R37b73caf69af4131" /></Relationships>
</file>

<file path=ppt/notesSlides/_rels/notesSlide652.xml.rels>&#65279;<?xml version="1.0" encoding="utf-8"?><Relationships xmlns="http://schemas.openxmlformats.org/package/2006/relationships"><Relationship Type="http://schemas.openxmlformats.org/officeDocument/2006/relationships/slide" Target="/ppt/slides/slide652.xml" Id="R9f38c9b4f26c4930" /><Relationship Type="http://schemas.openxmlformats.org/officeDocument/2006/relationships/notesMaster" Target="/ppt/notesMasters/notesMaster1.xml" Id="Rc7a80f9650c64f30" /></Relationships>
</file>

<file path=ppt/notesSlides/_rels/notesSlide653.xml.rels>&#65279;<?xml version="1.0" encoding="utf-8"?><Relationships xmlns="http://schemas.openxmlformats.org/package/2006/relationships"><Relationship Type="http://schemas.openxmlformats.org/officeDocument/2006/relationships/slide" Target="/ppt/slides/slide653.xml" Id="R5d7dffcceb2e4b2c" /><Relationship Type="http://schemas.openxmlformats.org/officeDocument/2006/relationships/notesMaster" Target="/ppt/notesMasters/notesMaster1.xml" Id="R39bff9f66941406c" /></Relationships>
</file>

<file path=ppt/notesSlides/_rels/notesSlide654.xml.rels>&#65279;<?xml version="1.0" encoding="utf-8"?><Relationships xmlns="http://schemas.openxmlformats.org/package/2006/relationships"><Relationship Type="http://schemas.openxmlformats.org/officeDocument/2006/relationships/slide" Target="/ppt/slides/slide654.xml" Id="Rc93dd6c8f79949f6" /><Relationship Type="http://schemas.openxmlformats.org/officeDocument/2006/relationships/notesMaster" Target="/ppt/notesMasters/notesMaster1.xml" Id="Rbbe45a6021464d4d" /></Relationships>
</file>

<file path=ppt/notesSlides/_rels/notesSlide655.xml.rels>&#65279;<?xml version="1.0" encoding="utf-8"?><Relationships xmlns="http://schemas.openxmlformats.org/package/2006/relationships"><Relationship Type="http://schemas.openxmlformats.org/officeDocument/2006/relationships/slide" Target="/ppt/slides/slide655.xml" Id="R8b8d8c45a75a41cc" /><Relationship Type="http://schemas.openxmlformats.org/officeDocument/2006/relationships/notesMaster" Target="/ppt/notesMasters/notesMaster1.xml" Id="R7a39f12bd5294d48" /></Relationships>
</file>

<file path=ppt/notesSlides/_rels/notesSlide656.xml.rels>&#65279;<?xml version="1.0" encoding="utf-8"?><Relationships xmlns="http://schemas.openxmlformats.org/package/2006/relationships"><Relationship Type="http://schemas.openxmlformats.org/officeDocument/2006/relationships/slide" Target="/ppt/slides/slide656.xml" Id="R3f6c2670d7db4160" /><Relationship Type="http://schemas.openxmlformats.org/officeDocument/2006/relationships/notesMaster" Target="/ppt/notesMasters/notesMaster1.xml" Id="R7c9e0b5de2474b03" /></Relationships>
</file>

<file path=ppt/notesSlides/_rels/notesSlide657.xml.rels>&#65279;<?xml version="1.0" encoding="utf-8"?><Relationships xmlns="http://schemas.openxmlformats.org/package/2006/relationships"><Relationship Type="http://schemas.openxmlformats.org/officeDocument/2006/relationships/slide" Target="/ppt/slides/slide657.xml" Id="R793f21d530324a79" /><Relationship Type="http://schemas.openxmlformats.org/officeDocument/2006/relationships/notesMaster" Target="/ppt/notesMasters/notesMaster1.xml" Id="R896c7ad3d9fc4a5c" /></Relationships>
</file>

<file path=ppt/notesSlides/_rels/notesSlide658.xml.rels>&#65279;<?xml version="1.0" encoding="utf-8"?><Relationships xmlns="http://schemas.openxmlformats.org/package/2006/relationships"><Relationship Type="http://schemas.openxmlformats.org/officeDocument/2006/relationships/slide" Target="/ppt/slides/slide658.xml" Id="R88d5c61bc1bb4edf" /><Relationship Type="http://schemas.openxmlformats.org/officeDocument/2006/relationships/notesMaster" Target="/ppt/notesMasters/notesMaster1.xml" Id="Ra713d407f6c54d9a" /></Relationships>
</file>

<file path=ppt/notesSlides/_rels/notesSlide659.xml.rels>&#65279;<?xml version="1.0" encoding="utf-8"?><Relationships xmlns="http://schemas.openxmlformats.org/package/2006/relationships"><Relationship Type="http://schemas.openxmlformats.org/officeDocument/2006/relationships/slide" Target="/ppt/slides/slide659.xml" Id="R145d39cd73e845eb" /><Relationship Type="http://schemas.openxmlformats.org/officeDocument/2006/relationships/notesMaster" Target="/ppt/notesMasters/notesMaster1.xml" Id="R14efc5d68d2e4354" /></Relationships>
</file>

<file path=ppt/notesSlides/_rels/notesSlide660.xml.rels>&#65279;<?xml version="1.0" encoding="utf-8"?><Relationships xmlns="http://schemas.openxmlformats.org/package/2006/relationships"><Relationship Type="http://schemas.openxmlformats.org/officeDocument/2006/relationships/slide" Target="/ppt/slides/slide660.xml" Id="Rdb96407dd44d4585" /><Relationship Type="http://schemas.openxmlformats.org/officeDocument/2006/relationships/notesMaster" Target="/ppt/notesMasters/notesMaster1.xml" Id="Rc995a2e325094099" /></Relationships>
</file>

<file path=ppt/notesSlides/_rels/notesSlide661.xml.rels>&#65279;<?xml version="1.0" encoding="utf-8"?><Relationships xmlns="http://schemas.openxmlformats.org/package/2006/relationships"><Relationship Type="http://schemas.openxmlformats.org/officeDocument/2006/relationships/slide" Target="/ppt/slides/slide661.xml" Id="R674e1caf82dc4193" /><Relationship Type="http://schemas.openxmlformats.org/officeDocument/2006/relationships/notesMaster" Target="/ppt/notesMasters/notesMaster1.xml" Id="R2f69fdbee81f4d3a" /></Relationships>
</file>

<file path=ppt/notesSlides/_rels/notesSlide662.xml.rels>&#65279;<?xml version="1.0" encoding="utf-8"?><Relationships xmlns="http://schemas.openxmlformats.org/package/2006/relationships"><Relationship Type="http://schemas.openxmlformats.org/officeDocument/2006/relationships/slide" Target="/ppt/slides/slide662.xml" Id="R468941a90cd14574" /><Relationship Type="http://schemas.openxmlformats.org/officeDocument/2006/relationships/notesMaster" Target="/ppt/notesMasters/notesMaster1.xml" Id="R0782e9d23b6845d9" /></Relationships>
</file>

<file path=ppt/notesSlides/_rels/notesSlide663.xml.rels>&#65279;<?xml version="1.0" encoding="utf-8"?><Relationships xmlns="http://schemas.openxmlformats.org/package/2006/relationships"><Relationship Type="http://schemas.openxmlformats.org/officeDocument/2006/relationships/slide" Target="/ppt/slides/slide663.xml" Id="R6bafa743ded04378" /><Relationship Type="http://schemas.openxmlformats.org/officeDocument/2006/relationships/notesMaster" Target="/ppt/notesMasters/notesMaster1.xml" Id="R77dcd3940e1b4af6" /></Relationships>
</file>

<file path=ppt/notesSlides/_rels/notesSlide664.xml.rels>&#65279;<?xml version="1.0" encoding="utf-8"?><Relationships xmlns="http://schemas.openxmlformats.org/package/2006/relationships"><Relationship Type="http://schemas.openxmlformats.org/officeDocument/2006/relationships/slide" Target="/ppt/slides/slide664.xml" Id="R0ab5ba20d7ef41a4" /><Relationship Type="http://schemas.openxmlformats.org/officeDocument/2006/relationships/notesMaster" Target="/ppt/notesMasters/notesMaster1.xml" Id="R64b1c28c5e4449e0" /></Relationships>
</file>

<file path=ppt/notesSlides/_rels/notesSlide665.xml.rels>&#65279;<?xml version="1.0" encoding="utf-8"?><Relationships xmlns="http://schemas.openxmlformats.org/package/2006/relationships"><Relationship Type="http://schemas.openxmlformats.org/officeDocument/2006/relationships/slide" Target="/ppt/slides/slide665.xml" Id="R38a2def8b89546b0" /><Relationship Type="http://schemas.openxmlformats.org/officeDocument/2006/relationships/notesMaster" Target="/ppt/notesMasters/notesMaster1.xml" Id="Rb8e07f5055bf428d" /></Relationships>
</file>

<file path=ppt/notesSlides/_rels/notesSlide666.xml.rels>&#65279;<?xml version="1.0" encoding="utf-8"?><Relationships xmlns="http://schemas.openxmlformats.org/package/2006/relationships"><Relationship Type="http://schemas.openxmlformats.org/officeDocument/2006/relationships/slide" Target="/ppt/slides/slide666.xml" Id="Rbc58c67e429b4377" /><Relationship Type="http://schemas.openxmlformats.org/officeDocument/2006/relationships/notesMaster" Target="/ppt/notesMasters/notesMaster1.xml" Id="R117c1d8910bd46cb" /></Relationships>
</file>

<file path=ppt/notesSlides/_rels/notesSlide667.xml.rels>&#65279;<?xml version="1.0" encoding="utf-8"?><Relationships xmlns="http://schemas.openxmlformats.org/package/2006/relationships"><Relationship Type="http://schemas.openxmlformats.org/officeDocument/2006/relationships/slide" Target="/ppt/slides/slide667.xml" Id="R63ee5c365c2c4fbd" /><Relationship Type="http://schemas.openxmlformats.org/officeDocument/2006/relationships/notesMaster" Target="/ppt/notesMasters/notesMaster1.xml" Id="Rbc2f3fd3c83f4b70" /></Relationships>
</file>

<file path=ppt/notesSlides/_rels/notesSlide668.xml.rels>&#65279;<?xml version="1.0" encoding="utf-8"?><Relationships xmlns="http://schemas.openxmlformats.org/package/2006/relationships"><Relationship Type="http://schemas.openxmlformats.org/officeDocument/2006/relationships/slide" Target="/ppt/slides/slide668.xml" Id="R4f3ae44d56e944eb" /><Relationship Type="http://schemas.openxmlformats.org/officeDocument/2006/relationships/notesMaster" Target="/ppt/notesMasters/notesMaster1.xml" Id="Rec4ba1c4beb54dbd" /></Relationships>
</file>

<file path=ppt/notesSlides/_rels/notesSlide669.xml.rels>&#65279;<?xml version="1.0" encoding="utf-8"?><Relationships xmlns="http://schemas.openxmlformats.org/package/2006/relationships"><Relationship Type="http://schemas.openxmlformats.org/officeDocument/2006/relationships/slide" Target="/ppt/slides/slide669.xml" Id="R78c3392eac5c435b" /><Relationship Type="http://schemas.openxmlformats.org/officeDocument/2006/relationships/notesMaster" Target="/ppt/notesMasters/notesMaster1.xml" Id="R905a605f66ed4d1c" /></Relationships>
</file>

<file path=ppt/notesSlides/_rels/notesSlide670.xml.rels>&#65279;<?xml version="1.0" encoding="utf-8"?><Relationships xmlns="http://schemas.openxmlformats.org/package/2006/relationships"><Relationship Type="http://schemas.openxmlformats.org/officeDocument/2006/relationships/slide" Target="/ppt/slides/slide670.xml" Id="R21496427d1364454" /><Relationship Type="http://schemas.openxmlformats.org/officeDocument/2006/relationships/notesMaster" Target="/ppt/notesMasters/notesMaster1.xml" Id="R6850bbc8bfcc4922" /></Relationships>
</file>

<file path=ppt/notesSlides/_rels/notesSlide671.xml.rels>&#65279;<?xml version="1.0" encoding="utf-8"?><Relationships xmlns="http://schemas.openxmlformats.org/package/2006/relationships"><Relationship Type="http://schemas.openxmlformats.org/officeDocument/2006/relationships/slide" Target="/ppt/slides/slide671.xml" Id="R8f171580b04746b1" /><Relationship Type="http://schemas.openxmlformats.org/officeDocument/2006/relationships/notesMaster" Target="/ppt/notesMasters/notesMaster1.xml" Id="Ra1b6a0ec35ca4775" /></Relationships>
</file>

<file path=ppt/notesSlides/_rels/notesSlide672.xml.rels>&#65279;<?xml version="1.0" encoding="utf-8"?><Relationships xmlns="http://schemas.openxmlformats.org/package/2006/relationships"><Relationship Type="http://schemas.openxmlformats.org/officeDocument/2006/relationships/slide" Target="/ppt/slides/slide672.xml" Id="R436d98b55c0747ee" /><Relationship Type="http://schemas.openxmlformats.org/officeDocument/2006/relationships/notesMaster" Target="/ppt/notesMasters/notesMaster1.xml" Id="R7a925319b6ce49cd" /></Relationships>
</file>

<file path=ppt/notesSlides/_rels/notesSlide673.xml.rels>&#65279;<?xml version="1.0" encoding="utf-8"?><Relationships xmlns="http://schemas.openxmlformats.org/package/2006/relationships"><Relationship Type="http://schemas.openxmlformats.org/officeDocument/2006/relationships/slide" Target="/ppt/slides/slide673.xml" Id="R3b8b5466280347eb" /><Relationship Type="http://schemas.openxmlformats.org/officeDocument/2006/relationships/notesMaster" Target="/ppt/notesMasters/notesMaster1.xml" Id="R4278b3d5de37461a" /></Relationships>
</file>

<file path=ppt/notesSlides/_rels/notesSlide674.xml.rels>&#65279;<?xml version="1.0" encoding="utf-8"?><Relationships xmlns="http://schemas.openxmlformats.org/package/2006/relationships"><Relationship Type="http://schemas.openxmlformats.org/officeDocument/2006/relationships/slide" Target="/ppt/slides/slide674.xml" Id="Rb11ef0868d3b492a" /><Relationship Type="http://schemas.openxmlformats.org/officeDocument/2006/relationships/notesMaster" Target="/ppt/notesMasters/notesMaster1.xml" Id="Red8dcfd81c254156" /></Relationships>
</file>

<file path=ppt/notesSlides/_rels/notesSlide675.xml.rels>&#65279;<?xml version="1.0" encoding="utf-8"?><Relationships xmlns="http://schemas.openxmlformats.org/package/2006/relationships"><Relationship Type="http://schemas.openxmlformats.org/officeDocument/2006/relationships/slide" Target="/ppt/slides/slide675.xml" Id="R3b2662d4e7814379" /><Relationship Type="http://schemas.openxmlformats.org/officeDocument/2006/relationships/notesMaster" Target="/ppt/notesMasters/notesMaster1.xml" Id="Rac21b773045c4d94" /></Relationships>
</file>

<file path=ppt/notesSlides/_rels/notesSlide676.xml.rels>&#65279;<?xml version="1.0" encoding="utf-8"?><Relationships xmlns="http://schemas.openxmlformats.org/package/2006/relationships"><Relationship Type="http://schemas.openxmlformats.org/officeDocument/2006/relationships/slide" Target="/ppt/slides/slide676.xml" Id="R82f79a25168146cb" /><Relationship Type="http://schemas.openxmlformats.org/officeDocument/2006/relationships/notesMaster" Target="/ppt/notesMasters/notesMaster1.xml" Id="Ra29eae721dd641e7" /></Relationships>
</file>

<file path=ppt/notesSlides/_rels/notesSlide677.xml.rels>&#65279;<?xml version="1.0" encoding="utf-8"?><Relationships xmlns="http://schemas.openxmlformats.org/package/2006/relationships"><Relationship Type="http://schemas.openxmlformats.org/officeDocument/2006/relationships/slide" Target="/ppt/slides/slide677.xml" Id="R649e3e112f624f54" /><Relationship Type="http://schemas.openxmlformats.org/officeDocument/2006/relationships/notesMaster" Target="/ppt/notesMasters/notesMaster1.xml" Id="Ra66c588ff0f74c69" /></Relationships>
</file>

<file path=ppt/notesSlides/_rels/notesSlide678.xml.rels>&#65279;<?xml version="1.0" encoding="utf-8"?><Relationships xmlns="http://schemas.openxmlformats.org/package/2006/relationships"><Relationship Type="http://schemas.openxmlformats.org/officeDocument/2006/relationships/slide" Target="/ppt/slides/slide678.xml" Id="Rc52a18f4b6d14211" /><Relationship Type="http://schemas.openxmlformats.org/officeDocument/2006/relationships/notesMaster" Target="/ppt/notesMasters/notesMaster1.xml" Id="R69b9bf96fae34fe1" /></Relationships>
</file>

<file path=ppt/notesSlides/_rels/notesSlide679.xml.rels>&#65279;<?xml version="1.0" encoding="utf-8"?><Relationships xmlns="http://schemas.openxmlformats.org/package/2006/relationships"><Relationship Type="http://schemas.openxmlformats.org/officeDocument/2006/relationships/slide" Target="/ppt/slides/slide679.xml" Id="Rb9a642c16c784b63" /><Relationship Type="http://schemas.openxmlformats.org/officeDocument/2006/relationships/notesMaster" Target="/ppt/notesMasters/notesMaster1.xml" Id="R640ae7f2a06740e6" /></Relationships>
</file>

<file path=ppt/notesSlides/_rels/notesSlide680.xml.rels>&#65279;<?xml version="1.0" encoding="utf-8"?><Relationships xmlns="http://schemas.openxmlformats.org/package/2006/relationships"><Relationship Type="http://schemas.openxmlformats.org/officeDocument/2006/relationships/slide" Target="/ppt/slides/slide680.xml" Id="Rc457f0a0526f41f9" /><Relationship Type="http://schemas.openxmlformats.org/officeDocument/2006/relationships/notesMaster" Target="/ppt/notesMasters/notesMaster1.xml" Id="R676968cdbcde43c7" /></Relationships>
</file>

<file path=ppt/notesSlides/_rels/notesSlide681.xml.rels>&#65279;<?xml version="1.0" encoding="utf-8"?><Relationships xmlns="http://schemas.openxmlformats.org/package/2006/relationships"><Relationship Type="http://schemas.openxmlformats.org/officeDocument/2006/relationships/slide" Target="/ppt/slides/slide681.xml" Id="R6d25b9ec31eb40f4" /><Relationship Type="http://schemas.openxmlformats.org/officeDocument/2006/relationships/notesMaster" Target="/ppt/notesMasters/notesMaster1.xml" Id="Ra333ea64cf234e51" /></Relationships>
</file>

<file path=ppt/notesSlides/_rels/notesSlide682.xml.rels>&#65279;<?xml version="1.0" encoding="utf-8"?><Relationships xmlns="http://schemas.openxmlformats.org/package/2006/relationships"><Relationship Type="http://schemas.openxmlformats.org/officeDocument/2006/relationships/slide" Target="/ppt/slides/slide682.xml" Id="R2f35563f51dd4298" /><Relationship Type="http://schemas.openxmlformats.org/officeDocument/2006/relationships/notesMaster" Target="/ppt/notesMasters/notesMaster1.xml" Id="Rfbe53c4bce5e43e2" /></Relationships>
</file>

<file path=ppt/notesSlides/_rels/notesSlide683.xml.rels>&#65279;<?xml version="1.0" encoding="utf-8"?><Relationships xmlns="http://schemas.openxmlformats.org/package/2006/relationships"><Relationship Type="http://schemas.openxmlformats.org/officeDocument/2006/relationships/slide" Target="/ppt/slides/slide683.xml" Id="Re05652359a734586" /><Relationship Type="http://schemas.openxmlformats.org/officeDocument/2006/relationships/notesMaster" Target="/ppt/notesMasters/notesMaster1.xml" Id="R3ab7ffab6d6b448e" /></Relationships>
</file>

<file path=ppt/notesSlides/_rels/notesSlide684.xml.rels>&#65279;<?xml version="1.0" encoding="utf-8"?><Relationships xmlns="http://schemas.openxmlformats.org/package/2006/relationships"><Relationship Type="http://schemas.openxmlformats.org/officeDocument/2006/relationships/slide" Target="/ppt/slides/slide684.xml" Id="R64d07fb34e624bfd" /><Relationship Type="http://schemas.openxmlformats.org/officeDocument/2006/relationships/notesMaster" Target="/ppt/notesMasters/notesMaster1.xml" Id="R36528d7e81a14196" /></Relationships>
</file>

<file path=ppt/notesSlides/_rels/notesSlide685.xml.rels>&#65279;<?xml version="1.0" encoding="utf-8"?><Relationships xmlns="http://schemas.openxmlformats.org/package/2006/relationships"><Relationship Type="http://schemas.openxmlformats.org/officeDocument/2006/relationships/slide" Target="/ppt/slides/slide685.xml" Id="Rf684d04fb6d24efe" /><Relationship Type="http://schemas.openxmlformats.org/officeDocument/2006/relationships/notesMaster" Target="/ppt/notesMasters/notesMaster1.xml" Id="Rd092da5f219c4a0b" /></Relationships>
</file>

<file path=ppt/notesSlides/_rels/notesSlide686.xml.rels>&#65279;<?xml version="1.0" encoding="utf-8"?><Relationships xmlns="http://schemas.openxmlformats.org/package/2006/relationships"><Relationship Type="http://schemas.openxmlformats.org/officeDocument/2006/relationships/slide" Target="/ppt/slides/slide686.xml" Id="R9ecd8ba196584714" /><Relationship Type="http://schemas.openxmlformats.org/officeDocument/2006/relationships/notesMaster" Target="/ppt/notesMasters/notesMaster1.xml" Id="R018dbe2987f64e47" /></Relationships>
</file>

<file path=ppt/notesSlides/_rels/notesSlide687.xml.rels>&#65279;<?xml version="1.0" encoding="utf-8"?><Relationships xmlns="http://schemas.openxmlformats.org/package/2006/relationships"><Relationship Type="http://schemas.openxmlformats.org/officeDocument/2006/relationships/slide" Target="/ppt/slides/slide687.xml" Id="Rde049d2adb384a65" /><Relationship Type="http://schemas.openxmlformats.org/officeDocument/2006/relationships/notesMaster" Target="/ppt/notesMasters/notesMaster1.xml" Id="R456f74a91d374381" /></Relationships>
</file>

<file path=ppt/notesSlides/_rels/notesSlide688.xml.rels>&#65279;<?xml version="1.0" encoding="utf-8"?><Relationships xmlns="http://schemas.openxmlformats.org/package/2006/relationships"><Relationship Type="http://schemas.openxmlformats.org/officeDocument/2006/relationships/slide" Target="/ppt/slides/slide688.xml" Id="R28628c770a1c448d" /><Relationship Type="http://schemas.openxmlformats.org/officeDocument/2006/relationships/notesMaster" Target="/ppt/notesMasters/notesMaster1.xml" Id="R854c903cb11d451e" /></Relationships>
</file>

<file path=ppt/notesSlides/_rels/notesSlide689.xml.rels>&#65279;<?xml version="1.0" encoding="utf-8"?><Relationships xmlns="http://schemas.openxmlformats.org/package/2006/relationships"><Relationship Type="http://schemas.openxmlformats.org/officeDocument/2006/relationships/slide" Target="/ppt/slides/slide689.xml" Id="R7eea82727b64426a" /><Relationship Type="http://schemas.openxmlformats.org/officeDocument/2006/relationships/notesMaster" Target="/ppt/notesMasters/notesMaster1.xml" Id="R6b9b9cade5c142ab" /></Relationships>
</file>

<file path=ppt/notesSlides/_rels/notesSlide690.xml.rels>&#65279;<?xml version="1.0" encoding="utf-8"?><Relationships xmlns="http://schemas.openxmlformats.org/package/2006/relationships"><Relationship Type="http://schemas.openxmlformats.org/officeDocument/2006/relationships/slide" Target="/ppt/slides/slide690.xml" Id="R3626701d67f64d76" /><Relationship Type="http://schemas.openxmlformats.org/officeDocument/2006/relationships/notesMaster" Target="/ppt/notesMasters/notesMaster1.xml" Id="R2d591ba1c07a4512" /></Relationships>
</file>

<file path=ppt/notesSlides/_rels/notesSlide691.xml.rels>&#65279;<?xml version="1.0" encoding="utf-8"?><Relationships xmlns="http://schemas.openxmlformats.org/package/2006/relationships"><Relationship Type="http://schemas.openxmlformats.org/officeDocument/2006/relationships/slide" Target="/ppt/slides/slide691.xml" Id="R3830126ebc0d4b9a" /><Relationship Type="http://schemas.openxmlformats.org/officeDocument/2006/relationships/notesMaster" Target="/ppt/notesMasters/notesMaster1.xml" Id="R8fb578e73e684b0c" 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and src/data/productConfig.js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src/data/productConfig.js and uiText.js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Embedded asset: public/tutorial/tas/processed/page-098.png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Embedded asset: public/tutorial/tas/processed/page-096.png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measurement-rules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Embedded asset: public/tutorial/tas/processed/page-014.png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create-project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Embedded asset: public/tutorial/tas/processed/page-016.png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tas-interface-attributes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public/tutorial/tas/processed/page-019.png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Embedded asset: public/tutorial/tas/processed/page-020.png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floor-grade-settings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Embedded asset: public/tutorial/tas/processed/page-024.png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import-split-drawing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Embedded asset: public/tutorial/tas/processed/page-026.png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scale-relocate-drawing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public/tutorial/tas/processed/page-028.png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Embedded asset: public/tutorial/tas/processed/page-034.png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axis-grid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public/tutorial/tas/processed/page-039.png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Embedded asset: public/tutorial/tas/processed/page-041.png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identify-pile-caps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Embedded asset: public/tutorial/tas/processed/page-047.png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identify-columns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Embedded asset: public/tutorial/tas/processed/page-053.png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identify-beams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public/tutorial/tas/processed/page-059.png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Embedded asset: public/tutorial/tas/processed/page-060.png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identify-slabs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Embedded asset: public/tutorial/tas/processed/page-068.png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identify-structural-walls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public/tutorial/tas/processed/page-069.png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Embedded asset: public/tutorial/tas/processed/page-073.png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identify-architectural-walls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public/tutorial/tas/processed/page-078.png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Embedded asset: public/tutorial/tas/processed/page-081.png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identify-openings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public/tutorial/tas/processed/page-087.png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Embedded asset: public/tutorial/tas/processed/page-089.png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apply-finishes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Embedded asset: public/tutorial/tas/processed/page-099.png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calculate-verify-quantity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Embedded asset: public/tutorial/tas/processed/page-101.png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Cubicost Learning Centre: src/data/tas/index.js · quantity-reports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2836cd47c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860932063470d" /><Relationship Type="http://schemas.openxmlformats.org/officeDocument/2006/relationships/slideLayout" Target="/ppt/slideLayouts/slideLayout1.xml" Id="R1263a99b425b42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3a99b425b42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6b6377e9c4125" /><Relationship Type="http://schemas.openxmlformats.org/officeDocument/2006/relationships/image" Target="/ppt/media/image5.png" Id="Rc400864e56104e8c" /><Relationship Type="http://schemas.openxmlformats.org/officeDocument/2006/relationships/notesSlide" Target="/ppt/notesSlides/notesSlide3.xml" Id="R5aa286a25eee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969f1e3d4fc7" /><Relationship Type="http://schemas.openxmlformats.org/officeDocument/2006/relationships/notesSlide" Target="/ppt/notesSlides/notesSlide4.xml" Id="R9081d19e881f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d808051b42cd" /><Relationship Type="http://schemas.openxmlformats.org/officeDocument/2006/relationships/notesSlide" Target="/ppt/notesSlides/notesSlide5.xml" Id="R6c6602d01ef1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c2c0e9e84637" /><Relationship Type="http://schemas.openxmlformats.org/officeDocument/2006/relationships/notesSlide" Target="/ppt/notesSlides/notesSlide6.xml" Id="R21b67e81cb6643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2aea6336b4212" /><Relationship Type="http://schemas.openxmlformats.org/officeDocument/2006/relationships/notesSlide" Target="/ppt/notesSlides/notesSlide7.xml" Id="R4e156f1b8f74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18d111654835" /><Relationship Type="http://schemas.openxmlformats.org/officeDocument/2006/relationships/image" Target="/ppt/media/image6.png" Id="Rb10e9c2af6934659" /><Relationship Type="http://schemas.openxmlformats.org/officeDocument/2006/relationships/notesSlide" Target="/ppt/notesSlides/notesSlide8.xml" Id="Rbf918013bf0a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8d5a2d2b42dc" /><Relationship Type="http://schemas.openxmlformats.org/officeDocument/2006/relationships/image" Target="/ppt/media/image6.png" Id="R613ae640ada74d66" /><Relationship Type="http://schemas.openxmlformats.org/officeDocument/2006/relationships/notesSlide" Target="/ppt/notesSlides/notesSlide9.xml" Id="R5cb57602359b4b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386db11a4a04" /><Relationship Type="http://schemas.openxmlformats.org/officeDocument/2006/relationships/image" Target="/ppt/media/image7.png" Id="R7b4b82d2f33f4d96" /><Relationship Type="http://schemas.openxmlformats.org/officeDocument/2006/relationships/notesSlide" Target="/ppt/notesSlides/notesSlide10.xml" Id="R71a26551560b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e5499565048d2" /><Relationship Type="http://schemas.openxmlformats.org/officeDocument/2006/relationships/image" Target="/ppt/media/image7.png" Id="R4ff47cac31ed41f9" /><Relationship Type="http://schemas.openxmlformats.org/officeDocument/2006/relationships/notesSlide" Target="/ppt/notesSlides/notesSlide11.xml" Id="Rfea7ba344f3843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500228e384722" /><Relationship Type="http://schemas.openxmlformats.org/officeDocument/2006/relationships/image" Target="/ppt/media/image7.png" Id="R9515a660e8ca46ce" /><Relationship Type="http://schemas.openxmlformats.org/officeDocument/2006/relationships/notesSlide" Target="/ppt/notesSlides/notesSlide12.xml" Id="R5985ed857a9341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0b7ff0554086" /><Relationship Type="http://schemas.openxmlformats.org/officeDocument/2006/relationships/notesSlide" Target="/ppt/notesSlides/notesSlide13.xml" Id="Rf5c63657be81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e71d0b2544d18" /><Relationship Type="http://schemas.openxmlformats.org/officeDocument/2006/relationships/notesSlide" Target="/ppt/notesSlides/notesSlide14.xml" Id="Rcabbe0aaa1bb40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eea10f3a34abb" /><Relationship Type="http://schemas.openxmlformats.org/officeDocument/2006/relationships/image" Target="/ppt/media/image8.png" Id="Ra4ce1bf5bdac4e5c" /><Relationship Type="http://schemas.openxmlformats.org/officeDocument/2006/relationships/notesSlide" Target="/ppt/notesSlides/notesSlide15.xml" Id="R4f248b498357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18e778164d95" /><Relationship Type="http://schemas.openxmlformats.org/officeDocument/2006/relationships/image" Target="/ppt/media/image9.png" Id="R2ff83ecf73034ca2" /><Relationship Type="http://schemas.openxmlformats.org/officeDocument/2006/relationships/notesSlide" Target="/ppt/notesSlides/notesSlide16.xml" Id="Re492c85ec21441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be126e50c461d" /><Relationship Type="http://schemas.openxmlformats.org/officeDocument/2006/relationships/image" Target="/ppt/media/image9.png" Id="Rcaeaf6c137de432e" /><Relationship Type="http://schemas.openxmlformats.org/officeDocument/2006/relationships/notesSlide" Target="/ppt/notesSlides/notesSlide17.xml" Id="R84e662abcf15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bf9e726da44c6" /><Relationship Type="http://schemas.openxmlformats.org/officeDocument/2006/relationships/image" Target="/ppt/media/image10.png" Id="Rb2009171b866485c" /><Relationship Type="http://schemas.openxmlformats.org/officeDocument/2006/relationships/notesSlide" Target="/ppt/notesSlides/notesSlide18.xml" Id="R80ca65b1785048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3815541e47f2" /><Relationship Type="http://schemas.openxmlformats.org/officeDocument/2006/relationships/image" Target="/ppt/media/image11.png" Id="Rb13dd9d6838c4a52" /><Relationship Type="http://schemas.openxmlformats.org/officeDocument/2006/relationships/notesSlide" Target="/ppt/notesSlides/notesSlide19.xml" Id="R2f7eeb172cee42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960321144d9d" /><Relationship Type="http://schemas.openxmlformats.org/officeDocument/2006/relationships/notesSlide" Target="/ppt/notesSlides/notesSlide20.xml" Id="Rc90637d2d5a2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96f562914df8" /><Relationship Type="http://schemas.openxmlformats.org/officeDocument/2006/relationships/notesSlide" Target="/ppt/notesSlides/notesSlide21.xml" Id="R2618df877bef49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6e3c3c8fe460f" /><Relationship Type="http://schemas.openxmlformats.org/officeDocument/2006/relationships/image" Target="/ppt/media/image12.png" Id="R190c77296e974bfa" /><Relationship Type="http://schemas.openxmlformats.org/officeDocument/2006/relationships/notesSlide" Target="/ppt/notesSlides/notesSlide22.xml" Id="R7ac3cf89fcf54c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bec88f1b43e2" /><Relationship Type="http://schemas.openxmlformats.org/officeDocument/2006/relationships/image" Target="/ppt/media/image12.png" Id="R18cdc3ba53d14b5a" /><Relationship Type="http://schemas.openxmlformats.org/officeDocument/2006/relationships/notesSlide" Target="/ppt/notesSlides/notesSlide23.xml" Id="R8be8a488167a4c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a51ed892348d8" /><Relationship Type="http://schemas.openxmlformats.org/officeDocument/2006/relationships/image" Target="/ppt/media/image12.png" Id="R623b810a6efe483b" /><Relationship Type="http://schemas.openxmlformats.org/officeDocument/2006/relationships/notesSlide" Target="/ppt/notesSlides/notesSlide24.xml" Id="R1e2d69a1eac2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4d66f81f4b22" /><Relationship Type="http://schemas.openxmlformats.org/officeDocument/2006/relationships/image" Target="/ppt/media/image12.png" Id="Rddf7cdcfc1e1425f" /><Relationship Type="http://schemas.openxmlformats.org/officeDocument/2006/relationships/notesSlide" Target="/ppt/notesSlides/notesSlide25.xml" Id="R41ab049f593144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c159547914aeb" /><Relationship Type="http://schemas.openxmlformats.org/officeDocument/2006/relationships/notesSlide" Target="/ppt/notesSlides/notesSlide26.xml" Id="R4395f9d35aaa4d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16b83b9a4735" /><Relationship Type="http://schemas.openxmlformats.org/officeDocument/2006/relationships/notesSlide" Target="/ppt/notesSlides/notesSlide27.xml" Id="R54a3ec6dff7743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cfb77b5e74476" /><Relationship Type="http://schemas.openxmlformats.org/officeDocument/2006/relationships/image" Target="/ppt/media/image13.png" Id="R05434b9232fc4596" /><Relationship Type="http://schemas.openxmlformats.org/officeDocument/2006/relationships/notesSlide" Target="/ppt/notesSlides/notesSlide28.xml" Id="R15e167e127b74f8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75f2de044bd4" /><Relationship Type="http://schemas.openxmlformats.org/officeDocument/2006/relationships/image" Target="/ppt/media/image13.png" Id="R3c5f912577444d11" /><Relationship Type="http://schemas.openxmlformats.org/officeDocument/2006/relationships/notesSlide" Target="/ppt/notesSlides/notesSlide29.xml" Id="R3a0d61fbbae447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02d42e4214917" /><Relationship Type="http://schemas.openxmlformats.org/officeDocument/2006/relationships/image" Target="/ppt/media/image13.png" Id="Rc5f755aa1db94fd1" /><Relationship Type="http://schemas.openxmlformats.org/officeDocument/2006/relationships/notesSlide" Target="/ppt/notesSlides/notesSlide30.xml" Id="Re15f0d109cd04a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d692bc9f431e" /><Relationship Type="http://schemas.openxmlformats.org/officeDocument/2006/relationships/image" Target="/ppt/media/image14.png" Id="Rb3f7a72a697f4e25" /><Relationship Type="http://schemas.openxmlformats.org/officeDocument/2006/relationships/notesSlide" Target="/ppt/notesSlides/notesSlide31.xml" Id="Re03731ef345c4a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f7d4717146b6" /><Relationship Type="http://schemas.openxmlformats.org/officeDocument/2006/relationships/image" Target="/ppt/media/image14.png" Id="Radfbe42c855f4e9f" /><Relationship Type="http://schemas.openxmlformats.org/officeDocument/2006/relationships/notesSlide" Target="/ppt/notesSlides/notesSlide32.xml" Id="R0a3121c7bab745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d5cc40fd4d88" /><Relationship Type="http://schemas.openxmlformats.org/officeDocument/2006/relationships/notesSlide" Target="/ppt/notesSlides/notesSlide33.xml" Id="R60a2ebb15cc34a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1a58b26f4174" /><Relationship Type="http://schemas.openxmlformats.org/officeDocument/2006/relationships/notesSlide" Target="/ppt/notesSlides/notesSlide34.xml" Id="R8955deee19464d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42a558b0448ec" /><Relationship Type="http://schemas.openxmlformats.org/officeDocument/2006/relationships/image" Target="/ppt/media/image15.png" Id="R9e213a5ec14d4b0a" /><Relationship Type="http://schemas.openxmlformats.org/officeDocument/2006/relationships/notesSlide" Target="/ppt/notesSlides/notesSlide35.xml" Id="Rda3140c38d0846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a874568da402b" /><Relationship Type="http://schemas.openxmlformats.org/officeDocument/2006/relationships/image" Target="/ppt/media/image16.png" Id="Ra0bdee70c83b467d" /><Relationship Type="http://schemas.openxmlformats.org/officeDocument/2006/relationships/notesSlide" Target="/ppt/notesSlides/notesSlide36.xml" Id="Re63081d8958e489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4a8f9b5e4b61" /><Relationship Type="http://schemas.openxmlformats.org/officeDocument/2006/relationships/image" Target="/ppt/media/image16.png" Id="R5fff1897897a4fca" /><Relationship Type="http://schemas.openxmlformats.org/officeDocument/2006/relationships/notesSlide" Target="/ppt/notesSlides/notesSlide37.xml" Id="Reaa9dfaf9e4544d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861ad148147ac" /><Relationship Type="http://schemas.openxmlformats.org/officeDocument/2006/relationships/image" Target="/ppt/media/image17.png" Id="Ra86780d9576b42a3" /><Relationship Type="http://schemas.openxmlformats.org/officeDocument/2006/relationships/notesSlide" Target="/ppt/notesSlides/notesSlide38.xml" Id="R5ca379ed4ba44b8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0800980348cf" /><Relationship Type="http://schemas.openxmlformats.org/officeDocument/2006/relationships/image" Target="/ppt/media/image17.png" Id="Rb95c3199f6014b08" /><Relationship Type="http://schemas.openxmlformats.org/officeDocument/2006/relationships/notesSlide" Target="/ppt/notesSlides/notesSlide39.xml" Id="R9b66dc6cf299493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33ec0490247e6" /><Relationship Type="http://schemas.openxmlformats.org/officeDocument/2006/relationships/notesSlide" Target="/ppt/notesSlides/notesSlide40.xml" Id="R7b5ffa105ae14ee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bc6ebb65492a" /><Relationship Type="http://schemas.openxmlformats.org/officeDocument/2006/relationships/notesSlide" Target="/ppt/notesSlides/notesSlide41.xml" Id="R6e6ee3f85abd4d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be4ad1d14b99" /><Relationship Type="http://schemas.openxmlformats.org/officeDocument/2006/relationships/image" Target="/ppt/media/image18.png" Id="Ree75ba2b96264f69" /><Relationship Type="http://schemas.openxmlformats.org/officeDocument/2006/relationships/notesSlide" Target="/ppt/notesSlides/notesSlide42.xml" Id="R44e14dc9c66c49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ee4c0b6804ee0" /><Relationship Type="http://schemas.openxmlformats.org/officeDocument/2006/relationships/image" Target="/ppt/media/image19.png" Id="R8935c820a2414071" /><Relationship Type="http://schemas.openxmlformats.org/officeDocument/2006/relationships/notesSlide" Target="/ppt/notesSlides/notesSlide43.xml" Id="R864a73eab4ba40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bd75065144013" /><Relationship Type="http://schemas.openxmlformats.org/officeDocument/2006/relationships/image" Target="/ppt/media/image20.png" Id="Ra2accc7134d845ad" /><Relationship Type="http://schemas.openxmlformats.org/officeDocument/2006/relationships/notesSlide" Target="/ppt/notesSlides/notesSlide44.xml" Id="R712e422866fa473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2e0c2da924501" /><Relationship Type="http://schemas.openxmlformats.org/officeDocument/2006/relationships/image" Target="/ppt/media/image20.png" Id="R8f4afa8b553949d6" /><Relationship Type="http://schemas.openxmlformats.org/officeDocument/2006/relationships/notesSlide" Target="/ppt/notesSlides/notesSlide45.xml" Id="R0b8c8df2ffc7479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2f24e3c694435" /><Relationship Type="http://schemas.openxmlformats.org/officeDocument/2006/relationships/image" Target="/ppt/media/image20.png" Id="R5fd0590dda854c7f" /><Relationship Type="http://schemas.openxmlformats.org/officeDocument/2006/relationships/notesSlide" Target="/ppt/notesSlides/notesSlide46.xml" Id="Rc0307d4581e447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c2e8215c0402a" /><Relationship Type="http://schemas.openxmlformats.org/officeDocument/2006/relationships/notesSlide" Target="/ppt/notesSlides/notesSlide47.xml" Id="Ra374b3d3bf4443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9a0e4fd34914" /><Relationship Type="http://schemas.openxmlformats.org/officeDocument/2006/relationships/notesSlide" Target="/ppt/notesSlides/notesSlide48.xml" Id="Rf85208aca43d4aa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d5a0894ea46e9" /><Relationship Type="http://schemas.openxmlformats.org/officeDocument/2006/relationships/image" Target="/ppt/media/image21.png" Id="R7a2bac82ec31483a" /><Relationship Type="http://schemas.openxmlformats.org/officeDocument/2006/relationships/notesSlide" Target="/ppt/notesSlides/notesSlide49.xml" Id="R99960f02d4a548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76292b5a412d" /><Relationship Type="http://schemas.openxmlformats.org/officeDocument/2006/relationships/image" Target="/ppt/media/image21.png" Id="R36c29225a8e14f5d" /><Relationship Type="http://schemas.openxmlformats.org/officeDocument/2006/relationships/notesSlide" Target="/ppt/notesSlides/notesSlide50.xml" Id="R4d5b90c1d18b4ee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218a93bc14b76" /><Relationship Type="http://schemas.openxmlformats.org/officeDocument/2006/relationships/image" Target="/ppt/media/image21.png" Id="R9566503e03b64695" /><Relationship Type="http://schemas.openxmlformats.org/officeDocument/2006/relationships/notesSlide" Target="/ppt/notesSlides/notesSlide51.xml" Id="R14074d8833aa45b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241d00bc4e6b" /><Relationship Type="http://schemas.openxmlformats.org/officeDocument/2006/relationships/image" Target="/ppt/media/image22.png" Id="R85594235bfda4790" /><Relationship Type="http://schemas.openxmlformats.org/officeDocument/2006/relationships/notesSlide" Target="/ppt/notesSlides/notesSlide52.xml" Id="R03b2a3efe2c1448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5222ddbeb4e76" /><Relationship Type="http://schemas.openxmlformats.org/officeDocument/2006/relationships/image" Target="/ppt/media/image22.png" Id="R4db96754289144f5" /><Relationship Type="http://schemas.openxmlformats.org/officeDocument/2006/relationships/notesSlide" Target="/ppt/notesSlides/notesSlide53.xml" Id="Re265d0bbf2f4490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c6258d7f4573" /><Relationship Type="http://schemas.openxmlformats.org/officeDocument/2006/relationships/notesSlide" Target="/ppt/notesSlides/notesSlide54.xml" Id="Re27bd9471d6a49c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e809adda9450a" /><Relationship Type="http://schemas.openxmlformats.org/officeDocument/2006/relationships/notesSlide" Target="/ppt/notesSlides/notesSlide55.xml" Id="R3715f7609bae422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7bb8d9f845c1" /><Relationship Type="http://schemas.openxmlformats.org/officeDocument/2006/relationships/image" Target="/ppt/media/image23.png" Id="Rcf31448210b34419" /><Relationship Type="http://schemas.openxmlformats.org/officeDocument/2006/relationships/notesSlide" Target="/ppt/notesSlides/notesSlide56.xml" Id="R6ef62ee3efee45b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eee0e4403414b" /><Relationship Type="http://schemas.openxmlformats.org/officeDocument/2006/relationships/image" Target="/ppt/media/image24.png" Id="Ree1f100e985f4100" /><Relationship Type="http://schemas.openxmlformats.org/officeDocument/2006/relationships/notesSlide" Target="/ppt/notesSlides/notesSlide57.xml" Id="R5a3cf5463726433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b8661890b4b20" /><Relationship Type="http://schemas.openxmlformats.org/officeDocument/2006/relationships/image" Target="/ppt/media/image25.png" Id="R6efcb98bdd314fd6" /><Relationship Type="http://schemas.openxmlformats.org/officeDocument/2006/relationships/notesSlide" Target="/ppt/notesSlides/notesSlide58.xml" Id="R877292ecbfe84cbd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4fa0aec84fa4" /><Relationship Type="http://schemas.openxmlformats.org/officeDocument/2006/relationships/image" Target="/ppt/media/image26.png" Id="Rf1a91be5aae34d17" /><Relationship Type="http://schemas.openxmlformats.org/officeDocument/2006/relationships/notesSlide" Target="/ppt/notesSlides/notesSlide59.xml" Id="R98c5c42821314ed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7a39885b4509" /><Relationship Type="http://schemas.openxmlformats.org/officeDocument/2006/relationships/image" Target="/ppt/media/image27.png" Id="Rd0f1ce95f6024ba0" /><Relationship Type="http://schemas.openxmlformats.org/officeDocument/2006/relationships/notesSlide" Target="/ppt/notesSlides/notesSlide60.xml" Id="R221873a3942144d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9dcfcc0be495b" /><Relationship Type="http://schemas.openxmlformats.org/officeDocument/2006/relationships/notesSlide" Target="/ppt/notesSlides/notesSlide61.xml" Id="R186fc94cd3594c0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5777dd53e44f3" /><Relationship Type="http://schemas.openxmlformats.org/officeDocument/2006/relationships/notesSlide" Target="/ppt/notesSlides/notesSlide62.xml" Id="Rc936f02f552441f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78e795b364f29" /><Relationship Type="http://schemas.openxmlformats.org/officeDocument/2006/relationships/notesSlide" Target="/ppt/notesSlides/notesSlide63.xml" Id="R21d955adb85c4a5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f5a415f446df" /><Relationship Type="http://schemas.openxmlformats.org/officeDocument/2006/relationships/image" Target="/ppt/media/image28.png" Id="R43d5881b50074e04" /><Relationship Type="http://schemas.openxmlformats.org/officeDocument/2006/relationships/notesSlide" Target="/ppt/notesSlides/notesSlide64.xml" Id="R713ba34845854c4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7ab0f6014f2d" /><Relationship Type="http://schemas.openxmlformats.org/officeDocument/2006/relationships/image" Target="/ppt/media/image28.png" Id="Rf819c1b07d864272" /><Relationship Type="http://schemas.openxmlformats.org/officeDocument/2006/relationships/notesSlide" Target="/ppt/notesSlides/notesSlide65.xml" Id="R0d1aa107d1b1489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a83a1eb9549cc" /><Relationship Type="http://schemas.openxmlformats.org/officeDocument/2006/relationships/image" Target="/ppt/media/image29.png" Id="Radcccdee11234093" /><Relationship Type="http://schemas.openxmlformats.org/officeDocument/2006/relationships/notesSlide" Target="/ppt/notesSlides/notesSlide66.xml" Id="R2b0918685f7446c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0bb35f024523" /><Relationship Type="http://schemas.openxmlformats.org/officeDocument/2006/relationships/image" Target="/ppt/media/image30.png" Id="R724c97f2f959470c" /><Relationship Type="http://schemas.openxmlformats.org/officeDocument/2006/relationships/notesSlide" Target="/ppt/notesSlides/notesSlide67.xml" Id="R119cb3111ec54ab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082ac36814909" /><Relationship Type="http://schemas.openxmlformats.org/officeDocument/2006/relationships/image" Target="/ppt/media/image31.png" Id="Rb4b00003edd64104" /><Relationship Type="http://schemas.openxmlformats.org/officeDocument/2006/relationships/notesSlide" Target="/ppt/notesSlides/notesSlide68.xml" Id="R0e158d0f476b441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8c81ec97c47c1" /><Relationship Type="http://schemas.openxmlformats.org/officeDocument/2006/relationships/notesSlide" Target="/ppt/notesSlides/notesSlide69.xml" Id="R6efd17f5e2f1480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82caf47584369" /><Relationship Type="http://schemas.openxmlformats.org/officeDocument/2006/relationships/notesSlide" Target="/ppt/notesSlides/notesSlide70.xml" Id="R3855a796192d4bb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4171a5ff4d66" /><Relationship Type="http://schemas.openxmlformats.org/officeDocument/2006/relationships/image" Target="/ppt/media/image32.png" Id="R5812a09f1ea54021" /><Relationship Type="http://schemas.openxmlformats.org/officeDocument/2006/relationships/notesSlide" Target="/ppt/notesSlides/notesSlide71.xml" Id="R364a65a566bd4ab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08339f5cc4f49" /><Relationship Type="http://schemas.openxmlformats.org/officeDocument/2006/relationships/image" Target="/ppt/media/image33.png" Id="R8955c818886b4496" /><Relationship Type="http://schemas.openxmlformats.org/officeDocument/2006/relationships/notesSlide" Target="/ppt/notesSlides/notesSlide72.xml" Id="Rba0499fb8a654b4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8e4b3e5fa48d6" /><Relationship Type="http://schemas.openxmlformats.org/officeDocument/2006/relationships/image" Target="/ppt/media/image34.png" Id="R3534d21b94ec4daa" /><Relationship Type="http://schemas.openxmlformats.org/officeDocument/2006/relationships/notesSlide" Target="/ppt/notesSlides/notesSlide73.xml" Id="R05cd5ce51de0432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25df71e7b4f72" /><Relationship Type="http://schemas.openxmlformats.org/officeDocument/2006/relationships/image" Target="/ppt/media/image35.png" Id="Rade24bd4084046ea" /><Relationship Type="http://schemas.openxmlformats.org/officeDocument/2006/relationships/notesSlide" Target="/ppt/notesSlides/notesSlide74.xml" Id="Ra9d36f889efd43d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484c95ad45e6" /><Relationship Type="http://schemas.openxmlformats.org/officeDocument/2006/relationships/image" Target="/ppt/media/image35.png" Id="R67ac63c61cc54589" /><Relationship Type="http://schemas.openxmlformats.org/officeDocument/2006/relationships/notesSlide" Target="/ppt/notesSlides/notesSlide75.xml" Id="R0b4d354f7cd1487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fd6c9b154929" /><Relationship Type="http://schemas.openxmlformats.org/officeDocument/2006/relationships/notesSlide" Target="/ppt/notesSlides/notesSlide76.xml" Id="Raa2e886379b84d59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48e393a34be9" /><Relationship Type="http://schemas.openxmlformats.org/officeDocument/2006/relationships/notesSlide" Target="/ppt/notesSlides/notesSlide77.xml" Id="R23f08e67044946c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01afc7a84e13" /><Relationship Type="http://schemas.openxmlformats.org/officeDocument/2006/relationships/image" Target="/ppt/media/image36.png" Id="R948bdfc699744334" /><Relationship Type="http://schemas.openxmlformats.org/officeDocument/2006/relationships/notesSlide" Target="/ppt/notesSlides/notesSlide78.xml" Id="Rc7ffcfc0127f4ff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f53b6cd748a0" /><Relationship Type="http://schemas.openxmlformats.org/officeDocument/2006/relationships/image" Target="/ppt/media/image37.png" Id="R1ffda2a7e9664b06" /><Relationship Type="http://schemas.openxmlformats.org/officeDocument/2006/relationships/notesSlide" Target="/ppt/notesSlides/notesSlide79.xml" Id="Ra13b7b0f5e3f43d2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ccde3dea4113" /><Relationship Type="http://schemas.openxmlformats.org/officeDocument/2006/relationships/image" Target="/ppt/media/image37.png" Id="R23228db324f64c1b" /><Relationship Type="http://schemas.openxmlformats.org/officeDocument/2006/relationships/notesSlide" Target="/ppt/notesSlides/notesSlide80.xml" Id="R8692e1f779c5428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c607af944065" /><Relationship Type="http://schemas.openxmlformats.org/officeDocument/2006/relationships/image" Target="/ppt/media/image38.png" Id="Re31315326cc644fa" /><Relationship Type="http://schemas.openxmlformats.org/officeDocument/2006/relationships/notesSlide" Target="/ppt/notesSlides/notesSlide81.xml" Id="Rbcbec2bdd76e429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8882241e64304" /><Relationship Type="http://schemas.openxmlformats.org/officeDocument/2006/relationships/image" Target="/ppt/media/image39.png" Id="R8719692c56324e08" /><Relationship Type="http://schemas.openxmlformats.org/officeDocument/2006/relationships/notesSlide" Target="/ppt/notesSlides/notesSlide82.xml" Id="Rd33fe1b0196144a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d06fca7294692" /><Relationship Type="http://schemas.openxmlformats.org/officeDocument/2006/relationships/notesSlide" Target="/ppt/notesSlides/notesSlide83.xml" Id="R02c7e7bdb7f142d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cf51566a42b7" /><Relationship Type="http://schemas.openxmlformats.org/officeDocument/2006/relationships/notesSlide" Target="/ppt/notesSlides/notesSlide84.xml" Id="R4ecbdbf02c3249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9dced1234d5b" /><Relationship Type="http://schemas.openxmlformats.org/officeDocument/2006/relationships/image" Target="/ppt/media/image40.png" Id="R9d61297e63b9485c" /><Relationship Type="http://schemas.openxmlformats.org/officeDocument/2006/relationships/notesSlide" Target="/ppt/notesSlides/notesSlide85.xml" Id="R2d23e712c5b2478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ce5de25094d4a" /><Relationship Type="http://schemas.openxmlformats.org/officeDocument/2006/relationships/image" Target="/ppt/media/image41.png" Id="Raed1330dd9504998" /><Relationship Type="http://schemas.openxmlformats.org/officeDocument/2006/relationships/notesSlide" Target="/ppt/notesSlides/notesSlide86.xml" Id="Re8fde21c788641d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6b21b9b3435f" /><Relationship Type="http://schemas.openxmlformats.org/officeDocument/2006/relationships/image" Target="/ppt/media/image42.png" Id="Re66644ca753d4e7a" /><Relationship Type="http://schemas.openxmlformats.org/officeDocument/2006/relationships/notesSlide" Target="/ppt/notesSlides/notesSlide87.xml" Id="R9c17a04f8d5c4b9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7ef6eb56464f" /><Relationship Type="http://schemas.openxmlformats.org/officeDocument/2006/relationships/image" Target="/ppt/media/image43.png" Id="R98014cc4f9044834" /><Relationship Type="http://schemas.openxmlformats.org/officeDocument/2006/relationships/notesSlide" Target="/ppt/notesSlides/notesSlide88.xml" Id="R40d207d399294bed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313334384c18" /><Relationship Type="http://schemas.openxmlformats.org/officeDocument/2006/relationships/image" Target="/ppt/media/image44.png" Id="R056c1e9540de4cea" /><Relationship Type="http://schemas.openxmlformats.org/officeDocument/2006/relationships/notesSlide" Target="/ppt/notesSlides/notesSlide89.xml" Id="Re4a5f78c296e428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4487bbfd4a7b" /><Relationship Type="http://schemas.openxmlformats.org/officeDocument/2006/relationships/notesSlide" Target="/ppt/notesSlides/notesSlide90.xml" Id="R4911fe9a296943b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75a73b9724b31" /><Relationship Type="http://schemas.openxmlformats.org/officeDocument/2006/relationships/notesSlide" Target="/ppt/notesSlides/notesSlide91.xml" Id="R0b7ab927a19f417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cc59286c49a0" /><Relationship Type="http://schemas.openxmlformats.org/officeDocument/2006/relationships/image" Target="/ppt/media/image45.png" Id="R0a72bd93fc754e5a" /><Relationship Type="http://schemas.openxmlformats.org/officeDocument/2006/relationships/notesSlide" Target="/ppt/notesSlides/notesSlide92.xml" Id="Rcbc8d059381e4c0d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92648c5dd4bf3" /><Relationship Type="http://schemas.openxmlformats.org/officeDocument/2006/relationships/image" Target="/ppt/media/image45.png" Id="R0b163b2feff142c8" /><Relationship Type="http://schemas.openxmlformats.org/officeDocument/2006/relationships/notesSlide" Target="/ppt/notesSlides/notesSlide93.xml" Id="Rc2d6501689b24f8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ffcac2194ffc" /><Relationship Type="http://schemas.openxmlformats.org/officeDocument/2006/relationships/image" Target="/ppt/media/image46.png" Id="Ra5aa9f58ad964ebc" /><Relationship Type="http://schemas.openxmlformats.org/officeDocument/2006/relationships/notesSlide" Target="/ppt/notesSlides/notesSlide94.xml" Id="R7ef892e839cd40e5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c4da1a2d440ca" /><Relationship Type="http://schemas.openxmlformats.org/officeDocument/2006/relationships/image" Target="/ppt/media/image47.png" Id="R0e58786782564119" /><Relationship Type="http://schemas.openxmlformats.org/officeDocument/2006/relationships/notesSlide" Target="/ppt/notesSlides/notesSlide95.xml" Id="Rb65387c83dbf415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81285b0ac46ce" /><Relationship Type="http://schemas.openxmlformats.org/officeDocument/2006/relationships/image" Target="/ppt/media/image48.png" Id="R78b3bfb9dfed4533" /><Relationship Type="http://schemas.openxmlformats.org/officeDocument/2006/relationships/notesSlide" Target="/ppt/notesSlides/notesSlide96.xml" Id="R9e56eac4ac3240f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8de1fbd94d98" /><Relationship Type="http://schemas.openxmlformats.org/officeDocument/2006/relationships/notesSlide" Target="/ppt/notesSlides/notesSlide97.xml" Id="Rfe96d25773734339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d8672fc44fba" /><Relationship Type="http://schemas.openxmlformats.org/officeDocument/2006/relationships/notesSlide" Target="/ppt/notesSlides/notesSlide98.xml" Id="R9dff1ef028fe491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b85f9b313465e" /><Relationship Type="http://schemas.openxmlformats.org/officeDocument/2006/relationships/image" Target="/ppt/media/image49.png" Id="R2b7e1504aea94756" /><Relationship Type="http://schemas.openxmlformats.org/officeDocument/2006/relationships/notesSlide" Target="/ppt/notesSlides/notesSlide99.xml" Id="Ra7176c91dad545b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e873d9124672" /><Relationship Type="http://schemas.openxmlformats.org/officeDocument/2006/relationships/image" Target="/ppt/media/image50.png" Id="Ra02debbd3de944d3" /><Relationship Type="http://schemas.openxmlformats.org/officeDocument/2006/relationships/notesSlide" Target="/ppt/notesSlides/notesSlide100.xml" Id="R1714685396774517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fde75dd74e15" /><Relationship Type="http://schemas.openxmlformats.org/officeDocument/2006/relationships/image" Target="/ppt/media/image51.png" Id="Rc8db5c86eb794e3d" /><Relationship Type="http://schemas.openxmlformats.org/officeDocument/2006/relationships/notesSlide" Target="/ppt/notesSlides/notesSlide101.xml" Id="Rc7526cc6d71e43c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e8b200b704720" /><Relationship Type="http://schemas.openxmlformats.org/officeDocument/2006/relationships/image" Target="/ppt/media/image52.png" Id="R6a8fbeaac2c74632" /><Relationship Type="http://schemas.openxmlformats.org/officeDocument/2006/relationships/notesSlide" Target="/ppt/notesSlides/notesSlide102.xml" Id="R550deede70d04a6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b9a7155b4699" /><Relationship Type="http://schemas.openxmlformats.org/officeDocument/2006/relationships/image" Target="/ppt/media/image53.png" Id="R562c4123c6314ce0" /><Relationship Type="http://schemas.openxmlformats.org/officeDocument/2006/relationships/notesSlide" Target="/ppt/notesSlides/notesSlide103.xml" Id="R17dcc9aefe214fa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3dc60afe4e00" /><Relationship Type="http://schemas.openxmlformats.org/officeDocument/2006/relationships/notesSlide" Target="/ppt/notesSlides/notesSlide104.xml" Id="R066510c6a9af43e8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682fbeb2d4c4c" /><Relationship Type="http://schemas.openxmlformats.org/officeDocument/2006/relationships/notesSlide" Target="/ppt/notesSlides/notesSlide105.xml" Id="R96d58eddcd184ef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295993cb4f1b" /><Relationship Type="http://schemas.openxmlformats.org/officeDocument/2006/relationships/image" Target="/ppt/media/image54.png" Id="R9e7dec311eb9410e" /><Relationship Type="http://schemas.openxmlformats.org/officeDocument/2006/relationships/notesSlide" Target="/ppt/notesSlides/notesSlide106.xml" Id="R6141a36d49d941e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c56c90e14acf" /><Relationship Type="http://schemas.openxmlformats.org/officeDocument/2006/relationships/image" Target="/ppt/media/image55.png" Id="Re61eb165c1d3437d" /><Relationship Type="http://schemas.openxmlformats.org/officeDocument/2006/relationships/notesSlide" Target="/ppt/notesSlides/notesSlide107.xml" Id="Rca453e0315b24a23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0b79a4444daa" /><Relationship Type="http://schemas.openxmlformats.org/officeDocument/2006/relationships/image" Target="/ppt/media/image55.png" Id="Rfadbb0a0691f468f" /><Relationship Type="http://schemas.openxmlformats.org/officeDocument/2006/relationships/notesSlide" Target="/ppt/notesSlides/notesSlide108.xml" Id="Rd8a18b5608ea4fd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3baf609de48b8" /><Relationship Type="http://schemas.openxmlformats.org/officeDocument/2006/relationships/image" Target="/ppt/media/image56.png" Id="R69e2519cd0a1488a" /><Relationship Type="http://schemas.openxmlformats.org/officeDocument/2006/relationships/notesSlide" Target="/ppt/notesSlides/notesSlide109.xml" Id="R87c8c9f7f2b04c1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23c176d554981" /><Relationship Type="http://schemas.openxmlformats.org/officeDocument/2006/relationships/image" Target="/ppt/media/image57.png" Id="R22078b0ad6754be7" /><Relationship Type="http://schemas.openxmlformats.org/officeDocument/2006/relationships/notesSlide" Target="/ppt/notesSlides/notesSlide110.xml" Id="Rc7807d065cc140b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79883c244aa1" /><Relationship Type="http://schemas.openxmlformats.org/officeDocument/2006/relationships/notesSlide" Target="/ppt/notesSlides/notesSlide111.xml" Id="Re8afd7a224fa43d6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9063c98741cd" /><Relationship Type="http://schemas.openxmlformats.org/officeDocument/2006/relationships/notesSlide" Target="/ppt/notesSlides/notesSlide112.xml" Id="R78bb77899393430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1b919db464d17" /><Relationship Type="http://schemas.openxmlformats.org/officeDocument/2006/relationships/image" Target="/ppt/media/image58.png" Id="R73a0556e82cd4997" /><Relationship Type="http://schemas.openxmlformats.org/officeDocument/2006/relationships/notesSlide" Target="/ppt/notesSlides/notesSlide113.xml" Id="R6dda66b70a3b4a63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69bf18c241a6" /><Relationship Type="http://schemas.openxmlformats.org/officeDocument/2006/relationships/image" Target="/ppt/media/image59.png" Id="R37b8645ee4534727" /><Relationship Type="http://schemas.openxmlformats.org/officeDocument/2006/relationships/notesSlide" Target="/ppt/notesSlides/notesSlide114.xml" Id="Ra3821c3371de4b9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aff761204580" /><Relationship Type="http://schemas.openxmlformats.org/officeDocument/2006/relationships/image" Target="/ppt/media/image60.png" Id="R0844f5164b9f4795" /><Relationship Type="http://schemas.openxmlformats.org/officeDocument/2006/relationships/notesSlide" Target="/ppt/notesSlides/notesSlide115.xml" Id="R7ae2068a3a6e408c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eb05204149e7" /><Relationship Type="http://schemas.openxmlformats.org/officeDocument/2006/relationships/image" Target="/ppt/media/image61.png" Id="Rce96480861c344c5" /><Relationship Type="http://schemas.openxmlformats.org/officeDocument/2006/relationships/notesSlide" Target="/ppt/notesSlides/notesSlide116.xml" Id="Rbd6071a7ba12498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cb33ddbd4339" /><Relationship Type="http://schemas.openxmlformats.org/officeDocument/2006/relationships/image" Target="/ppt/media/image62.png" Id="Rd20456fecb8b4071" /><Relationship Type="http://schemas.openxmlformats.org/officeDocument/2006/relationships/notesSlide" Target="/ppt/notesSlides/notesSlide117.xml" Id="R398f703caf76487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aff79450f4bbc" /><Relationship Type="http://schemas.openxmlformats.org/officeDocument/2006/relationships/notesSlide" Target="/ppt/notesSlides/notesSlide118.xml" Id="R5b9ae5be4cc14b9a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76896ca6340e9" /><Relationship Type="http://schemas.openxmlformats.org/officeDocument/2006/relationships/notesSlide" Target="/ppt/notesSlides/notesSlide119.xml" Id="Rd82da3a2a7d3481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5f4043914415e" /><Relationship Type="http://schemas.openxmlformats.org/officeDocument/2006/relationships/notesSlide" Target="/ppt/notesSlides/notesSlide120.xml" Id="Rdfc2438617c946e4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36fd9bfd4ece" /><Relationship Type="http://schemas.openxmlformats.org/officeDocument/2006/relationships/image" Target="/ppt/media/image63.png" Id="Rccd82dacdc594b3f" /><Relationship Type="http://schemas.openxmlformats.org/officeDocument/2006/relationships/notesSlide" Target="/ppt/notesSlides/notesSlide121.xml" Id="R60b81a9664a44620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6630a52b4c86" /><Relationship Type="http://schemas.openxmlformats.org/officeDocument/2006/relationships/image" Target="/ppt/media/image63.png" Id="R7085800671b64bb9" /><Relationship Type="http://schemas.openxmlformats.org/officeDocument/2006/relationships/notesSlide" Target="/ppt/notesSlides/notesSlide122.xml" Id="R8237c8742fef436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64196c25f47a7" /><Relationship Type="http://schemas.openxmlformats.org/officeDocument/2006/relationships/image" Target="/ppt/media/image63.png" Id="R1478a50a50a04873" /><Relationship Type="http://schemas.openxmlformats.org/officeDocument/2006/relationships/notesSlide" Target="/ppt/notesSlides/notesSlide123.xml" Id="R63e67b116cdd45a2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f44df1934a10" /><Relationship Type="http://schemas.openxmlformats.org/officeDocument/2006/relationships/image" Target="/ppt/media/image63.png" Id="R68f55d99c63b48ed" /><Relationship Type="http://schemas.openxmlformats.org/officeDocument/2006/relationships/notesSlide" Target="/ppt/notesSlides/notesSlide124.xml" Id="Rf5b648eeec4348f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0af7fd11349c3" /><Relationship Type="http://schemas.openxmlformats.org/officeDocument/2006/relationships/image" Target="/ppt/media/image63.png" Id="Rde10c5efb1b5412f" /><Relationship Type="http://schemas.openxmlformats.org/officeDocument/2006/relationships/notesSlide" Target="/ppt/notesSlides/notesSlide125.xml" Id="Rd32962f5f707431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0b24901b04ad8" /><Relationship Type="http://schemas.openxmlformats.org/officeDocument/2006/relationships/notesSlide" Target="/ppt/notesSlides/notesSlide126.xml" Id="R53a31491731e49c5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0e6d0f4664655" /><Relationship Type="http://schemas.openxmlformats.org/officeDocument/2006/relationships/notesSlide" Target="/ppt/notesSlides/notesSlide127.xml" Id="R3e05fb6772cb43e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85e0c16a4be8" /><Relationship Type="http://schemas.openxmlformats.org/officeDocument/2006/relationships/image" Target="/ppt/media/image64.png" Id="R432dc1f9eb814e73" /><Relationship Type="http://schemas.openxmlformats.org/officeDocument/2006/relationships/notesSlide" Target="/ppt/notesSlides/notesSlide128.xml" Id="R3530654308db4c21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fbafcc444ac4" /><Relationship Type="http://schemas.openxmlformats.org/officeDocument/2006/relationships/image" Target="/ppt/media/image64.png" Id="Re9429a40f1544e08" /><Relationship Type="http://schemas.openxmlformats.org/officeDocument/2006/relationships/notesSlide" Target="/ppt/notesSlides/notesSlide129.xml" Id="R9313afced8e242bd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6a49cf8b441f6" /><Relationship Type="http://schemas.openxmlformats.org/officeDocument/2006/relationships/image" Target="/ppt/media/image64.png" Id="R68e5cb6d9aaa4092" /><Relationship Type="http://schemas.openxmlformats.org/officeDocument/2006/relationships/notesSlide" Target="/ppt/notesSlides/notesSlide130.xml" Id="R52d959a2aef148d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ba3de87f4bcc" /><Relationship Type="http://schemas.openxmlformats.org/officeDocument/2006/relationships/image" Target="/ppt/media/image64.png" Id="R17934c5db92b4b69" /><Relationship Type="http://schemas.openxmlformats.org/officeDocument/2006/relationships/notesSlide" Target="/ppt/notesSlides/notesSlide131.xml" Id="R0fcf68018e2248e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d73d2b71b4101" /><Relationship Type="http://schemas.openxmlformats.org/officeDocument/2006/relationships/image" Target="/ppt/media/image65.png" Id="R222fba1fa25a42b1" /><Relationship Type="http://schemas.openxmlformats.org/officeDocument/2006/relationships/notesSlide" Target="/ppt/notesSlides/notesSlide132.xml" Id="Re905f84550c540ee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86244e73f442b" /><Relationship Type="http://schemas.openxmlformats.org/officeDocument/2006/relationships/notesSlide" Target="/ppt/notesSlides/notesSlide133.xml" Id="R2ccf7975c66b4b56" /></Relationships>
</file>

<file path=ppt/slides/_rels/slide5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fc479858b49c0" /><Relationship Type="http://schemas.openxmlformats.org/officeDocument/2006/relationships/image" Target="/ppt/media/image5.png" Id="R5035b9109e614cd3" /><Relationship Type="http://schemas.openxmlformats.org/officeDocument/2006/relationships/notesSlide" Target="/ppt/notesSlides/notesSlide561.xml" Id="R3891720cb4154df0" /></Relationships>
</file>

<file path=ppt/slides/_rels/slide5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7250c1814f52" /><Relationship Type="http://schemas.openxmlformats.org/officeDocument/2006/relationships/notesSlide" Target="/ppt/notesSlides/notesSlide562.xml" Id="Rb8240441222b421a" /></Relationships>
</file>

<file path=ppt/slides/_rels/slide5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f7e64f1044d74" /><Relationship Type="http://schemas.openxmlformats.org/officeDocument/2006/relationships/notesSlide" Target="/ppt/notesSlides/notesSlide563.xml" Id="R4da9e251dc8d4b7f" /></Relationships>
</file>

<file path=ppt/slides/_rels/slide5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502a39c4741d3" /><Relationship Type="http://schemas.openxmlformats.org/officeDocument/2006/relationships/notesSlide" Target="/ppt/notesSlides/notesSlide564.xml" Id="R6a63e9af590a4ac3" /></Relationships>
</file>

<file path=ppt/slides/_rels/slide5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0190b88046f8" /><Relationship Type="http://schemas.openxmlformats.org/officeDocument/2006/relationships/notesSlide" Target="/ppt/notesSlides/notesSlide565.xml" Id="Ra198126348414502" /></Relationships>
</file>

<file path=ppt/slides/_rels/slide5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cb1dbd8e436d" /><Relationship Type="http://schemas.openxmlformats.org/officeDocument/2006/relationships/image" Target="/ppt/media/image6.png" Id="Rcdea1d4d4ccd42b2" /><Relationship Type="http://schemas.openxmlformats.org/officeDocument/2006/relationships/notesSlide" Target="/ppt/notesSlides/notesSlide566.xml" Id="R3a1aac32df38481b" /></Relationships>
</file>

<file path=ppt/slides/_rels/slide5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61b1115154ba4" /><Relationship Type="http://schemas.openxmlformats.org/officeDocument/2006/relationships/image" Target="/ppt/media/image6.png" Id="Rfc61b9d411cd4901" /><Relationship Type="http://schemas.openxmlformats.org/officeDocument/2006/relationships/notesSlide" Target="/ppt/notesSlides/notesSlide567.xml" Id="R661928b410304b88" /></Relationships>
</file>

<file path=ppt/slides/_rels/slide5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5f379e264af0" /><Relationship Type="http://schemas.openxmlformats.org/officeDocument/2006/relationships/image" Target="/ppt/media/image7.png" Id="R8047547bffdd48d1" /><Relationship Type="http://schemas.openxmlformats.org/officeDocument/2006/relationships/notesSlide" Target="/ppt/notesSlides/notesSlide568.xml" Id="R7079c6d31d384a45" /></Relationships>
</file>

<file path=ppt/slides/_rels/slide5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3d6125ca4d9c" /><Relationship Type="http://schemas.openxmlformats.org/officeDocument/2006/relationships/image" Target="/ppt/media/image7.png" Id="Rf8b44c282fb6437b" /><Relationship Type="http://schemas.openxmlformats.org/officeDocument/2006/relationships/notesSlide" Target="/ppt/notesSlides/notesSlide569.xml" Id="Rf2e6a6c013514022" /></Relationships>
</file>

<file path=ppt/slides/_rels/slide5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c167d2504c3d" /><Relationship Type="http://schemas.openxmlformats.org/officeDocument/2006/relationships/image" Target="/ppt/media/image7.png" Id="Rd5fb3001f0744a55" /><Relationship Type="http://schemas.openxmlformats.org/officeDocument/2006/relationships/notesSlide" Target="/ppt/notesSlides/notesSlide570.xml" Id="Ra7709d91defb4480" /></Relationships>
</file>

<file path=ppt/slides/_rels/slide5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e6ff7c7854573" /><Relationship Type="http://schemas.openxmlformats.org/officeDocument/2006/relationships/notesSlide" Target="/ppt/notesSlides/notesSlide571.xml" Id="R6840db31633e4481" /></Relationships>
</file>

<file path=ppt/slides/_rels/slide5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2306b0e4f43d2" /><Relationship Type="http://schemas.openxmlformats.org/officeDocument/2006/relationships/notesSlide" Target="/ppt/notesSlides/notesSlide572.xml" Id="Rf768cc459c81480c" /></Relationships>
</file>

<file path=ppt/slides/_rels/slide5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774daca34687" /><Relationship Type="http://schemas.openxmlformats.org/officeDocument/2006/relationships/image" Target="/ppt/media/image8.png" Id="Rf29946cb9d124aca" /><Relationship Type="http://schemas.openxmlformats.org/officeDocument/2006/relationships/notesSlide" Target="/ppt/notesSlides/notesSlide573.xml" Id="R830edba10c20433c" /></Relationships>
</file>

<file path=ppt/slides/_rels/slide5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13c77f0334d62" /><Relationship Type="http://schemas.openxmlformats.org/officeDocument/2006/relationships/image" Target="/ppt/media/image9.png" Id="R210bb077567c4cbb" /><Relationship Type="http://schemas.openxmlformats.org/officeDocument/2006/relationships/notesSlide" Target="/ppt/notesSlides/notesSlide574.xml" Id="Rc9fa92ac74f14cd6" /></Relationships>
</file>

<file path=ppt/slides/_rels/slide5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b4b3a3f949d5" /><Relationship Type="http://schemas.openxmlformats.org/officeDocument/2006/relationships/image" Target="/ppt/media/image9.png" Id="R1b69068aed38420b" /><Relationship Type="http://schemas.openxmlformats.org/officeDocument/2006/relationships/notesSlide" Target="/ppt/notesSlides/notesSlide575.xml" Id="R765f876109f44f5d" /></Relationships>
</file>

<file path=ppt/slides/_rels/slide5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082483f7346bc" /><Relationship Type="http://schemas.openxmlformats.org/officeDocument/2006/relationships/image" Target="/ppt/media/image10.png" Id="R45c2ac1487f741ff" /><Relationship Type="http://schemas.openxmlformats.org/officeDocument/2006/relationships/notesSlide" Target="/ppt/notesSlides/notesSlide576.xml" Id="R3e2ca86ecad14480" /></Relationships>
</file>

<file path=ppt/slides/_rels/slide5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a5d5c7e1b40d6" /><Relationship Type="http://schemas.openxmlformats.org/officeDocument/2006/relationships/image" Target="/ppt/media/image11.png" Id="Rf67f0ebf0ce4405c" /><Relationship Type="http://schemas.openxmlformats.org/officeDocument/2006/relationships/notesSlide" Target="/ppt/notesSlides/notesSlide577.xml" Id="R7ef0c2ff9faa4bbc" /></Relationships>
</file>

<file path=ppt/slides/_rels/slide5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e2645d204b89" /><Relationship Type="http://schemas.openxmlformats.org/officeDocument/2006/relationships/notesSlide" Target="/ppt/notesSlides/notesSlide578.xml" Id="R33cdd58a38434bca" /></Relationships>
</file>

<file path=ppt/slides/_rels/slide5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82a29347469a" /><Relationship Type="http://schemas.openxmlformats.org/officeDocument/2006/relationships/notesSlide" Target="/ppt/notesSlides/notesSlide579.xml" Id="R3eb9d10698654eba" /></Relationships>
</file>

<file path=ppt/slides/_rels/slide5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0c0957bd94a7d" /><Relationship Type="http://schemas.openxmlformats.org/officeDocument/2006/relationships/image" Target="/ppt/media/image12.png" Id="R4aae2f4030de45e7" /><Relationship Type="http://schemas.openxmlformats.org/officeDocument/2006/relationships/notesSlide" Target="/ppt/notesSlides/notesSlide580.xml" Id="Rf15d4ee2cca9458e" /></Relationships>
</file>

<file path=ppt/slides/_rels/slide5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d369c9adf4bf2" /><Relationship Type="http://schemas.openxmlformats.org/officeDocument/2006/relationships/image" Target="/ppt/media/image12.png" Id="Rb0fa1c5b0ec54b50" /><Relationship Type="http://schemas.openxmlformats.org/officeDocument/2006/relationships/notesSlide" Target="/ppt/notesSlides/notesSlide581.xml" Id="R3b865b681fad4e8f" /></Relationships>
</file>

<file path=ppt/slides/_rels/slide5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e02e89e24b88" /><Relationship Type="http://schemas.openxmlformats.org/officeDocument/2006/relationships/image" Target="/ppt/media/image12.png" Id="Rb27e696fd5fd458d" /><Relationship Type="http://schemas.openxmlformats.org/officeDocument/2006/relationships/notesSlide" Target="/ppt/notesSlides/notesSlide582.xml" Id="R95ed5322fbc74b1f" /></Relationships>
</file>

<file path=ppt/slides/_rels/slide5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67d28128f4fcd" /><Relationship Type="http://schemas.openxmlformats.org/officeDocument/2006/relationships/image" Target="/ppt/media/image12.png" Id="R09331afd81204113" /><Relationship Type="http://schemas.openxmlformats.org/officeDocument/2006/relationships/notesSlide" Target="/ppt/notesSlides/notesSlide583.xml" Id="R56de7e04e36a446d" /></Relationships>
</file>

<file path=ppt/slides/_rels/slide5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f01b530414bbf" /><Relationship Type="http://schemas.openxmlformats.org/officeDocument/2006/relationships/notesSlide" Target="/ppt/notesSlides/notesSlide584.xml" Id="Rf6bda59064654f56" /></Relationships>
</file>

<file path=ppt/slides/_rels/slide5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386e504f4086" /><Relationship Type="http://schemas.openxmlformats.org/officeDocument/2006/relationships/notesSlide" Target="/ppt/notesSlides/notesSlide585.xml" Id="Rd5c84339852c4565" /></Relationships>
</file>

<file path=ppt/slides/_rels/slide5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2010429d24cff" /><Relationship Type="http://schemas.openxmlformats.org/officeDocument/2006/relationships/image" Target="/ppt/media/image13.png" Id="Rd34eda444a8840eb" /><Relationship Type="http://schemas.openxmlformats.org/officeDocument/2006/relationships/notesSlide" Target="/ppt/notesSlides/notesSlide586.xml" Id="R0e6dd1299cd4478f" /></Relationships>
</file>

<file path=ppt/slides/_rels/slide5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649d5daf642f5" /><Relationship Type="http://schemas.openxmlformats.org/officeDocument/2006/relationships/image" Target="/ppt/media/image13.png" Id="Rf1bd9bc25ef84dae" /><Relationship Type="http://schemas.openxmlformats.org/officeDocument/2006/relationships/notesSlide" Target="/ppt/notesSlides/notesSlide587.xml" Id="Rc24ed9fd487d493a" /></Relationships>
</file>

<file path=ppt/slides/_rels/slide5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277511164095" /><Relationship Type="http://schemas.openxmlformats.org/officeDocument/2006/relationships/image" Target="/ppt/media/image13.png" Id="Rf8d635f826b042c5" /><Relationship Type="http://schemas.openxmlformats.org/officeDocument/2006/relationships/notesSlide" Target="/ppt/notesSlides/notesSlide588.xml" Id="R352e75ea2f3d41f5" /></Relationships>
</file>

<file path=ppt/slides/_rels/slide5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c020e4da49b1" /><Relationship Type="http://schemas.openxmlformats.org/officeDocument/2006/relationships/image" Target="/ppt/media/image14.png" Id="Rb1c5b71a997c4452" /><Relationship Type="http://schemas.openxmlformats.org/officeDocument/2006/relationships/notesSlide" Target="/ppt/notesSlides/notesSlide589.xml" Id="Rcf28f29f61bc4151" /></Relationships>
</file>

<file path=ppt/slides/_rels/slide5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81949a020450e" /><Relationship Type="http://schemas.openxmlformats.org/officeDocument/2006/relationships/image" Target="/ppt/media/image14.png" Id="R334eae1c4c4145c8" /><Relationship Type="http://schemas.openxmlformats.org/officeDocument/2006/relationships/notesSlide" Target="/ppt/notesSlides/notesSlide590.xml" Id="Rc19da6a60e394788" /></Relationships>
</file>

<file path=ppt/slides/_rels/slide5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40be3c89249b5" /><Relationship Type="http://schemas.openxmlformats.org/officeDocument/2006/relationships/notesSlide" Target="/ppt/notesSlides/notesSlide591.xml" Id="R0323ec0b648c4bce" /></Relationships>
</file>

<file path=ppt/slides/_rels/slide5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cef399704708" /><Relationship Type="http://schemas.openxmlformats.org/officeDocument/2006/relationships/notesSlide" Target="/ppt/notesSlides/notesSlide592.xml" Id="Rca052452a5b44a50" /></Relationships>
</file>

<file path=ppt/slides/_rels/slide5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99df335f44ed" /><Relationship Type="http://schemas.openxmlformats.org/officeDocument/2006/relationships/image" Target="/ppt/media/image15.png" Id="Rd25ef0f5f40e4992" /><Relationship Type="http://schemas.openxmlformats.org/officeDocument/2006/relationships/notesSlide" Target="/ppt/notesSlides/notesSlide593.xml" Id="R3e8f3f60bfc548c6" /></Relationships>
</file>

<file path=ppt/slides/_rels/slide5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cd637b6f4b7b" /><Relationship Type="http://schemas.openxmlformats.org/officeDocument/2006/relationships/image" Target="/ppt/media/image16.png" Id="Rbed1bdaa4eae4222" /><Relationship Type="http://schemas.openxmlformats.org/officeDocument/2006/relationships/notesSlide" Target="/ppt/notesSlides/notesSlide594.xml" Id="Re943c000c2b94c9a" /></Relationships>
</file>

<file path=ppt/slides/_rels/slide5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c60480074090" /><Relationship Type="http://schemas.openxmlformats.org/officeDocument/2006/relationships/image" Target="/ppt/media/image16.png" Id="R4073c4d3e73f4ad0" /><Relationship Type="http://schemas.openxmlformats.org/officeDocument/2006/relationships/notesSlide" Target="/ppt/notesSlides/notesSlide595.xml" Id="R89ac9ab77b524d1b" /></Relationships>
</file>

<file path=ppt/slides/_rels/slide5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155807564278" /><Relationship Type="http://schemas.openxmlformats.org/officeDocument/2006/relationships/image" Target="/ppt/media/image17.png" Id="Rfe8b1e4bf8d646f8" /><Relationship Type="http://schemas.openxmlformats.org/officeDocument/2006/relationships/notesSlide" Target="/ppt/notesSlides/notesSlide596.xml" Id="R68670bd966734af0" /></Relationships>
</file>

<file path=ppt/slides/_rels/slide5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b035e7df24920" /><Relationship Type="http://schemas.openxmlformats.org/officeDocument/2006/relationships/image" Target="/ppt/media/image17.png" Id="R9497c697c42e44e3" /><Relationship Type="http://schemas.openxmlformats.org/officeDocument/2006/relationships/notesSlide" Target="/ppt/notesSlides/notesSlide597.xml" Id="R4f5cc934e87d4cc3" /></Relationships>
</file>

<file path=ppt/slides/_rels/slide5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ff8c51b6b4cc4" /><Relationship Type="http://schemas.openxmlformats.org/officeDocument/2006/relationships/notesSlide" Target="/ppt/notesSlides/notesSlide598.xml" Id="Re7621b739e104797" /></Relationships>
</file>

<file path=ppt/slides/_rels/slide5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20a02a9d486c" /><Relationship Type="http://schemas.openxmlformats.org/officeDocument/2006/relationships/notesSlide" Target="/ppt/notesSlides/notesSlide599.xml" Id="R357106b742cd4278" /></Relationships>
</file>

<file path=ppt/slides/_rels/slide6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ad74fb4d4637" /><Relationship Type="http://schemas.openxmlformats.org/officeDocument/2006/relationships/image" Target="/ppt/media/image18.png" Id="R792262987f3d4a08" /><Relationship Type="http://schemas.openxmlformats.org/officeDocument/2006/relationships/notesSlide" Target="/ppt/notesSlides/notesSlide600.xml" Id="R1b59360a95ee4493" /></Relationships>
</file>

<file path=ppt/slides/_rels/slide6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48b330694e72" /><Relationship Type="http://schemas.openxmlformats.org/officeDocument/2006/relationships/image" Target="/ppt/media/image19.png" Id="Rdf64fd19a2f641ba" /><Relationship Type="http://schemas.openxmlformats.org/officeDocument/2006/relationships/notesSlide" Target="/ppt/notesSlides/notesSlide601.xml" Id="R2c7b88e2f09848e4" /></Relationships>
</file>

<file path=ppt/slides/_rels/slide6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db5cfe9e43ad" /><Relationship Type="http://schemas.openxmlformats.org/officeDocument/2006/relationships/image" Target="/ppt/media/image20.png" Id="R91db2d6cb0b644bd" /><Relationship Type="http://schemas.openxmlformats.org/officeDocument/2006/relationships/notesSlide" Target="/ppt/notesSlides/notesSlide602.xml" Id="R06c90a7b148c4efa" /></Relationships>
</file>

<file path=ppt/slides/_rels/slide6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db81cf3ec4726" /><Relationship Type="http://schemas.openxmlformats.org/officeDocument/2006/relationships/image" Target="/ppt/media/image20.png" Id="R09a703d628da4200" /><Relationship Type="http://schemas.openxmlformats.org/officeDocument/2006/relationships/notesSlide" Target="/ppt/notesSlides/notesSlide603.xml" Id="R6ad183f93866477e" /></Relationships>
</file>

<file path=ppt/slides/_rels/slide6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ac545db14841" /><Relationship Type="http://schemas.openxmlformats.org/officeDocument/2006/relationships/image" Target="/ppt/media/image20.png" Id="Ra623ee83f6f44c41" /><Relationship Type="http://schemas.openxmlformats.org/officeDocument/2006/relationships/notesSlide" Target="/ppt/notesSlides/notesSlide604.xml" Id="Rd49c2d7a1af5442a" /></Relationships>
</file>

<file path=ppt/slides/_rels/slide6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ab570de454856" /><Relationship Type="http://schemas.openxmlformats.org/officeDocument/2006/relationships/notesSlide" Target="/ppt/notesSlides/notesSlide605.xml" Id="R3503bc2f702745bc" /></Relationships>
</file>

<file path=ppt/slides/_rels/slide6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14242cbd2474e" /><Relationship Type="http://schemas.openxmlformats.org/officeDocument/2006/relationships/notesSlide" Target="/ppt/notesSlides/notesSlide606.xml" Id="Rb45d4d02a0fc4c01" /></Relationships>
</file>

<file path=ppt/slides/_rels/slide6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4816813d435a" /><Relationship Type="http://schemas.openxmlformats.org/officeDocument/2006/relationships/image" Target="/ppt/media/image21.png" Id="Rda6c6f87e89743f4" /><Relationship Type="http://schemas.openxmlformats.org/officeDocument/2006/relationships/notesSlide" Target="/ppt/notesSlides/notesSlide607.xml" Id="Rf741f62654964b26" /></Relationships>
</file>

<file path=ppt/slides/_rels/slide6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dcdf31ef44324" /><Relationship Type="http://schemas.openxmlformats.org/officeDocument/2006/relationships/image" Target="/ppt/media/image21.png" Id="R1beb2d2af3834dcc" /><Relationship Type="http://schemas.openxmlformats.org/officeDocument/2006/relationships/notesSlide" Target="/ppt/notesSlides/notesSlide608.xml" Id="R85dd674ae8734d43" /></Relationships>
</file>

<file path=ppt/slides/_rels/slide6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139a5ff904e6c" /><Relationship Type="http://schemas.openxmlformats.org/officeDocument/2006/relationships/image" Target="/ppt/media/image21.png" Id="R93054b99b85f4272" /><Relationship Type="http://schemas.openxmlformats.org/officeDocument/2006/relationships/notesSlide" Target="/ppt/notesSlides/notesSlide609.xml" Id="R90c9e0cece044434" /></Relationships>
</file>

<file path=ppt/slides/_rels/slide6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8ab7673d4f8d" /><Relationship Type="http://schemas.openxmlformats.org/officeDocument/2006/relationships/image" Target="/ppt/media/image22.png" Id="R1b99a2b521b54464" /><Relationship Type="http://schemas.openxmlformats.org/officeDocument/2006/relationships/notesSlide" Target="/ppt/notesSlides/notesSlide610.xml" Id="R18b113ecac574044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0b10f9a94522" /><Relationship Type="http://schemas.openxmlformats.org/officeDocument/2006/relationships/image" Target="/ppt/media/image22.png" Id="Rf2a4a439e4fe4258" /><Relationship Type="http://schemas.openxmlformats.org/officeDocument/2006/relationships/notesSlide" Target="/ppt/notesSlides/notesSlide611.xml" Id="R71e7f84430ed4dea" /></Relationships>
</file>

<file path=ppt/slides/_rels/slide6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5da3fb94d4838" /><Relationship Type="http://schemas.openxmlformats.org/officeDocument/2006/relationships/notesSlide" Target="/ppt/notesSlides/notesSlide612.xml" Id="R5be79dd1cb344d98" /></Relationships>
</file>

<file path=ppt/slides/_rels/slide6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7947613a94a46" /><Relationship Type="http://schemas.openxmlformats.org/officeDocument/2006/relationships/notesSlide" Target="/ppt/notesSlides/notesSlide613.xml" Id="Reb806f4c1cfd4c01" /></Relationships>
</file>

<file path=ppt/slides/_rels/slide6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ac7d1d1474f85" /><Relationship Type="http://schemas.openxmlformats.org/officeDocument/2006/relationships/image" Target="/ppt/media/image23.png" Id="Ra6506e51f45b49a0" /><Relationship Type="http://schemas.openxmlformats.org/officeDocument/2006/relationships/notesSlide" Target="/ppt/notesSlides/notesSlide614.xml" Id="Rda5d25b58eb84c00" /></Relationships>
</file>

<file path=ppt/slides/_rels/slide6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81633551c460a" /><Relationship Type="http://schemas.openxmlformats.org/officeDocument/2006/relationships/image" Target="/ppt/media/image24.png" Id="R5725bc0307cc4462" /><Relationship Type="http://schemas.openxmlformats.org/officeDocument/2006/relationships/notesSlide" Target="/ppt/notesSlides/notesSlide615.xml" Id="Racf45d38bc334b31" /></Relationships>
</file>

<file path=ppt/slides/_rels/slide6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f20265974bb9" /><Relationship Type="http://schemas.openxmlformats.org/officeDocument/2006/relationships/image" Target="/ppt/media/image25.png" Id="Rcbc0ae9ec111443b" /><Relationship Type="http://schemas.openxmlformats.org/officeDocument/2006/relationships/notesSlide" Target="/ppt/notesSlides/notesSlide616.xml" Id="R3488e55ed8d34d4b" /></Relationships>
</file>

<file path=ppt/slides/_rels/slide6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64830e60419e" /><Relationship Type="http://schemas.openxmlformats.org/officeDocument/2006/relationships/image" Target="/ppt/media/image26.png" Id="Rf63e7c92cb104346" /><Relationship Type="http://schemas.openxmlformats.org/officeDocument/2006/relationships/notesSlide" Target="/ppt/notesSlides/notesSlide617.xml" Id="R52e2a053f7fc40c6" /></Relationships>
</file>

<file path=ppt/slides/_rels/slide6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4ab7d70b34609" /><Relationship Type="http://schemas.openxmlformats.org/officeDocument/2006/relationships/image" Target="/ppt/media/image27.png" Id="R76c3fe2fe7cb42a7" /><Relationship Type="http://schemas.openxmlformats.org/officeDocument/2006/relationships/notesSlide" Target="/ppt/notesSlides/notesSlide618.xml" Id="R21712239892c45df" /></Relationships>
</file>

<file path=ppt/slides/_rels/slide6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e6add9024991" /><Relationship Type="http://schemas.openxmlformats.org/officeDocument/2006/relationships/notesSlide" Target="/ppt/notesSlides/notesSlide619.xml" Id="R3f531ad3af8348ec" /></Relationships>
</file>

<file path=ppt/slides/_rels/slide6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1b75ab40b498d" /><Relationship Type="http://schemas.openxmlformats.org/officeDocument/2006/relationships/notesSlide" Target="/ppt/notesSlides/notesSlide620.xml" Id="Rc243da88eba34293" /></Relationships>
</file>

<file path=ppt/slides/_rels/slide6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392d66c43469d" /><Relationship Type="http://schemas.openxmlformats.org/officeDocument/2006/relationships/notesSlide" Target="/ppt/notesSlides/notesSlide621.xml" Id="R1fe8ac9edcb54bde" /></Relationships>
</file>

<file path=ppt/slides/_rels/slide6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2a27f54e411f" /><Relationship Type="http://schemas.openxmlformats.org/officeDocument/2006/relationships/image" Target="/ppt/media/image28.png" Id="R9f886b1acf414d31" /><Relationship Type="http://schemas.openxmlformats.org/officeDocument/2006/relationships/notesSlide" Target="/ppt/notesSlides/notesSlide622.xml" Id="Re1979e7c7cbd4539" /></Relationships>
</file>

<file path=ppt/slides/_rels/slide6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a0c482f849c1" /><Relationship Type="http://schemas.openxmlformats.org/officeDocument/2006/relationships/image" Target="/ppt/media/image28.png" Id="R3839032e6514445f" /><Relationship Type="http://schemas.openxmlformats.org/officeDocument/2006/relationships/notesSlide" Target="/ppt/notesSlides/notesSlide623.xml" Id="R20dc7db3179043bf" /></Relationships>
</file>

<file path=ppt/slides/_rels/slide6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dd764e65474b" /><Relationship Type="http://schemas.openxmlformats.org/officeDocument/2006/relationships/image" Target="/ppt/media/image29.png" Id="R7c336ab8a0014a45" /><Relationship Type="http://schemas.openxmlformats.org/officeDocument/2006/relationships/notesSlide" Target="/ppt/notesSlides/notesSlide624.xml" Id="Rf8e0d02f84ba4252" /></Relationships>
</file>

<file path=ppt/slides/_rels/slide6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1bacae6174d62" /><Relationship Type="http://schemas.openxmlformats.org/officeDocument/2006/relationships/image" Target="/ppt/media/image30.png" Id="Rb00d7441e34040c7" /><Relationship Type="http://schemas.openxmlformats.org/officeDocument/2006/relationships/notesSlide" Target="/ppt/notesSlides/notesSlide625.xml" Id="R948f66578eba4b6e" /></Relationships>
</file>

<file path=ppt/slides/_rels/slide6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fd39415243ab" /><Relationship Type="http://schemas.openxmlformats.org/officeDocument/2006/relationships/image" Target="/ppt/media/image31.png" Id="R1b4891edff824865" /><Relationship Type="http://schemas.openxmlformats.org/officeDocument/2006/relationships/notesSlide" Target="/ppt/notesSlides/notesSlide626.xml" Id="R86d5f736d80c4a61" /></Relationships>
</file>

<file path=ppt/slides/_rels/slide6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3c6529824009" /><Relationship Type="http://schemas.openxmlformats.org/officeDocument/2006/relationships/notesSlide" Target="/ppt/notesSlides/notesSlide627.xml" Id="Rf8f0e92f4f584a68" /></Relationships>
</file>

<file path=ppt/slides/_rels/slide6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6854a677d4cca" /><Relationship Type="http://schemas.openxmlformats.org/officeDocument/2006/relationships/notesSlide" Target="/ppt/notesSlides/notesSlide628.xml" Id="R623bcbd87f4d4a19" /></Relationships>
</file>

<file path=ppt/slides/_rels/slide6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ebdbd5cf4aa5" /><Relationship Type="http://schemas.openxmlformats.org/officeDocument/2006/relationships/image" Target="/ppt/media/image32.png" Id="Rc243727328b14cdc" /><Relationship Type="http://schemas.openxmlformats.org/officeDocument/2006/relationships/notesSlide" Target="/ppt/notesSlides/notesSlide629.xml" Id="R6a3fc1274e9b42bb" /></Relationships>
</file>

<file path=ppt/slides/_rels/slide6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770d1f1e4623" /><Relationship Type="http://schemas.openxmlformats.org/officeDocument/2006/relationships/image" Target="/ppt/media/image33.png" Id="R388850f030ab46aa" /><Relationship Type="http://schemas.openxmlformats.org/officeDocument/2006/relationships/notesSlide" Target="/ppt/notesSlides/notesSlide630.xml" Id="R27a27945122f4a1d" /></Relationships>
</file>

<file path=ppt/slides/_rels/slide6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c55220494c58" /><Relationship Type="http://schemas.openxmlformats.org/officeDocument/2006/relationships/image" Target="/ppt/media/image34.png" Id="Rcd61f02671f54ba6" /><Relationship Type="http://schemas.openxmlformats.org/officeDocument/2006/relationships/notesSlide" Target="/ppt/notesSlides/notesSlide631.xml" Id="Rcc86b179b84147ae" /></Relationships>
</file>

<file path=ppt/slides/_rels/slide6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9786bdc554dcb" /><Relationship Type="http://schemas.openxmlformats.org/officeDocument/2006/relationships/image" Target="/ppt/media/image35.png" Id="Ra9369ce8e7b94e9b" /><Relationship Type="http://schemas.openxmlformats.org/officeDocument/2006/relationships/notesSlide" Target="/ppt/notesSlides/notesSlide632.xml" Id="R9ac41eaf56db4d1d" /></Relationships>
</file>

<file path=ppt/slides/_rels/slide6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8f56212d4fb7" /><Relationship Type="http://schemas.openxmlformats.org/officeDocument/2006/relationships/image" Target="/ppt/media/image35.png" Id="Rb935951e84e743ba" /><Relationship Type="http://schemas.openxmlformats.org/officeDocument/2006/relationships/notesSlide" Target="/ppt/notesSlides/notesSlide633.xml" Id="Rf719b1eccb4f4159" /></Relationships>
</file>

<file path=ppt/slides/_rels/slide6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cbe03abd4834" /><Relationship Type="http://schemas.openxmlformats.org/officeDocument/2006/relationships/notesSlide" Target="/ppt/notesSlides/notesSlide634.xml" Id="R5b648a8bab18496c" /></Relationships>
</file>

<file path=ppt/slides/_rels/slide6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4502cd224777" /><Relationship Type="http://schemas.openxmlformats.org/officeDocument/2006/relationships/notesSlide" Target="/ppt/notesSlides/notesSlide635.xml" Id="R98438cc93739403d" /></Relationships>
</file>

<file path=ppt/slides/_rels/slide6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5badeb5f848e5" /><Relationship Type="http://schemas.openxmlformats.org/officeDocument/2006/relationships/image" Target="/ppt/media/image36.png" Id="R0a96545a5ca74a75" /><Relationship Type="http://schemas.openxmlformats.org/officeDocument/2006/relationships/notesSlide" Target="/ppt/notesSlides/notesSlide636.xml" Id="R9ec34115db5047d5" /></Relationships>
</file>

<file path=ppt/slides/_rels/slide6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e7f88624452e" /><Relationship Type="http://schemas.openxmlformats.org/officeDocument/2006/relationships/image" Target="/ppt/media/image37.png" Id="Rc5f916b942ab4851" /><Relationship Type="http://schemas.openxmlformats.org/officeDocument/2006/relationships/notesSlide" Target="/ppt/notesSlides/notesSlide637.xml" Id="R821a1b70464a48f3" /></Relationships>
</file>

<file path=ppt/slides/_rels/slide6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2453a3c8c4c04" /><Relationship Type="http://schemas.openxmlformats.org/officeDocument/2006/relationships/image" Target="/ppt/media/image37.png" Id="Rc32bdc987f644ea6" /><Relationship Type="http://schemas.openxmlformats.org/officeDocument/2006/relationships/notesSlide" Target="/ppt/notesSlides/notesSlide638.xml" Id="R800c7a76e9ae46ff" /></Relationships>
</file>

<file path=ppt/slides/_rels/slide6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9592628e4ac6" /><Relationship Type="http://schemas.openxmlformats.org/officeDocument/2006/relationships/image" Target="/ppt/media/image38.png" Id="R1f2f3236b36a4696" /><Relationship Type="http://schemas.openxmlformats.org/officeDocument/2006/relationships/notesSlide" Target="/ppt/notesSlides/notesSlide639.xml" Id="R4882079f49ae4cdc" /></Relationships>
</file>

<file path=ppt/slides/_rels/slide6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5631e60c46f1" /><Relationship Type="http://schemas.openxmlformats.org/officeDocument/2006/relationships/image" Target="/ppt/media/image39.png" Id="Rd7f04e7ced3749c9" /><Relationship Type="http://schemas.openxmlformats.org/officeDocument/2006/relationships/notesSlide" Target="/ppt/notesSlides/notesSlide640.xml" Id="Rc988a9e1292a42fc" /></Relationships>
</file>

<file path=ppt/slides/_rels/slide6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421e18be4e03" /><Relationship Type="http://schemas.openxmlformats.org/officeDocument/2006/relationships/notesSlide" Target="/ppt/notesSlides/notesSlide641.xml" Id="Rde031c7812a642c7" /></Relationships>
</file>

<file path=ppt/slides/_rels/slide6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fd1377edf4e49" /><Relationship Type="http://schemas.openxmlformats.org/officeDocument/2006/relationships/notesSlide" Target="/ppt/notesSlides/notesSlide642.xml" Id="Rf9215f1a6ac44047" /></Relationships>
</file>

<file path=ppt/slides/_rels/slide6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a1488039a4fdb" /><Relationship Type="http://schemas.openxmlformats.org/officeDocument/2006/relationships/image" Target="/ppt/media/image40.png" Id="Rfbc34575f31b42dc" /><Relationship Type="http://schemas.openxmlformats.org/officeDocument/2006/relationships/notesSlide" Target="/ppt/notesSlides/notesSlide643.xml" Id="R934870d361e3455b" /></Relationships>
</file>

<file path=ppt/slides/_rels/slide6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b7b73adfa4772" /><Relationship Type="http://schemas.openxmlformats.org/officeDocument/2006/relationships/image" Target="/ppt/media/image41.png" Id="R6d67c07270f3481c" /><Relationship Type="http://schemas.openxmlformats.org/officeDocument/2006/relationships/notesSlide" Target="/ppt/notesSlides/notesSlide644.xml" Id="R3ce0d0b574254177" /></Relationships>
</file>

<file path=ppt/slides/_rels/slide6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2aa98b6ac4cda" /><Relationship Type="http://schemas.openxmlformats.org/officeDocument/2006/relationships/image" Target="/ppt/media/image42.png" Id="Rb17724a6328b42a3" /><Relationship Type="http://schemas.openxmlformats.org/officeDocument/2006/relationships/notesSlide" Target="/ppt/notesSlides/notesSlide645.xml" Id="R61d0ae977b37447a" /></Relationships>
</file>

<file path=ppt/slides/_rels/slide6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9da2f1b7a40e6" /><Relationship Type="http://schemas.openxmlformats.org/officeDocument/2006/relationships/image" Target="/ppt/media/image43.png" Id="R4b179ed612394484" /><Relationship Type="http://schemas.openxmlformats.org/officeDocument/2006/relationships/notesSlide" Target="/ppt/notesSlides/notesSlide646.xml" Id="R20b4e011c8da4906" /></Relationships>
</file>

<file path=ppt/slides/_rels/slide6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235733d63489c" /><Relationship Type="http://schemas.openxmlformats.org/officeDocument/2006/relationships/image" Target="/ppt/media/image44.png" Id="R1aec03de99bb4ccc" /><Relationship Type="http://schemas.openxmlformats.org/officeDocument/2006/relationships/notesSlide" Target="/ppt/notesSlides/notesSlide647.xml" Id="R184767e08737443e" /></Relationships>
</file>

<file path=ppt/slides/_rels/slide6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a0066a0d94340" /><Relationship Type="http://schemas.openxmlformats.org/officeDocument/2006/relationships/notesSlide" Target="/ppt/notesSlides/notesSlide648.xml" Id="Rc3901fcf3ad248e5" /></Relationships>
</file>

<file path=ppt/slides/_rels/slide6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3f9bf0fe54c66" /><Relationship Type="http://schemas.openxmlformats.org/officeDocument/2006/relationships/notesSlide" Target="/ppt/notesSlides/notesSlide649.xml" Id="Rfddf896ed1ae4935" /></Relationships>
</file>

<file path=ppt/slides/_rels/slide6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04536f0104886" /><Relationship Type="http://schemas.openxmlformats.org/officeDocument/2006/relationships/image" Target="/ppt/media/image45.png" Id="R0b53183fd7804ecf" /><Relationship Type="http://schemas.openxmlformats.org/officeDocument/2006/relationships/notesSlide" Target="/ppt/notesSlides/notesSlide650.xml" Id="Rdfcfc0a3991d4d27" /></Relationships>
</file>

<file path=ppt/slides/_rels/slide6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8e16922c4cc9" /><Relationship Type="http://schemas.openxmlformats.org/officeDocument/2006/relationships/image" Target="/ppt/media/image45.png" Id="Rd0473084b3a145cd" /><Relationship Type="http://schemas.openxmlformats.org/officeDocument/2006/relationships/notesSlide" Target="/ppt/notesSlides/notesSlide651.xml" Id="Rceacceba70504d7e" /></Relationships>
</file>

<file path=ppt/slides/_rels/slide6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578fcca043cb" /><Relationship Type="http://schemas.openxmlformats.org/officeDocument/2006/relationships/image" Target="/ppt/media/image46.png" Id="Raf45901127f249b5" /><Relationship Type="http://schemas.openxmlformats.org/officeDocument/2006/relationships/notesSlide" Target="/ppt/notesSlides/notesSlide652.xml" Id="R77215b5f71c745c1" /></Relationships>
</file>

<file path=ppt/slides/_rels/slide6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59de970824525" /><Relationship Type="http://schemas.openxmlformats.org/officeDocument/2006/relationships/image" Target="/ppt/media/image47.png" Id="R0387a9ff014644ce" /><Relationship Type="http://schemas.openxmlformats.org/officeDocument/2006/relationships/notesSlide" Target="/ppt/notesSlides/notesSlide653.xml" Id="R096fde13ceef483f" /></Relationships>
</file>

<file path=ppt/slides/_rels/slide6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daeb21ab43c0" /><Relationship Type="http://schemas.openxmlformats.org/officeDocument/2006/relationships/image" Target="/ppt/media/image48.png" Id="Ra0ed6bbe334f4068" /><Relationship Type="http://schemas.openxmlformats.org/officeDocument/2006/relationships/notesSlide" Target="/ppt/notesSlides/notesSlide654.xml" Id="R4886a6afa9fe49e2" /></Relationships>
</file>

<file path=ppt/slides/_rels/slide6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ec62f64246b3" /><Relationship Type="http://schemas.openxmlformats.org/officeDocument/2006/relationships/notesSlide" Target="/ppt/notesSlides/notesSlide655.xml" Id="R0076d391b1ff4530" /></Relationships>
</file>

<file path=ppt/slides/_rels/slide6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5910bdd148da" /><Relationship Type="http://schemas.openxmlformats.org/officeDocument/2006/relationships/notesSlide" Target="/ppt/notesSlides/notesSlide656.xml" Id="R6ce2044b95c24a9b" /></Relationships>
</file>

<file path=ppt/slides/_rels/slide6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cd632fba4fd0" /><Relationship Type="http://schemas.openxmlformats.org/officeDocument/2006/relationships/image" Target="/ppt/media/image49.png" Id="R344e5d59d3f14cb8" /><Relationship Type="http://schemas.openxmlformats.org/officeDocument/2006/relationships/notesSlide" Target="/ppt/notesSlides/notesSlide657.xml" Id="R24956dfbcf3b4100" /></Relationships>
</file>

<file path=ppt/slides/_rels/slide6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285669e534033" /><Relationship Type="http://schemas.openxmlformats.org/officeDocument/2006/relationships/image" Target="/ppt/media/image50.png" Id="R322b6c1f5c5c43cf" /><Relationship Type="http://schemas.openxmlformats.org/officeDocument/2006/relationships/notesSlide" Target="/ppt/notesSlides/notesSlide658.xml" Id="R1bd7d4eff8f04fd5" /></Relationships>
</file>

<file path=ppt/slides/_rels/slide6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881db40840e3" /><Relationship Type="http://schemas.openxmlformats.org/officeDocument/2006/relationships/image" Target="/ppt/media/image51.png" Id="R515d3c28e2084dca" /><Relationship Type="http://schemas.openxmlformats.org/officeDocument/2006/relationships/notesSlide" Target="/ppt/notesSlides/notesSlide659.xml" Id="R63b522ebc1794963" /></Relationships>
</file>

<file path=ppt/slides/_rels/slide6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f0821f9f477a" /><Relationship Type="http://schemas.openxmlformats.org/officeDocument/2006/relationships/image" Target="/ppt/media/image52.png" Id="R6bf186e6b48f46d2" /><Relationship Type="http://schemas.openxmlformats.org/officeDocument/2006/relationships/notesSlide" Target="/ppt/notesSlides/notesSlide660.xml" Id="R384680aed4b341a9" /></Relationships>
</file>

<file path=ppt/slides/_rels/slide6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f79ec3a0f42a4" /><Relationship Type="http://schemas.openxmlformats.org/officeDocument/2006/relationships/image" Target="/ppt/media/image53.png" Id="R4f3cf6e0bbef4344" /><Relationship Type="http://schemas.openxmlformats.org/officeDocument/2006/relationships/notesSlide" Target="/ppt/notesSlides/notesSlide661.xml" Id="Re2601159c3864dd6" /></Relationships>
</file>

<file path=ppt/slides/_rels/slide6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48f9ba7441ec" /><Relationship Type="http://schemas.openxmlformats.org/officeDocument/2006/relationships/notesSlide" Target="/ppt/notesSlides/notesSlide662.xml" Id="Rce6867e6e6564acf" /></Relationships>
</file>

<file path=ppt/slides/_rels/slide6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265d92f2841e5" /><Relationship Type="http://schemas.openxmlformats.org/officeDocument/2006/relationships/notesSlide" Target="/ppt/notesSlides/notesSlide663.xml" Id="R1890dd336aa248a7" /></Relationships>
</file>

<file path=ppt/slides/_rels/slide6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b848656c4345" /><Relationship Type="http://schemas.openxmlformats.org/officeDocument/2006/relationships/image" Target="/ppt/media/image54.png" Id="R36e70c95aaee43a6" /><Relationship Type="http://schemas.openxmlformats.org/officeDocument/2006/relationships/notesSlide" Target="/ppt/notesSlides/notesSlide664.xml" Id="R0e983dea215047e4" /></Relationships>
</file>

<file path=ppt/slides/_rels/slide6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e8d6b90534681" /><Relationship Type="http://schemas.openxmlformats.org/officeDocument/2006/relationships/image" Target="/ppt/media/image55.png" Id="Rf54644eda27e4ab0" /><Relationship Type="http://schemas.openxmlformats.org/officeDocument/2006/relationships/notesSlide" Target="/ppt/notesSlides/notesSlide665.xml" Id="R5941f6f33134411f" /></Relationships>
</file>

<file path=ppt/slides/_rels/slide6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e824634542db" /><Relationship Type="http://schemas.openxmlformats.org/officeDocument/2006/relationships/image" Target="/ppt/media/image55.png" Id="R92877e70861a44a4" /><Relationship Type="http://schemas.openxmlformats.org/officeDocument/2006/relationships/notesSlide" Target="/ppt/notesSlides/notesSlide666.xml" Id="R829e2140b50f4b64" /></Relationships>
</file>

<file path=ppt/slides/_rels/slide6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2892fcba4801" /><Relationship Type="http://schemas.openxmlformats.org/officeDocument/2006/relationships/image" Target="/ppt/media/image56.png" Id="R39b0bb713fd04d2e" /><Relationship Type="http://schemas.openxmlformats.org/officeDocument/2006/relationships/notesSlide" Target="/ppt/notesSlides/notesSlide667.xml" Id="R55f90addaddc4881" /></Relationships>
</file>

<file path=ppt/slides/_rels/slide6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2678a259a4f25" /><Relationship Type="http://schemas.openxmlformats.org/officeDocument/2006/relationships/image" Target="/ppt/media/image57.png" Id="R0e2a315b009c4e27" /><Relationship Type="http://schemas.openxmlformats.org/officeDocument/2006/relationships/notesSlide" Target="/ppt/notesSlides/notesSlide668.xml" Id="Re38387aeef9a4ada" /></Relationships>
</file>

<file path=ppt/slides/_rels/slide6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b64ea49124bf8" /><Relationship Type="http://schemas.openxmlformats.org/officeDocument/2006/relationships/notesSlide" Target="/ppt/notesSlides/notesSlide669.xml" Id="Rd664923efba24f3b" /></Relationships>
</file>

<file path=ppt/slides/_rels/slide6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eebb7c2c64494" /><Relationship Type="http://schemas.openxmlformats.org/officeDocument/2006/relationships/notesSlide" Target="/ppt/notesSlides/notesSlide670.xml" Id="R6e416daa19974410" /></Relationships>
</file>

<file path=ppt/slides/_rels/slide6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163c4c5874307" /><Relationship Type="http://schemas.openxmlformats.org/officeDocument/2006/relationships/image" Target="/ppt/media/image58.png" Id="R5d1a954da9bc4161" /><Relationship Type="http://schemas.openxmlformats.org/officeDocument/2006/relationships/notesSlide" Target="/ppt/notesSlides/notesSlide671.xml" Id="R5983971322ae4b2a" /></Relationships>
</file>

<file path=ppt/slides/_rels/slide6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4d68842e476c" /><Relationship Type="http://schemas.openxmlformats.org/officeDocument/2006/relationships/image" Target="/ppt/media/image59.png" Id="R2130aa5b11c84fdb" /><Relationship Type="http://schemas.openxmlformats.org/officeDocument/2006/relationships/notesSlide" Target="/ppt/notesSlides/notesSlide672.xml" Id="R5091bb7373214cde" /></Relationships>
</file>

<file path=ppt/slides/_rels/slide6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f51f2cb224f23" /><Relationship Type="http://schemas.openxmlformats.org/officeDocument/2006/relationships/image" Target="/ppt/media/image60.png" Id="R03fe4029accd4543" /><Relationship Type="http://schemas.openxmlformats.org/officeDocument/2006/relationships/notesSlide" Target="/ppt/notesSlides/notesSlide673.xml" Id="Rf6300e3d24af4a9e" /></Relationships>
</file>

<file path=ppt/slides/_rels/slide6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ce33be66d4a5b" /><Relationship Type="http://schemas.openxmlformats.org/officeDocument/2006/relationships/image" Target="/ppt/media/image61.png" Id="Rfdb8d421ed074532" /><Relationship Type="http://schemas.openxmlformats.org/officeDocument/2006/relationships/notesSlide" Target="/ppt/notesSlides/notesSlide674.xml" Id="R996ba0b3b27f4aa5" /></Relationships>
</file>

<file path=ppt/slides/_rels/slide6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68ce699e844a9" /><Relationship Type="http://schemas.openxmlformats.org/officeDocument/2006/relationships/image" Target="/ppt/media/image62.png" Id="R86fbefea29d648dc" /><Relationship Type="http://schemas.openxmlformats.org/officeDocument/2006/relationships/notesSlide" Target="/ppt/notesSlides/notesSlide675.xml" Id="R6e90b165cd5c4170" /></Relationships>
</file>

<file path=ppt/slides/_rels/slide6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8d850dc814e2f" /><Relationship Type="http://schemas.openxmlformats.org/officeDocument/2006/relationships/notesSlide" Target="/ppt/notesSlides/notesSlide676.xml" Id="Ra268a863ae1240b9" /></Relationships>
</file>

<file path=ppt/slides/_rels/slide6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67e03d1994270" /><Relationship Type="http://schemas.openxmlformats.org/officeDocument/2006/relationships/notesSlide" Target="/ppt/notesSlides/notesSlide677.xml" Id="R7451955457fc4dec" /></Relationships>
</file>

<file path=ppt/slides/_rels/slide6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a857aa0e426a" /><Relationship Type="http://schemas.openxmlformats.org/officeDocument/2006/relationships/notesSlide" Target="/ppt/notesSlides/notesSlide678.xml" Id="Rc0d8562a4bc54685" /></Relationships>
</file>

<file path=ppt/slides/_rels/slide6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dd7e536c407d" /><Relationship Type="http://schemas.openxmlformats.org/officeDocument/2006/relationships/image" Target="/ppt/media/image63.png" Id="R735074f658f442bf" /><Relationship Type="http://schemas.openxmlformats.org/officeDocument/2006/relationships/notesSlide" Target="/ppt/notesSlides/notesSlide679.xml" Id="Re54f160508ba4097" /></Relationships>
</file>

<file path=ppt/slides/_rels/slide6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6619bc7674802" /><Relationship Type="http://schemas.openxmlformats.org/officeDocument/2006/relationships/image" Target="/ppt/media/image63.png" Id="R60e0dda5220c4305" /><Relationship Type="http://schemas.openxmlformats.org/officeDocument/2006/relationships/notesSlide" Target="/ppt/notesSlides/notesSlide680.xml" Id="R930f34b8fee24e77" /></Relationships>
</file>

<file path=ppt/slides/_rels/slide6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de01ade74859" /><Relationship Type="http://schemas.openxmlformats.org/officeDocument/2006/relationships/image" Target="/ppt/media/image63.png" Id="Rf5feed1764fb41a4" /><Relationship Type="http://schemas.openxmlformats.org/officeDocument/2006/relationships/notesSlide" Target="/ppt/notesSlides/notesSlide681.xml" Id="Ra3b282fede9b410a" /></Relationships>
</file>

<file path=ppt/slides/_rels/slide6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2b9b13ae54eaa" /><Relationship Type="http://schemas.openxmlformats.org/officeDocument/2006/relationships/image" Target="/ppt/media/image63.png" Id="Rf6156201dc554303" /><Relationship Type="http://schemas.openxmlformats.org/officeDocument/2006/relationships/notesSlide" Target="/ppt/notesSlides/notesSlide682.xml" Id="R3a55358c933a4013" /></Relationships>
</file>

<file path=ppt/slides/_rels/slide6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d130c2c943ee" /><Relationship Type="http://schemas.openxmlformats.org/officeDocument/2006/relationships/image" Target="/ppt/media/image63.png" Id="R0de34b653aa64017" /><Relationship Type="http://schemas.openxmlformats.org/officeDocument/2006/relationships/notesSlide" Target="/ppt/notesSlides/notesSlide683.xml" Id="R88f6e4bbe3a04a13" /></Relationships>
</file>

<file path=ppt/slides/_rels/slide6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680174f784325" /><Relationship Type="http://schemas.openxmlformats.org/officeDocument/2006/relationships/notesSlide" Target="/ppt/notesSlides/notesSlide684.xml" Id="R4ae0c2dcf32b4f75" /></Relationships>
</file>

<file path=ppt/slides/_rels/slide6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5ecf6b6734d8e" /><Relationship Type="http://schemas.openxmlformats.org/officeDocument/2006/relationships/notesSlide" Target="/ppt/notesSlides/notesSlide685.xml" Id="R93ddaf95ef6a4e14" /></Relationships>
</file>

<file path=ppt/slides/_rels/slide6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64a75ed194174" /><Relationship Type="http://schemas.openxmlformats.org/officeDocument/2006/relationships/image" Target="/ppt/media/image64.png" Id="Rcacef20d63d64ec8" /><Relationship Type="http://schemas.openxmlformats.org/officeDocument/2006/relationships/notesSlide" Target="/ppt/notesSlides/notesSlide686.xml" Id="Rf587716dd58d4ff3" /></Relationships>
</file>

<file path=ppt/slides/_rels/slide6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b0f56b014de8" /><Relationship Type="http://schemas.openxmlformats.org/officeDocument/2006/relationships/image" Target="/ppt/media/image64.png" Id="Ra23f135996094237" /><Relationship Type="http://schemas.openxmlformats.org/officeDocument/2006/relationships/notesSlide" Target="/ppt/notesSlides/notesSlide687.xml" Id="R4d5b6563b5ff465e" /></Relationships>
</file>

<file path=ppt/slides/_rels/slide6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35fa24df54f4e" /><Relationship Type="http://schemas.openxmlformats.org/officeDocument/2006/relationships/image" Target="/ppt/media/image64.png" Id="Rc527ac568da0483e" /><Relationship Type="http://schemas.openxmlformats.org/officeDocument/2006/relationships/notesSlide" Target="/ppt/notesSlides/notesSlide688.xml" Id="R0e49fdf7a2664306" /></Relationships>
</file>

<file path=ppt/slides/_rels/slide6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183e5612245a5" /><Relationship Type="http://schemas.openxmlformats.org/officeDocument/2006/relationships/image" Target="/ppt/media/image64.png" Id="R532be5c4d65b46cb" /><Relationship Type="http://schemas.openxmlformats.org/officeDocument/2006/relationships/notesSlide" Target="/ppt/notesSlides/notesSlide689.xml" Id="R28bd053a1e874079" /></Relationships>
</file>

<file path=ppt/slides/_rels/slide6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c7605a2f24c78" /><Relationship Type="http://schemas.openxmlformats.org/officeDocument/2006/relationships/image" Target="/ppt/media/image65.png" Id="R01f05384f0df49df" /><Relationship Type="http://schemas.openxmlformats.org/officeDocument/2006/relationships/notesSlide" Target="/ppt/notesSlides/notesSlide690.xml" Id="R759c8e46bbb94e83" /></Relationships>
</file>

<file path=ppt/slides/_rels/slide6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d357eae5430a" /><Relationship Type="http://schemas.openxmlformats.org/officeDocument/2006/relationships/notesSlide" Target="/ppt/notesSlides/notesSlide691.xml" Id="R9123443df3894d55" 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386BC-FF0E-491C-A89E-E5939608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49A1-3FD5-486F-BC43-EF442DB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71A4-F76E-479F-BBD1-4B9531F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TUTORIAL TEKNIS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67C6BF-A31E-48AC-ADFE-027BDBD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Tutorial Teknis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69AC-27C4-4063-9F76-B28B99A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Pelajari alur kerja Cubicost TAS mulai dari pengaturan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skala gambar, identifikasi elemen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bangunan, hingga pengaturan aturan pengukuran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penyusunan laporan kuantitas.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0864e56104e8c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702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BEA26-CC1A-4B33-8B06-5A706D4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2DBC7-63DE-4CE1-BB78-5AA0A7A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5BB6-48BD-44FF-A331-410350B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CCF76-1F80-4E2C-B73E-156F290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48B0-AE9E-4CDE-8E06-EE2F11DE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Panduan praktis dari pengaturan gambar hingga penyusunan laporan kuantitas, dilengkapi contoh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visual yang dapat langsung diikuti.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B3882-F555-4BAF-95BF-47309E6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Siapkan proyek dengan benar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51AB9-75C3-4D96-833E-438FD15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 lantai, gambar, satuan, dan skala sebelum pemodelan dimulai.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483B0-6950-454A-B630-4AF5317C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Modelkan elemen secara berurutan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BE81D-F2F7-4ADE-BE5F-C6D4485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kolom, balok, pelat, bukaan, dan finishing sesuai ketergantungannya.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7DC6-D905-449B-ABCF-6C1B07C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Validasi hasil kuantitas</a:t>
            </a:r>
          </a:p>
        </p:txBody>
      </p:sp>
    </p:spTree>
    <p:extLst>
      <p:ext uri="{BB962C8B-B14F-4D97-AF65-F5344CB8AC3E}">
        <p14:creationId xmlns:p14="http://schemas.microsoft.com/office/powerpoint/2010/main" val="35555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292B2-EDA1-4898-B3A7-9E5468F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2F6C6-31CF-4A14-B23F-D7E3D547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6E103-9DE8-4381-BDBD-D1E3350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TUJUAN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6D433-9E7B-441C-BA53-7CEBC16F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Tujuan pembelajaran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0B3D-CB07-4660-8D54-5D790AFD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deduction, aturan pengukuran, perhitungan, dan laporan sebelum digunakan.</a:t>
            </a:r>
          </a:p>
        </p:txBody>
      </p:sp>
    </p:spTree>
    <p:extLst>
      <p:ext uri="{BB962C8B-B14F-4D97-AF65-F5344CB8AC3E}">
        <p14:creationId xmlns:p14="http://schemas.microsoft.com/office/powerpoint/2010/main" val="1354400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1060E-01E7-44D6-B28E-5588F542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CF3E-FD38-4A56-A54F-534A4B2B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834AE-F514-43A2-B75C-B4BA867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110B13-9334-400B-88EE-D39E1DB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Persiapan Proyek dan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DF01C-C4BB-48C7-96B2-22E5C582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alur kerja yang terdokumentasi untuk bagian 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D448F-5485-4746-954C-7502FE1C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Settings → Measurement Rules → Create Project → Configure → Import → Scale → Align → Create Axis</a:t>
            </a:r>
          </a:p>
        </p:txBody>
      </p:sp>
    </p:spTree>
    <p:extLst>
      <p:ext uri="{BB962C8B-B14F-4D97-AF65-F5344CB8AC3E}">
        <p14:creationId xmlns:p14="http://schemas.microsoft.com/office/powerpoint/2010/main" val="1473988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811B6-DF04-4A44-8FEA-D9C35DA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07CB9-CB0A-439E-B713-6BA2D93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5ECD4-12DF-4F72-A36D-FC19B89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327965-EFFA-4CAE-921A-B427E3C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E8205-7B9E-42BD-8866-431D4F1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pengaturan posisi dan tinggi finishing tanpa menebak opsi ambigu.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2F7D-9AD2-4AD5-A23E-2768C36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007E-24D0-4B4A-8468-6899DAF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C8C92-B18D-4E07-9B05-43D7A2E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1A509-3F8D-4B11-9CB9-1A9B0626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Tinjau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6B02D-5C16-41E6-BB7B-5534432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Tinjau additional-height dan opsi Yes/No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BD49C-E13C-433F-9749-7DAC94B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112128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A76EF-1FA7-4A8A-A396-ADF994F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80F4-C149-4C1F-A36C-C7A23C5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28885-A1BF-4AB4-9C5E-E7696F8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C5A850-661A-46BE-8153-D1FC4144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9c2af6934659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5AFD6-B2BB-4E3C-AF25-968CC185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mengontrol cara kuantitas tertentu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335A0-9965-49C2-8B41-CB5A088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6631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BC173-C549-4272-830A-B752A81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61A25-39E8-4EDA-B260-E890CB76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5E41-D9C6-4104-8CA3-9F73D194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18E777-DA33-4EED-9480-A33127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ae640ada74d66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7CE4-DF98-47DC-A1DB-3AECE46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kategori yang aktif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pengaturan yang 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22507-86DD-4761-889D-CF34BEA5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Hubungan elemen dan aturan deduction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model.</a:t>
            </a:r>
          </a:p>
        </p:txBody>
      </p:sp>
    </p:spTree>
    <p:extLst>
      <p:ext uri="{BB962C8B-B14F-4D97-AF65-F5344CB8AC3E}">
        <p14:creationId xmlns:p14="http://schemas.microsoft.com/office/powerpoint/2010/main" val="189823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4DA2D-E366-4671-AC15-F353070A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09E73-600E-4CAB-9F08-5FA47C8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F3C9F-A7D4-4020-B17A-F98203F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5869A7-C74D-4A92-BDE5-B832A71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82d2f33f4d96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5E73-6074-4135-85E4-598AE4E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label antarmuka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terlihat dan jangan menyimpulkan arti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nomor yang tidak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FA119-7CAA-4422-8033-A3DBD305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1507488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4A852-C9BE-493C-B0B5-0B81348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BB26-FEB1-475F-8D37-22DC123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2ADA-EE4E-45CB-9644-C250E71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F8CCA7-6F62-4A00-9441-29B1188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additional-height dan opsi Yes/No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47cac31ed41f9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6A5DF-E1FE-4A78-9D59-6B6B1C4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Bandingkan pilihan dengan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kebutuhan proyek sebelum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mengubahnya.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A10D9-A114-40D5-8800-B11B11A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87390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18C84-65EC-42FB-A1DA-E137B5FA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8DB55-057B-4C20-818C-9273C3A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1F5E-52E1-4513-B8D0-B9C9E57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74B0A1-55E9-48DF-8762-5968284F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5a660e8ca46ce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17AE-6F11-4CB1-B653-42B25774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pengaturan finish luar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konsisten dengan kondisi dinding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diukur.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5F03-DF12-40C2-A810-2DF1FBB1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quantity sebelum dan sesudah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diterapkan.</a:t>
            </a:r>
          </a:p>
        </p:txBody>
      </p:sp>
    </p:spTree>
    <p:extLst>
      <p:ext uri="{BB962C8B-B14F-4D97-AF65-F5344CB8AC3E}">
        <p14:creationId xmlns:p14="http://schemas.microsoft.com/office/powerpoint/2010/main" val="4512664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E7D75-AA71-4CE5-BF69-5BBE2DD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A4FC-A1DA-4FE1-8328-0CBD25A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5BB5-34A2-46A3-A900-F0348E8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7E2F87-8825-4C16-A974-3763B3B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0DD8D-88DF-4105-B156-70D6F07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7F54-91E8-4443-8461-3349B4F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ABC9-E3D2-4627-9298-F363E50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9BA9C-15F3-47C3-A71D-8F00066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215326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F91A3-A097-454F-A441-11DAFB20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A8DEB-C55E-4CA3-8799-64AE691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0163-0A9D-4C9A-AD4C-5E34A24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F2904C2-9A39-4CCB-82E3-18F9766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C62E-305D-4FD7-BC93-FD35CD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Menelusuri deduction dan mengubah aturan hanya sesuai standar proyek.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8FEF9-F2DA-4071-BC86-A90DF304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C7DF-7E11-4FE8-8EA5-3A39D05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dan buka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E07-8D86-4155-A816-5BB8F3B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Measurement Rules untuk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EC7A-C242-4617-9B18-B2BC139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kondisi column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07BFA-7F6B-41EA-9C10-DBC652A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Terapkan No Effect sebagai contoh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45550-D7CF-4842-B0DF-A8489F5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Hitung ulang dan bandingkan</a:t>
            </a:r>
          </a:p>
        </p:txBody>
      </p:sp>
    </p:spTree>
    <p:extLst>
      <p:ext uri="{BB962C8B-B14F-4D97-AF65-F5344CB8AC3E}">
        <p14:creationId xmlns:p14="http://schemas.microsoft.com/office/powerpoint/2010/main" val="572814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45283-2052-49B6-BFB7-6020FC1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982F-8B02-4F16-B8D2-F232C68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3C8E-A2B4-4650-A87F-EC8D0FE9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1A42A3-EB39-412C-9779-2C35CDB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dan buka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1bf5bdac4e5c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2DF-97C6-422B-822B-62E2D68B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concrete-volume expression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deduction yang berasal dari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0743C-89CB-4137-A9D4-2D73712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 measurement rules dan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pengukuran.</a:t>
            </a:r>
          </a:p>
        </p:txBody>
      </p:sp>
    </p:spTree>
    <p:extLst>
      <p:ext uri="{BB962C8B-B14F-4D97-AF65-F5344CB8AC3E}">
        <p14:creationId xmlns:p14="http://schemas.microsoft.com/office/powerpoint/2010/main" val="1989358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53537-4E80-46B5-A7FB-DBF356E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9F8B-9862-40F4-9DD5-1851D777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7272A-5E68-47C8-9D4E-ED4EAE1A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32A446-4FA2-46F6-BF78-8B1E84E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Measurement Rules untuk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3ecf73034ca2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F91-D010-46C8-BCB1-49EE2B3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elemen beam dan baca deskripsi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secara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7994-857A-436A-981A-5F25EA76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2092221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2DA099-F775-4D6C-BB6D-8F0677C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1186-A186-42B0-8D07-D0A222F9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3BC2-0138-453E-B74E-F59CF3AB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F07A40-4A16-47BE-BA97-CD58160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kondisi column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f6c137de432e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13CD-5FE5-4D39-B603-9E0EB3D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Filter Relevant Element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pertahankan hanya kondisi 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sedang diperiksa.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A86BD-EB9A-4D28-AAFC-CAD86C7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quantity dengan baris elemen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nilai pengukuran.</a:t>
            </a:r>
          </a:p>
        </p:txBody>
      </p:sp>
    </p:spTree>
    <p:extLst>
      <p:ext uri="{BB962C8B-B14F-4D97-AF65-F5344CB8AC3E}">
        <p14:creationId xmlns:p14="http://schemas.microsoft.com/office/powerpoint/2010/main" val="1760628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E24CC-39A1-4696-A9BB-068AED0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6300-C22A-42EF-8C07-47198132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DAAA2-D002-4B60-A096-507C800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631D968-3CE4-401E-B860-E22E261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No Effect sebagai contoh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09171b866485c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6B43A-18B1-4019-B6EE-C8B14EC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Pilihan ini hanya contoh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beam-column pada manual; gunakan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yang diwajibkan standar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pengukuran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C43C2-6AA3-4688-93EF-16AEC90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Panel pemeriksaan quantity dan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terkait.</a:t>
            </a:r>
          </a:p>
        </p:txBody>
      </p:sp>
    </p:spTree>
    <p:extLst>
      <p:ext uri="{BB962C8B-B14F-4D97-AF65-F5344CB8AC3E}">
        <p14:creationId xmlns:p14="http://schemas.microsoft.com/office/powerpoint/2010/main" val="751367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D4DE1-A665-4074-97AC-C539046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C1909-0ACE-4463-8416-9E244C4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95300-84DE-4B43-8272-2A8585B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69DF4B-67BA-4D5A-8B09-9EFC242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Hitung ulang dan bandingkan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dd9d6838c4a52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A989-353B-4CCB-9DC6-DE5E0D1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perubahan expression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 sebelum serta sesudah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aturan diubah.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C1163-3BFA-48C5-A7AD-ADF1976B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pengaturan deduction dengan opsi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perhitungan.</a:t>
            </a:r>
          </a:p>
        </p:txBody>
      </p:sp>
    </p:spTree>
    <p:extLst>
      <p:ext uri="{BB962C8B-B14F-4D97-AF65-F5344CB8AC3E}">
        <p14:creationId xmlns:p14="http://schemas.microsoft.com/office/powerpoint/2010/main" val="9245519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38824-8875-4E5F-ABFC-CFF526A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E4D1-662E-499E-8686-DACB680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8F80-121B-41A0-A61A-26584C8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906679-FC8E-462A-AFB6-429FDDD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Memeriksa dan Mengubah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E442-6F3F-4AF7-B40E-39E815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B784A-5DA7-4D10-A546-7E1986A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12D8F-25C5-48D7-BF37-1C3998D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1C4C-FB19-4464-9D7B-4F67E58C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741247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5A92B-FD83-415D-8FE2-7ACA9288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F035B-B1E5-4D9B-BCD2-20A49E1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3FDB9-9FA2-4E7B-A307-CB462BC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C29546-891D-40BC-A7A4-18CAEC48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A447-5F7C-4E83-97D8-729D939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proyek dengan aturan pengukuran dan elevasi tanah yang sesuai.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B6F0-FD47-45D2-BD06-69D726FA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F8C6B-731F-416B-8815-8BEE7A34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10D0-F532-4898-8385-759B9DFD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Masukkan judul proyek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53E9-B71A-459A-A905-2863495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5A3CB-2950-42DC-A913-56B303ED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123709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57141-27F1-4527-A7A6-B5FE02B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29E58-2D01-4785-BD53-90947B9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9DEE4-A78D-4112-8BB8-C86F164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AF70ED-E3E2-4CDF-9D96-FBE7670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77296e974bf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A3EA7-8E6F-47BC-B413-157146B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proyek TAS baru dari halaman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pembuka aplikasi.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46FE9-C541-4172-A26C-60BD54E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590685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985CC-A5A1-4183-B97E-64A4580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0BF7B-53A7-4232-B54A-F2CDF32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68CB8-D659-4955-A14C-ECF946D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753C8-2A02-4A06-AB77-0657361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judul proyek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dc3ba53d14b5a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54B64-70D8-484A-945F-54AC30E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judul yang membantu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membedakan proyek dan revisinya.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0BA1-222D-4B04-9993-E09D90C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43053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9E7F7-144C-42B3-A2FF-C900A54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9144-8140-4A7A-85E4-E6CFB54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6524B-D98E-49A0-875B-78B1EF5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646C76-00BA-4B83-940F-CD32F3C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b810a6efe483b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7401-1EE8-4D4B-8F59-6526CD2F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aturan pengukuran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untuk proyek, bukan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pengaturan proyek lain.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51BBB-ABFF-451A-87CA-FB86BAD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116185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B4CB45-6D6D-42C2-920C-0E2A0FFB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71EC-8A8A-4278-9A04-1A2BB24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7290E-B3C8-4674-9C6B-CC6A6981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4/4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F52917-0A78-4F69-9231-9E5C350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cdcfc1e1425f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39D17-B0AD-4822-A155-EEE0E0B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Elevasi tanah eksisting memengaruhi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kuantitas galian, sehingga nilainya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harus mengikuti data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158B-F87C-467D-A1E9-5285959A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New Project dengan callout Project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Title, Measurement Rules, dan Ground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Elevation.</a:t>
            </a:r>
          </a:p>
        </p:txBody>
      </p:sp>
    </p:spTree>
    <p:extLst>
      <p:ext uri="{BB962C8B-B14F-4D97-AF65-F5344CB8AC3E}">
        <p14:creationId xmlns:p14="http://schemas.microsoft.com/office/powerpoint/2010/main" val="16696308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A64CA-A149-474D-9C38-91651EE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8138-ED3F-4F50-BC70-E85F062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07811-8235-418E-B2CA-02DF2A9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255522-F97A-4FE1-A43E-CDDD5E0B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Proyek 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F1C8-0333-4EE5-927B-6893DC3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9E4-1923-4B40-B9C5-6AADC020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1E3B4-F149-45B3-B560-8E45766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D1521-0E69-4B36-BD6D-6DBEEC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64885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D1539-33E8-4EE1-921D-A887B011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1677-FD22-4328-BE24-F6B07E7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4619-CAE3-41E5-B7D2-5FE79D1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D3136-F230-4FE7-A70B-CF4A717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33852-CFFB-41CF-9816-3A21061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Mengenali area kerja TAS serta perbedaan Public dan Private Attribute.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D057F-A804-4E53-A16A-19CC329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E98A-9239-4C1B-85E3-C83CCA7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Function Tab dan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E5DB9-1E52-4DCF-B264-B461623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Temukan Element Navigation dan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35137-7FFB-4BF4-AF19-2428DD3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Periksa Dynamic Control Bar dan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EAA3-C45C-416A-820E-0BF0B793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Public Attribute tanpa seleksi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79B77-DDCF-4AFD-87F8-6F3448D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Pilih entitas untuk Private Attribute</a:t>
            </a:r>
          </a:p>
        </p:txBody>
      </p:sp>
    </p:spTree>
    <p:extLst>
      <p:ext uri="{BB962C8B-B14F-4D97-AF65-F5344CB8AC3E}">
        <p14:creationId xmlns:p14="http://schemas.microsoft.com/office/powerpoint/2010/main" val="1437137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38AC9-B873-4C45-BA76-0B170218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73-D5B6-4F42-B7E1-0C2B27ED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B5FE8-426C-4F4A-8847-1A1840F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8C546E0-37BA-41B6-B009-2F9A9DD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Function Tab dan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34b9232fc4596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86DD1-E343-4562-9CCE-944433A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Keduanya mengelompokkan fungsi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utama dan perintah yang tersedia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tab aktif.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DE213-D113-4634-B044-64E5CE4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162367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03B7A-6F5A-45F8-9B35-530DC84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D30FB-B258-4626-AF7B-600BA5B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0C151-9270-4180-A4A3-22A64D8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A5C8769-101D-480C-80BA-726C3A5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Temukan Element Navigation dan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912577444d1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0019-AA71-474D-9BE9-D264E8D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area ini untuk memilih tipe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 dan menjalankan operasi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pemodelan.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2329-5689-4D2D-80D2-D4ED563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245496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357D9-C6C0-46AD-B28D-BF12B82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D44E-49B3-40CF-919E-247D45A5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4FDA8-8AD1-4DF1-B775-27BF379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E0012D-F0E8-4677-9AA1-E758650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Dynamic Control Bar dan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755aa1db94fd1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40CAB-8EAA-42E4-83AA-B7BBEB4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dinamis berubah mengikuti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operasi, sedangkan status bar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menampilkan petunjuk operasi.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7AFA4-B142-4FC8-B939-8B00EAC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Ruang kerja berlabel Function Tab, Ribbon,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Navigation, Main Operation,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Status Bar.</a:t>
            </a:r>
          </a:p>
        </p:txBody>
      </p:sp>
    </p:spTree>
    <p:extLst>
      <p:ext uri="{BB962C8B-B14F-4D97-AF65-F5344CB8AC3E}">
        <p14:creationId xmlns:p14="http://schemas.microsoft.com/office/powerpoint/2010/main" val="48321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3BDA2-66E4-4443-A2EB-58435A66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4F3E-8824-4DE3-B820-B6A37F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D3321-DF40-4A6D-99F6-412BCE6D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6E21A3-2E7A-4E8A-BD54-182131B5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Public Attribute tanpa seleksi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7a72a697f4e25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813B-58F7-4B72-9F2D-B3C0143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berlaku pada entitas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nama elemen yang sama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ketika tidak ada entitas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395B-D618-4D82-96E4-2F443D7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2056103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7ED7C-47A7-49DD-8C1A-BECFBBC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E582-C611-41FB-834E-F1AEBFE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9882-60BF-484A-9E44-B4E806A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3F95B0C-8D44-41D4-AA8B-02AFA9B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entitas untuk Private Attribute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be42c855f4e9f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26C1-5DA0-4D28-911B-1D1EAA3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 hanya mengubah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entitas yang dipilih; perubahan tidak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berlaku tanpa seleksi.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71104-7E90-4A03-87D0-6228D817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Perbandingan Public Attribute dan Private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pada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306695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B0883-3C95-4AE6-BA41-71DC46B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0E60-928B-4F4F-AD45-A58E1FFC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B7C3B-97B2-4EC0-AA66-FA3EA25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EEFD58-4A31-4B5D-87DA-B8E97DC4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Memahami Interface dan Attribute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34677-121E-4851-9DBD-4B71FD7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E8A2F-E44D-4B7D-BAD7-9A684A4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9E328-38AA-40C2-A6E1-088DA629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47E9-BB60-4914-AAA9-8BE225D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7184102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EF69F-47D0-416D-AA52-3DF0B21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251E7-A5FB-4A02-B4D2-FA2F3EBD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776E-D917-4139-B358-32328939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BA31FE6-1255-4875-B899-4623DD9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3C70F-04E3-48B0-96E8-64005035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Membangun struktur lantai dan grade beton yang konsisten.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2526D-713E-4B0F-B1A2-7908729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412EB-A1C2-427C-AAAB-46DD145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51CAA-F78D-4541-9A28-386B74C4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Sisipkan lantai struktur atas dan bawah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41180-ADB8-48E4-8738-28683BE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Isi tinggi dan elevasi lantai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0657-08D2-4F1E-8C5C-26079F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Masukkan Concrete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3F80-D28B-4EFB-A7A2-33F6A79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Gunakan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4427259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E0660-7E51-4431-A657-8564252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B7F6-A101-41BA-AEF6-3CB1D45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BC4F8-34F7-42F5-9687-BC6BB28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1B6C42D-ED4F-4B6A-B008-35F851F3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3a5ec14d4b0a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B7C8C-F562-42AE-B4D5-46502FB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tabel lantai untuk mengatur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dan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A54D1-8659-4E68-B6B1-AC1FCAE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Alur Project Setting dari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menuju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132603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8B095-BC5B-4BBB-BBCF-135AC04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1B7B1-6B77-470B-8148-26D63E8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4973-1363-49F6-98D2-B2CCD248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44CBCE-6380-41A0-9A80-3AF29CB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Sisipkan lantai struktur atas dan bawah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dee70c83b467d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6A081-17EA-45D0-AE9A-9CDFB5F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Mulai superstructure dari 1st Floor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substructure dari Foundation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BCC37-ECC5-4BF5-BE58-3F81E35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20023305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C5740-39A1-40B0-9EEC-15078CDC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E8F6C-219C-4465-9332-85E90A0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4BEC-C7D4-4BF3-AE70-6ECC6034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5B4F22-F143-4D6E-A7C3-0B6399A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Isi tinggi dan elevasi lantai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1897897a4fca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6907A-4CE6-4D8A-833C-E75625F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Masukkan Floor Height untuk setiap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Bottom Elevation hanya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1st Floor seperti pada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36183-0965-4BAE-BEBD-4E11C102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Floor Settings dengan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dan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19005121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C67FF-E5D0-44F1-BCDB-649580C2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CDEA-C5A0-40CE-8C30-A2235C5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21741-C78C-4574-9580-E03DFB8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1E19E5-28D3-41D9-9BA0-E51E73E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Masukkan Concrete Grade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780d9576b42a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C732B-0253-4F75-A052-2F36D30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Tetapkan grade beton untuk elemen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spesifikasi proyek.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AB2D-4960-448A-893A-97C13D97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3843008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37DEB-366C-40C2-8252-98B478FA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9BEF-57F6-450A-B654-E0CC0DD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959F-D531-498C-B046-355E1357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407EC0-3920-4BC8-B7C1-BC41702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c3199f6014b0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D9080-80C8-4906-93F5-40FC6CCC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Salin grade hanya ketika lantai tujuan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grade yang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E0E79-2960-4762-A554-DD109C6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Grade Settings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dan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2920816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DF86A-8396-4960-A42C-C144DBAD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1751B-5B69-424F-9648-4B164DA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A6D4B-4FFF-4476-93F8-826BA01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549177-081F-4803-8813-A1E6009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Floor dan Concrete Grade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988E6-1C73-4855-8513-B451046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68A6-CB74-4F10-BC5D-0B917DB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24C9-1E2F-458F-9C40-4DE85122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7BF9-B336-47DC-89A3-EB1AB43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21247667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449B2-2041-47DC-9D03-C44A8C0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C71A7-564C-4400-BA37-2015925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F47C-F02B-4491-9EC0-9F6B29C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A5B6C6-F9F6-4888-B565-2E30288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C5D9F-8F93-4197-B9B3-A9A848C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Menyiapkan gambar sumber yang terpisah dan mudah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EE84-1808-4528-AB20-ECD85EF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6DA20-FA34-4313-82D6-BC7BE60B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Tentukan alur berdasarkan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0A3D-A4B1-4FE0-A2D6-1B86F00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AFAEB-1480-4934-8DE9-95DB783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Buka Drawing Manager dan pilih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10DD-50C2-4270-9EDA-4FF68CA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area yang diperlukan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6B59-091B-4241-95F5-E399372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Beri nama gambar hasil split</a:t>
            </a:r>
          </a:p>
        </p:txBody>
      </p:sp>
    </p:spTree>
    <p:extLst>
      <p:ext uri="{BB962C8B-B14F-4D97-AF65-F5344CB8AC3E}">
        <p14:creationId xmlns:p14="http://schemas.microsoft.com/office/powerpoint/2010/main" val="601938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08DB5-057E-44E9-85B1-CB775F3C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0ADF-BF36-4FB3-823E-C2394048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6FEB4-68D3-4A2D-9575-E39B39E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AB3E58-71B2-44A6-81CA-A79D85E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alur berdasarkan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5ba2b96264f69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5C72-BE6C-477E-9FBD-F62F2FF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DWG diimpor dan dipisahkan;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scanned PDF juga perlu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diskalakan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BB28B-B24B-4A60-BD0B-9E08505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Diagram alur impor, pemisahan,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penskalaan gambar DWG serta PDF.</a:t>
            </a:r>
          </a:p>
        </p:txBody>
      </p:sp>
    </p:spTree>
    <p:extLst>
      <p:ext uri="{BB962C8B-B14F-4D97-AF65-F5344CB8AC3E}">
        <p14:creationId xmlns:p14="http://schemas.microsoft.com/office/powerpoint/2010/main" val="16310588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4C6A3-FF55-4149-8BE6-7BEA42F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87022-4147-4D0A-ABE2-5E4FD98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CDB1-03B0-443F-B6F7-8CED458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F3323B4-2D58-4841-9AC5-55B92E3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c820a2414071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07D5-BAC3-47FC-895F-4A7625E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Add untuk memilih satu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beberapa gambar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5942D-D14B-41E7-B971-FDA11D5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dan dialog pemilihan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beberapa file DWG.</a:t>
            </a:r>
          </a:p>
        </p:txBody>
      </p:sp>
    </p:spTree>
    <p:extLst>
      <p:ext uri="{BB962C8B-B14F-4D97-AF65-F5344CB8AC3E}">
        <p14:creationId xmlns:p14="http://schemas.microsoft.com/office/powerpoint/2010/main" val="83442634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D1219-220D-4376-8140-3F150FE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8153-6D81-4D55-BBA2-D6085BC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65B9-5E69-4498-8381-CAFF427B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DF9228-2EB0-4F73-BEE0-BE84616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Drawing Manager dan pilih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ccc7134d845a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7F427-13BF-4E9B-900C-7A484148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Pisahkan lembar gabungan agar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setiap rencana dapat dikelola sendiri.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BF5E4-3A93-4079-A8D3-C1AD00B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88471660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0D558-F546-4EB4-9980-1B42D68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5D43-43BC-4F16-AE8B-2C7006E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2A36D-D33C-4B09-B2F2-E638D53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374250-55C4-4A53-8F65-402B547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area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afa8b553949d6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E450-1357-43AD-A34C-EF83BCA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batas rencana yang lengkap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260-CE7D-4824-8F27-932EB10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0173219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DC1E1-3D05-4159-ADE5-C3F3BC4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BE54-A458-435D-96E0-7D05C73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EB32-EF8F-4DAE-8386-4FDFFDE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BEF86A-DEB7-4A10-9EDE-182F4B1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Beri nama gambar hasil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0590dda854c7f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AA5BC-40AA-4CE0-9A87-72D5010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nama yang menjelaskan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jenis gambar.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733EF-250A-47AB-9737-259BFD3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batas seleksi kuning,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penamaan gambar.</a:t>
            </a:r>
          </a:p>
        </p:txBody>
      </p:sp>
    </p:spTree>
    <p:extLst>
      <p:ext uri="{BB962C8B-B14F-4D97-AF65-F5344CB8AC3E}">
        <p14:creationId xmlns:p14="http://schemas.microsoft.com/office/powerpoint/2010/main" val="190155045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29CEA-4DEE-42D1-86B0-2D1B0E41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C5E6-4EA3-4D4B-85A9-D131316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74164-3978-45C9-A7CF-F37DA0C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B8EE6C5-CB0D-486C-869B-4535AFA9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Mengimpor dan Memisahkan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F32A-6070-4A82-8B51-634FC20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5D56-7AF5-4031-9EDC-BF690D40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846F2-034F-4505-B477-77CFDA1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C81F7-FAE0-4605-B8C1-6714404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05927446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1B346-973A-482D-B5EF-277C0F32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D4DE-F0D7-4C4E-9477-7FA2DB76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8A8F8-460C-485F-A7D1-A6479A8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5A1C3A-4C32-4F52-9AF6-BEF1FA0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836B7-858A-421D-99D7-13304BE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Mengkalibrasi gambar dan menyelaraskannya dengan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DE88A-F53C-410C-9733-1981535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6CDAC-CF18-4618-AD44-C3FEC3A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D29FF-64BA-4BAC-B081-4631038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titik awal, akhir, dan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FBE62-9E78-4B14-B7E8-83F7387A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Verifikasi dengan dimensi 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8B11-2836-4A3B-8BA3-E6D14B8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Relocate dan pilih titik referensi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CD201-6C65-4D6A-A939-F39E39E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Selaraskan dengan titik axis grid</a:t>
            </a:r>
          </a:p>
        </p:txBody>
      </p:sp>
    </p:spTree>
    <p:extLst>
      <p:ext uri="{BB962C8B-B14F-4D97-AF65-F5344CB8AC3E}">
        <p14:creationId xmlns:p14="http://schemas.microsoft.com/office/powerpoint/2010/main" val="23810444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E6CC7-5F70-42C1-9455-58C4577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3E17-6901-4943-9BD5-54D6F85F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185C6-E9BE-456F-B53B-254E7697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ECA925-06E7-465B-97B6-6D554B1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bac82ec31483a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012DD-3228-4016-9E0B-24BBDA4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gambar yang akan dikalibrasi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menentukan dua titik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78997-FCEE-482C-9B44-C91405FA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53044028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6B091-D72A-4668-A0DB-0B21674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2B6A1-BFD7-478D-8441-62D5435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C5D7E-6973-4F6A-A413-9D9BDC53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3D6478-0F8A-4228-8696-A42AAF0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titik awal, akhir, dan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29225a8e14f5d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0B9F-13CF-4C33-A638-F5B7413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dimensi tertulis yang dapat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dipercaya untuk memasukkan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panjang sebenarnya.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193ED-B087-4717-B119-B938862E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1557552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02D80-3A44-4CFC-BE2D-CC4E52A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45055-FF23-44AA-A885-9CBDD66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E2062-BDD5-434A-86C7-E63B0DB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A95A4A-1648-429E-A610-9A3842B8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Verifikasi dengan dimensi lain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6503e03b64695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B8598-EBD2-4248-81B8-59B4D2C7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Ukur jarak yang tidak dipakai saat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kalibrasi dan pastikan hasilnya sama.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78729-7B1F-4A50-BE61-2BED44E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dua titik referensi,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Input Actual Length.</a:t>
            </a:r>
          </a:p>
        </p:txBody>
      </p:sp>
    </p:spTree>
    <p:extLst>
      <p:ext uri="{BB962C8B-B14F-4D97-AF65-F5344CB8AC3E}">
        <p14:creationId xmlns:p14="http://schemas.microsoft.com/office/powerpoint/2010/main" val="832141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8F126-E22C-4A14-9883-6939492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025A7-092A-441C-AD6B-3FBEAFD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C5F2A-D896-4037-8709-B50B310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9634E4-70B7-4EAF-A526-BC2BBFF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Relocate dan pilih titik referensi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94235bfda4790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62CF-4B39-46F0-9F28-A036E19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titik yang jelas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gambar, misalnya perpotongan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E598-4702-4F37-B6A9-BB81667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125617591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2B19F-5D14-4F9A-ADE1-CD8F599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5E9BF-0FDF-4C34-905A-57C6F0A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C9AD9-A2DB-4BAD-9261-1270290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D52A82-D91E-423D-A623-A3C035F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Selaraskan dengan titik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96754289144f5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F4C3-4183-4221-939A-4C06719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titik yang sama pada grid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gunakan intersection snap bila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pemilihan tidak akurat.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9790-C210-431F-98A3-3C4A0B82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dengan titik referensi gambar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perpotongan axis grid.</a:t>
            </a:r>
          </a:p>
        </p:txBody>
      </p:sp>
    </p:spTree>
    <p:extLst>
      <p:ext uri="{BB962C8B-B14F-4D97-AF65-F5344CB8AC3E}">
        <p14:creationId xmlns:p14="http://schemas.microsoft.com/office/powerpoint/2010/main" val="200815372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5BF6D-56EB-4F2A-9AB5-8E9E9337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F219-16E5-4066-926D-E0480F8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89D09-836D-4BA8-83AD-D02EB7E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2F31B2-413D-4B02-9B2C-8D2B685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Mengatur Skala dan Posisi Gambar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5BA5-D150-49D8-8722-70FB74D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79C8-5266-4AD9-8CBA-DA5C966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0784-56B1-438B-BE26-7895CEB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84E8-7550-414F-8A8C-6CE0CF4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5846893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F54C3-5E4C-47A6-90F6-74C92358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7D177-4349-451A-BE44-240B90FC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0CC7-2CDD-4CFC-9947-26EC14D1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F49E8E-A804-476B-AABB-324DA97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69061-ADBB-4875-A025-CC9D19C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axis grid secara otomatis atau manual sesuai gambar.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A3357-D3BC-4370-921C-0CD1634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D631-6EC6-487C-8BBE-2CF01F6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tipe axis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E71B-2A61-4CAC-9B21-27952BE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garis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6A605-A1B1-4DEF-9726-82E4E5D9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04F0-AEA1-47E6-BC8A-D8D1EAA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AD4CB-99DB-4116-8BC2-07C53C2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Buat axis orthogonal secara manual</a:t>
            </a:r>
          </a:p>
        </p:txBody>
      </p:sp>
    </p:spTree>
    <p:extLst>
      <p:ext uri="{BB962C8B-B14F-4D97-AF65-F5344CB8AC3E}">
        <p14:creationId xmlns:p14="http://schemas.microsoft.com/office/powerpoint/2010/main" val="211198480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832DF-B939-4ED2-8423-BB042E9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2F72-95AD-42C2-87D9-0A2BA56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1406B-63C8-4A7F-B557-064430D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1503E-5A3D-43A9-8208-96D8238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tipe axis grid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1448210b34419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3BD7A-4DF3-449E-8B00-08E3713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mendukung orthogonal,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diagonal, dan arc axis grid.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7689-CB0A-4CCC-8CD7-BC4EDC0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orthogonal, arc, dan diagonal axis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grid.</a:t>
            </a:r>
          </a:p>
        </p:txBody>
      </p:sp>
    </p:spTree>
    <p:extLst>
      <p:ext uri="{BB962C8B-B14F-4D97-AF65-F5344CB8AC3E}">
        <p14:creationId xmlns:p14="http://schemas.microsoft.com/office/powerpoint/2010/main" val="4481572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4583A-8FF5-4AF1-A2A2-BC17165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A3CF-E5A6-4973-B106-BC36B5F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F5F4-3E0A-490F-96A9-EFB3B0F6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469C6D5-F02C-43D1-8819-F6BB30D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garis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f100e985f4100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3EA7-23BE-4CD6-96A4-6931540F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identifikasi otomatis, pilih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berdasarkan layer atau colour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A000-1931-47BB-8D92-69BEA28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dengan pilihan layer atau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dan garis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0265234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1D47A-C63A-4F46-AEA4-953CF8E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EE22C-EFB6-468E-8C2F-2675A037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7F3EF-569B-4B25-9B64-A830E33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413B1CA-A928-4880-A056-18E1093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cb98bdd314fd6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783E-ED9F-4348-8084-55AA168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label axis berdasarkan layer atau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362F-23AA-4B87-8711-814C6D47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dengan pilihan layer atau colour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label axis terpilih.</a:t>
            </a:r>
          </a:p>
        </p:txBody>
      </p:sp>
    </p:spTree>
    <p:extLst>
      <p:ext uri="{BB962C8B-B14F-4D97-AF65-F5344CB8AC3E}">
        <p14:creationId xmlns:p14="http://schemas.microsoft.com/office/powerpoint/2010/main" val="21591855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6C2BE-74A6-4D07-998F-C7EC201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3A67-404F-42D7-86CA-21E9748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9E1A-69F9-455D-AA68-EBC7F8F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45F5A1-E127-4D8B-8FB2-455BDB5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91be5aae34d17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D393A-7FBB-41DA-B0CF-AE7CA11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axis yang terbentuk terhadap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531E4-87E1-4518-9941-C74349D7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di atas denah axis grid.</a:t>
            </a:r>
          </a:p>
        </p:txBody>
      </p:sp>
    </p:spTree>
    <p:extLst>
      <p:ext uri="{BB962C8B-B14F-4D97-AF65-F5344CB8AC3E}">
        <p14:creationId xmlns:p14="http://schemas.microsoft.com/office/powerpoint/2010/main" val="168141852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27AC7-90D0-4A8B-8DE3-C774EA1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A557-87FE-4208-9554-AEC7D16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18B0-BC84-4285-8DC5-1A3AC56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6FB6C56-65D1-4F61-9657-AC913A1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Buat axis orthogonal secara manual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1ce95f6024ba0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F84-74C3-45D7-8DCF-9C2288A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Draw &gt; New Orthogonal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Grid, masukkan numbering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distance, tentukan posisi,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E139E-9231-4F23-ABA0-02D4D591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dengan field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direction, numbering, dan distance.</a:t>
            </a:r>
          </a:p>
        </p:txBody>
      </p:sp>
    </p:spTree>
    <p:extLst>
      <p:ext uri="{BB962C8B-B14F-4D97-AF65-F5344CB8AC3E}">
        <p14:creationId xmlns:p14="http://schemas.microsoft.com/office/powerpoint/2010/main" val="16275963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0F2A9-4F6A-46F6-B16C-C0B37CD4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B5929-5A9C-44D0-985F-82D8DD2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8CF2-5FCF-4AB8-AD7A-4790995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12DCDC-91C0-407D-93E4-6C27A5CD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Membuat Axis 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CBB3-9A4D-42A6-9202-8FB8333F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F6BE-D749-4CC3-93C1-C57AE263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7CB7-138E-496F-B697-CFDFFAC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F9B81-1F25-4CDF-B705-88BB2712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4778231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A8C17-6237-4A8A-A663-87A19CE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4BF7C-4840-4DF3-B121-23D17F41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99C1A-8C5B-48DF-9365-D75820C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BDD5BDA-31C6-418C-9600-824CE18E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Pemodelan Elemen Bangunan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43BAB-2D81-4D3E-9F82-1FF3CBA9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 otomatis berdasarkan layer atau colour ditujukan terutama untuk CAD dan vector PDF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memiliki data garis serta teks.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E9C5E-782A-47DB-9172-0776DC1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134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→ Column → Beam → Slab → Wall → Opening → Finishing</a:t>
            </a:r>
          </a:p>
        </p:txBody>
      </p:sp>
    </p:spTree>
    <p:extLst>
      <p:ext uri="{BB962C8B-B14F-4D97-AF65-F5344CB8AC3E}">
        <p14:creationId xmlns:p14="http://schemas.microsoft.com/office/powerpoint/2010/main" val="40176876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43CD9-D33D-4440-ABD6-01F8571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39F9D-1421-4C41-B4D0-1B77999E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A7FD-54EE-45B4-BB81-2010BCC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C229DF-9BD1-44ED-8F4E-6EB28F6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6B42-B8EE-4853-885D-5864987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pile cap dari garis dan label yang dapat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4492-B486-4DE2-911F-985C5D6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23BC-A5E2-44E9-B337-C237208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9D320-21D4-4BCA-A84F-6824CC4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frame pile 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9F7A6-C21E-4468-883E-BAB0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label pile cap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FEE0F-0C56-4141-9647-6C0FA226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 dan periksa hasil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4C5CE-D89F-474C-BBAE-4FA1D55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pile cap</a:t>
            </a:r>
          </a:p>
        </p:txBody>
      </p:sp>
    </p:spTree>
    <p:extLst>
      <p:ext uri="{BB962C8B-B14F-4D97-AF65-F5344CB8AC3E}">
        <p14:creationId xmlns:p14="http://schemas.microsoft.com/office/powerpoint/2010/main" val="82382256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4EC9C-17B5-4960-802D-EB7C246B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DE53-7755-4393-B502-8322FA2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2296C-44FF-4B86-9ADA-022B9E8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4CF817-8020-440B-B450-4FBE63B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5881b50074e04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3AC34-474F-4EC2-8F4A-48E4E15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pemilihan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 pada CAD atau vector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PDF yang memiliki data 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C1F5-5E1C-4431-B91E-9526490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390368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7D296-14B1-41AB-B340-D5CC632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7DCB-CA3E-4B3F-9225-04FDE0A0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0049F-0F78-41C7-AAF9-0986F1B8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8D8683-2234-4369-B649-69CFF54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frame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9c1b07d864272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B5CC-71D8-482F-9823-91F32236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tepi pile cap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 pilihan.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0BF1A-4846-478F-9885-65809B7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frame pile cap PC2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73622021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97BBA-9AF8-43E1-97E0-A987384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1A65B-C667-4879-A0D5-DFF2F44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7A288-228D-4127-A419-7174839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114537-2471-4017-88A1-6CB4A60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ccdee11234093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C02E2-4A39-4236-8F0C-F60241D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untuk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nama elemen yang sesuai.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1F35-680F-4531-B7F0-ACB6787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PC2 pada denah pile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cap.</a:t>
            </a:r>
          </a:p>
        </p:txBody>
      </p:sp>
    </p:spTree>
    <p:extLst>
      <p:ext uri="{BB962C8B-B14F-4D97-AF65-F5344CB8AC3E}">
        <p14:creationId xmlns:p14="http://schemas.microsoft.com/office/powerpoint/2010/main" val="2363525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F85FC-CE69-464F-8BA9-9D4F473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4672-8755-4B27-9861-63CE29C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34CDB-DBBA-4CCF-9E6C-B74D851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A10AE9-07E2-4E22-B8AD-3C55488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 dan periksa hasil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c97f2f959470c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E65D0-B4BD-42C9-BA71-916BEDD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 serta ukuran pile 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08D61-C41C-46A1-B5E3-CCFAB98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pile cap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model 3D.</a:t>
            </a:r>
          </a:p>
        </p:txBody>
      </p:sp>
    </p:spTree>
    <p:extLst>
      <p:ext uri="{BB962C8B-B14F-4D97-AF65-F5344CB8AC3E}">
        <p14:creationId xmlns:p14="http://schemas.microsoft.com/office/powerpoint/2010/main" val="4999073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D2CE99-D917-4D4A-BB2B-39D7BFE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2C3A-3C22-4B63-9B7E-AE89D03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01B2-A386-4D66-8ED2-616EF80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6E1950D-C272-433F-A708-FA28EC81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pile cap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00003edd64104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06FAB-1BBB-48B2-9164-2756817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untuk beton dan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untuk bekisting.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E3D85-4608-4C3A-9F66-8222D7A8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pile cap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33155283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FF41C-40D1-40C6-A4C9-2112D570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62FC-0884-475E-8DDE-C792D3C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8A9F9-53E8-48D1-93E2-FA83FC63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3DCA6D-63CD-4AD8-A77D-DB291048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Pile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50AEE-A97E-45FC-AC04-460A7E0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F7B4-3E1E-4B41-AD28-97563F73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D3957-2BBF-47BC-B686-F4A1E38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090D0-3BDD-46A9-9F24-FA997F5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70160318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D5C79-C6AD-49C7-AD71-332E86E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A5C0-03BC-4CB7-A27F-13208AA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677E4-C5C5-48BD-AA44-45CDC8FC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D050D-DA7B-4E94-B75A-5D96BD05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88F67-3AB6-4430-9905-FE5B1BA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kolom dan memeriksa model tiga dimensinya.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0F7C9-9AE9-4C07-9F6B-C518BF4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95999-53A1-49E2-A731-BE30E78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kolom yang relevan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FE405-7E57-466C-8F0B-8BFC9AB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outline dengan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2D1CD-C2A6-4FB2-8B9F-92523B2B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C3BC2-7A64-44DD-869D-88D7F6B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9663-321B-431C-A332-A510F95D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kolom dalam 3D</a:t>
            </a:r>
          </a:p>
        </p:txBody>
      </p:sp>
    </p:spTree>
    <p:extLst>
      <p:ext uri="{BB962C8B-B14F-4D97-AF65-F5344CB8AC3E}">
        <p14:creationId xmlns:p14="http://schemas.microsoft.com/office/powerpoint/2010/main" val="82313192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DEE63-3427-44EF-8B79-C380CE2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2C71-43E1-418D-AAAE-0AE4FB9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5D179-0AF6-4321-8E52-5598048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53E6E-7C3B-4F87-8B6A-77C272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kolom yang relevan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a09f1ea54021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5C44-4F8E-49D6-AED3-0C664A1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composite, dan steel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1E38-84C6-40C9-9C0D-D9589B7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composite, round, steel,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 column.</a:t>
            </a:r>
          </a:p>
        </p:txBody>
      </p:sp>
    </p:spTree>
    <p:extLst>
      <p:ext uri="{BB962C8B-B14F-4D97-AF65-F5344CB8AC3E}">
        <p14:creationId xmlns:p14="http://schemas.microsoft.com/office/powerpoint/2010/main" val="4304378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D3F8C-DA86-42E2-8625-002D3EBF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5D73-7A87-4E9D-8132-80AB2A79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A860-6DC4-41D3-BE50-FA61890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2C816B-F302-44DD-84CC-DB4D740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outline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c818886b4496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B402-6479-4747-ADCF-63514E13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hanya memuat garis pembentuk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34116-4848-4190-8785-CE039719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outline kolom K2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27604107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83527-4A2E-4EF4-A3C6-B79D092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0C0C-E50F-4F38-9838-FF5C4F5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8E621-4A1D-496F-8637-ACE39947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7C519A3-284C-4714-8B61-CAE0901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d21b94ec4daa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E17C-027E-4596-AD02-9B4FAF30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label kolom yang berpasangan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outline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624B-967F-42B8-914C-BD6190D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teks K2 pada denah kolom.</a:t>
            </a:r>
          </a:p>
        </p:txBody>
      </p:sp>
    </p:spTree>
    <p:extLst>
      <p:ext uri="{BB962C8B-B14F-4D97-AF65-F5344CB8AC3E}">
        <p14:creationId xmlns:p14="http://schemas.microsoft.com/office/powerpoint/2010/main" val="154524509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64402-2BEC-4DE5-BA37-BE41CBAA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1534-8038-463B-9AFC-1A03055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823B-55E6-4438-8806-8BAB45F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D7D419-42F7-451C-A9E7-CCCE8B2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4bd4084046e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B0D6F-CDBE-46BF-B589-5B67165A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elemen setelah garis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label selesai dipilih.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A8BD-49F2-41AC-B611-A214D0A8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16922317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B62022-DF8F-4955-BF81-F65F600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280E9-C41F-4CD9-89E5-FD3CFB9B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90803-E399-4A17-A11A-CAAF561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DB4D4D-A2F5-4B2A-80BA-1D2B270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kolom dalam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c63c61cc54589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08951-7D59-4459-AB5C-68343B6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posisi, ukuran, dan lantai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C1B34-FA8D-4D08-ACCC-EABF0810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dengan outline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kolom 3D berwarna ungu.</a:t>
            </a:r>
          </a:p>
        </p:txBody>
      </p:sp>
    </p:spTree>
    <p:extLst>
      <p:ext uri="{BB962C8B-B14F-4D97-AF65-F5344CB8AC3E}">
        <p14:creationId xmlns:p14="http://schemas.microsoft.com/office/powerpoint/2010/main" val="88521627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0D5842-5EB6-463E-AAE1-19C46221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6F99-A776-4221-93F3-6EDEA2C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F64CA-74EF-4188-BDC4-F202F85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6C8975-A849-42C7-9A65-71F8D4F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Kolom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AFC8-0429-42F2-96BE-B6F7817D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22521-D17F-40B1-A7C3-305E0A7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8218A-7765-4ED6-AC47-2A3BF57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C7DA-C2F7-40C5-9241-1F55366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19366020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0B690-0F96-4FC5-91EA-3C0DA1C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513C-32D3-409B-8D8B-D6B0D38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8AC19-E077-43CA-A525-89818516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F05CF89-1D1B-4426-8BC4-D21D59F7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99F5-C87F-462E-B5D0-79B93D2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balok, memperbaiki kesalahan, dan memeriksa kuantitasnya.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63E1E-F8EB-42E9-AEE1-1E60893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8D4E8-C159-47F5-B421-C7C3BCF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beam lines dengan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5E4F3-E3F4-4E70-9CD3-CCB85BF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label dengan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5E69-5D6C-4F16-AD03-9D7ABEE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5078-52E9-4B44-B75A-F7FEEB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Lakukan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59163-1D42-47A5-8DED-F9D92D2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balok</a:t>
            </a:r>
          </a:p>
        </p:txBody>
      </p:sp>
    </p:spTree>
    <p:extLst>
      <p:ext uri="{BB962C8B-B14F-4D97-AF65-F5344CB8AC3E}">
        <p14:creationId xmlns:p14="http://schemas.microsoft.com/office/powerpoint/2010/main" val="15349477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6640E-77EB-4897-934F-15FF5D19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5168-6C95-4412-8874-509DC428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7EDB4-6273-44AB-AFB1-B87F64E4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A57DE2A-0095-4C6E-9158-276E4BB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beam lines dengan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bdfc699744334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88F5-4252-421A-A77B-EFA0F5E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untuk mengambil garis tepi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balok.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BAFC-7B8D-4A00-B550-99552EE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dan garis batas balok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denah.</a:t>
            </a:r>
          </a:p>
        </p:txBody>
      </p:sp>
    </p:spTree>
    <p:extLst>
      <p:ext uri="{BB962C8B-B14F-4D97-AF65-F5344CB8AC3E}">
        <p14:creationId xmlns:p14="http://schemas.microsoft.com/office/powerpoint/2010/main" val="11491499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2A9618-09A8-4065-923E-EBBA988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DF8A-6106-4AED-BB24-C2678D47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06F8-BAE9-4B30-B75F-FAC9E2E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7F246C-6D27-45B0-871F-146DD48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a2a7e9664b0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4512-BD5A-423B-A83F-776B8F0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nama balok yang berkaitan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9714A-5EF0-4689-86C8-27A1C63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5781534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B5E20-DC9C-4537-8C87-E2D7BE6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BF2B5-8BB8-47DF-8E34-9C764FC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48AA-CC15-438D-8D9B-934CBAB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709764-26D4-40C2-993B-9B22C60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8db324f64c1b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9F54-D8C2-4CDB-9BDF-0D5404A4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model balok setelah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 dan label lengkap.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1F1D-B665-46AC-83F0-3A8F2F5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label 1B2 300x700,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30647595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87C97-62F1-40CE-AA4E-C17DC99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21D7-6A60-4E71-B88C-3BD08806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0A725-09C1-4BDB-9163-28647EF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0ACB9A-A180-4934-87AA-D88FBCC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Lakukan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315326cc644fa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C4825-06FE-48B1-8B78-F8D6D04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Periksa, ubah elemen yang salah,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pembaruan model 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39587-124A-450A-B935-A1EB92A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daftar error,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Editor, dan model balok 3D.</a:t>
            </a:r>
          </a:p>
        </p:txBody>
      </p:sp>
    </p:spTree>
    <p:extLst>
      <p:ext uri="{BB962C8B-B14F-4D97-AF65-F5344CB8AC3E}">
        <p14:creationId xmlns:p14="http://schemas.microsoft.com/office/powerpoint/2010/main" val="2833014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AEC8-9033-45A5-A1D6-70FC42C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EFDC-5AAC-466F-97E7-C9C7B2A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6D69C-EBF7-47CF-9326-B98CB6B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E676DC-5B45-4BB7-A311-056CE51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balok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9692c56324e08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179C6-E585-4B9C-B28E-839BF42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 beton dan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CB7BF-6628-4045-A3A8-ABBFDCD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balok dengan Volume dan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64582883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2561E-7140-4282-8292-65C7FE4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A85C-9039-445D-9CB4-FE264552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4A71-413D-4713-BF3F-DE2CB24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3137A3-4003-435B-B93C-7A0192C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dan Memeriksa Balok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4463-41B4-4A24-94E9-C52D394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BF33C-C6F1-4CB1-94C2-A248F31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49422-28AB-47FE-AC0F-40411E0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EA063-1BF2-4AF0-B7EB-F3AF9932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34941259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54BD3-5AC5-4788-8B92-9675C01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78FEB-F81C-4076-A6EF-B8CCFD4A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2D5B7-22A7-4669-941A-8D80B444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455845-CA6F-4F68-AB3D-D5A6E40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8C7ED-DA4C-435D-889D-9D1EC64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pelat dan opening dengan ketebalan serta batas yang benar.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80B3E-D528-4A41-8541-26EA9518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C9CD5-0004-4690-9F75-6D9A92F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Kenali tipe pelat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9464-CE92-4FE2-982F-60983D6A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Ambil label pelat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AEBA5-9F5D-43A4-8DC9-87F5302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B47C-422C-4D7D-BE3E-5835570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14711-3ADB-4A0F-B7B6-25A8378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34963526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A2C8C-5F24-496A-9654-CE6CC88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DD97-0A3F-4723-B256-EC39C07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93A7-10CE-43AC-A980-7E9FFB5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CC5BA5-A1DD-4DE0-802F-71A4B219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Kenali tipe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297e63b9485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ACDE0-732D-4D4A-97B0-70684F8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manual mencakup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slab, bondek slab, dan spiral ramp.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36AEE-60A4-48AA-8688-185515F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in-situ slab, spiral ramp,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bondek slab.</a:t>
            </a:r>
          </a:p>
        </p:txBody>
      </p:sp>
    </p:spTree>
    <p:extLst>
      <p:ext uri="{BB962C8B-B14F-4D97-AF65-F5344CB8AC3E}">
        <p14:creationId xmlns:p14="http://schemas.microsoft.com/office/powerpoint/2010/main" val="199448727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B4942-CDE0-4439-AABF-15B08782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E7640-AA72-4D84-A9A8-86CF1A8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24D35-2A6A-403F-BA88-EE1A2CD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31CE34-F190-4BE5-B66C-2235A083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label pelat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330dd9504998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C0E01-01E2-4C0E-80D7-D081AACE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Label berdasarkan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4312B-C678-41BB-B891-B9B4270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dan label pelat S1 pada denah.</a:t>
            </a:r>
          </a:p>
        </p:txBody>
      </p:sp>
    </p:spTree>
    <p:extLst>
      <p:ext uri="{BB962C8B-B14F-4D97-AF65-F5344CB8AC3E}">
        <p14:creationId xmlns:p14="http://schemas.microsoft.com/office/powerpoint/2010/main" val="192334006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7904E-C4ED-4E1C-875A-780CF59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35F9C-8828-4ECA-B4E5-31AEBE3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BD27-7F58-4D5F-82FF-B5539268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6EF4D0-3EC8-4683-B0E4-3F3B1E47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644ca753d4e7a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C824-C492-4A04-A8B4-573DDE9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boundary opening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7688-BE0E-43CB-8223-3C85FDD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dan batas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denah.</a:t>
            </a:r>
          </a:p>
        </p:txBody>
      </p:sp>
    </p:spTree>
    <p:extLst>
      <p:ext uri="{BB962C8B-B14F-4D97-AF65-F5344CB8AC3E}">
        <p14:creationId xmlns:p14="http://schemas.microsoft.com/office/powerpoint/2010/main" val="125493980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902D9-8959-487C-A343-7C2BEC3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B789E-1D1A-4784-907A-11DEBD7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1516-D7D8-4CF4-84F9-E39F9F9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B38D23-12FF-4205-9ED8-A26228D1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14cc4f904483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A01B8-CC88-4CE5-9545-277499F5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Slab Identification Option serta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koreksi thickness bila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9B402-9ACD-475A-9ADC-78609A7F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dan model 3D.</a:t>
            </a:r>
          </a:p>
        </p:txBody>
      </p:sp>
    </p:spTree>
    <p:extLst>
      <p:ext uri="{BB962C8B-B14F-4D97-AF65-F5344CB8AC3E}">
        <p14:creationId xmlns:p14="http://schemas.microsoft.com/office/powerpoint/2010/main" val="7716882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C99C6D-5065-4159-9DCA-55874C3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AAD14-218F-4B76-A9E8-545E2D24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B082A-B57A-4CD1-9095-685826E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65E5BF-C60B-4FFF-8F5A-50876F8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1e9540de4cea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49871-48AA-4AB2-B7E2-1057478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panjang side formwork pada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atau break.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839DD-AED9-452E-89AA-C7E1975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pelat dengan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serta edge dan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211700459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E089AA-239F-485E-9282-E66B090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D340A-F1AD-449F-92D7-8FCE5D2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94F07-248A-48F9-8DA6-DCF7450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6946B28-E3CF-4B23-866E-5265EDC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Pelat dan Slab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D81A-A322-4E50-AAAB-64521C0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F4C3-D05D-481E-AB8A-82BC8F4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C0BF2-A874-4CEB-BEE2-2CE0EAA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328AA-1798-405A-AB3C-9ED9E3C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80510321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2FDD2-1E7F-4AFD-9B05-BCE716E8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25EBD-C57B-460C-A355-9710FB9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1EB4F-158D-445D-B450-7DB506A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7F4340-E429-4E92-9D6D-BDBA61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2BD8C-74D2-489F-9AFD-FE9E320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concrete wall dan meninjau kuantitas strukturnya.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D7431-699F-4966-AA9A-1F10EC8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D583-D871-4997-81D7-3189BC87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3330-6B44-418B-8807-5CE553F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garis dinding struktur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413C-32CB-4423-9D7E-AB9A081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nama dengan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EA06F-DEBD-4A6F-9963-DA1AB81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2D115-DA59-401D-8900-D806202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kuantitas dinding struktur</a:t>
            </a:r>
          </a:p>
        </p:txBody>
      </p:sp>
    </p:spTree>
    <p:extLst>
      <p:ext uri="{BB962C8B-B14F-4D97-AF65-F5344CB8AC3E}">
        <p14:creationId xmlns:p14="http://schemas.microsoft.com/office/powerpoint/2010/main" val="20010348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5D734-3676-409F-A425-337894DD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0253-C837-4DC9-A124-13E2CCB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FA59D-3274-4131-9976-18E26D0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6CF3EB-DDE4-470B-9DC0-0C97B8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2bd93fc754e5a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86E2-35AE-4203-91D4-4BAAA11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layer atau colour pada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vector PDF yang memiliki data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garis.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48A2-081A-4BFA-BB6E-7FEAE19F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60518617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F7FD1-877F-41B3-A27D-AD65A09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9475C-AA5E-4155-AB34-7A1D327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F872-4EDB-4042-894E-B7AE825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7F9933-5D85-4865-A5FD-F63C915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garis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3b2feff142c8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B321-FC14-436B-97DC-E6D047E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Ambil garis concrete wall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lengkap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DE65-2F53-43A3-B697-8A03057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dan garis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struktur terpilih.</a:t>
            </a:r>
          </a:p>
        </p:txBody>
      </p:sp>
    </p:spTree>
    <p:extLst>
      <p:ext uri="{BB962C8B-B14F-4D97-AF65-F5344CB8AC3E}">
        <p14:creationId xmlns:p14="http://schemas.microsoft.com/office/powerpoint/2010/main" val="17701702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2B6A0-A422-49CA-9AC0-44AB42C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B662-E8A2-4A85-B87E-04181E29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CDC9C-F1BC-4234-9F2A-2F90E701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A2E6EA2-6C3C-4530-A316-6F41820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nama dengan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a9f58ad964ebc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E873C-629D-4143-97B8-149A56A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label concrete wall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garis terpilih.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8AEC-AE5D-4DCE-986F-FD5A92A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dan teks RC WALL 1.</a:t>
            </a:r>
          </a:p>
        </p:txBody>
      </p:sp>
    </p:spTree>
    <p:extLst>
      <p:ext uri="{BB962C8B-B14F-4D97-AF65-F5344CB8AC3E}">
        <p14:creationId xmlns:p14="http://schemas.microsoft.com/office/powerpoint/2010/main" val="10634154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42801-3415-432B-9585-C5F57C78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A2DE-E437-496F-B2FC-26B8E49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6F1F6-F4EE-4525-BD6C-546634BB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1693B0-EE80-4E08-B11D-F7F79A9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8786782564119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B5D85-E384-4920-ACEB-7C7CB86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kotak informasi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1090-73A4-49B0-8552-67487FA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dialog konfirmasi, dan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3D.</a:t>
            </a:r>
          </a:p>
        </p:txBody>
      </p:sp>
    </p:spTree>
    <p:extLst>
      <p:ext uri="{BB962C8B-B14F-4D97-AF65-F5344CB8AC3E}">
        <p14:creationId xmlns:p14="http://schemas.microsoft.com/office/powerpoint/2010/main" val="9759361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B4F83-B00F-4435-B077-04C09644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8B636-B24D-4E4D-8F96-292A3D2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86B5-B9A6-4071-9E34-36CCB61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8326AE-7055-4E02-9BD7-33134EB4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kuantitas dinding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bfb9dfed4533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B17A0-0172-435A-AF30-751A232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Volume, Area of Formwork,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 panjang bekisting pada edge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atau opening break bila relevan.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22A35-4A63-4F58-BB94-5C18529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struktur dengan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69471522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C88CE-E066-4C20-A553-F7DA3E7C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4FE61-B87A-4413-AA5F-DF07035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72171-37F8-4972-BB32-7B0C9AA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B10614-CCF6-4AE4-84C9-BFADE1C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Struktur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D8DF7-A78D-4697-BDFC-ABFF119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6E5E-CE27-4060-9641-4C19094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FE996-B04B-4071-8A9F-689E4C6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C1061-6F7C-4C9D-88A7-D605342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469695598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2B7EE-60B4-4A13-99B9-BAA699B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3DE9F-EB9F-46EC-8A2A-4FDE7AD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BF2BF-DC28-42AA-B2E1-84F362B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AF80B1-9CEA-470C-A4DF-1698059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D6794-9AC3-4D54-8489-B29EDD7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Menghasilkan masonry wall dan meninjau luasnya.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881AF-A1C2-471D-A18B-AA0CAA2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86B42-0B84-4250-8357-B07B626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Bedakan dinding arsitektur dan struktur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AD6B-0DCD-4E2D-B8B4-48EAC9F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Pilih masonry wall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80C8-1C93-43C5-95FD-1A04C05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Ambil opening dan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03BA7-33AD-4D27-868C-79B40CE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26CE8-25FD-42AB-9FF1-F314CD6B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Tinjau luas dinding</a:t>
            </a:r>
          </a:p>
        </p:txBody>
      </p:sp>
    </p:spTree>
    <p:extLst>
      <p:ext uri="{BB962C8B-B14F-4D97-AF65-F5344CB8AC3E}">
        <p14:creationId xmlns:p14="http://schemas.microsoft.com/office/powerpoint/2010/main" val="84889062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BAE7F-7131-4D2C-86DD-46BE239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E3614-6954-429F-9EC7-3C84E10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F25A-9EB4-455F-B74D-96196AD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22B3731-18AC-431F-BDF2-41D036C4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Bedakan dinding arsitektur dan struktur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e1504aea94756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9B7E2-619F-4CAF-B38F-C0CEC0E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masonry dilaporkan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area, bukan 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beton.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F08AF-1865-4747-866A-C4DD3CA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Contoh brick wall, lightweight panel, block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wall, dan glass wall.</a:t>
            </a:r>
          </a:p>
        </p:txBody>
      </p:sp>
    </p:spTree>
    <p:extLst>
      <p:ext uri="{BB962C8B-B14F-4D97-AF65-F5344CB8AC3E}">
        <p14:creationId xmlns:p14="http://schemas.microsoft.com/office/powerpoint/2010/main" val="130615597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6F160-946E-44DF-9F0B-7BAAF2E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630B9-DBA7-437D-B00C-2A11A5A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CDFB-CF18-4069-AE93-37FF276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3E98A7-55A8-4DCE-A14A-9054BBC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masonry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debbd3de944d3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9118-73CD-487E-869A-6E483B6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perintah sideline yang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sesuai dan pilih garis berdasarkan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layer atau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20843-6BDC-44CA-BC54-82C9CD7D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masonry wall dengan garis dinding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diberi sorotan.</a:t>
            </a:r>
          </a:p>
        </p:txBody>
      </p:sp>
    </p:spTree>
    <p:extLst>
      <p:ext uri="{BB962C8B-B14F-4D97-AF65-F5344CB8AC3E}">
        <p14:creationId xmlns:p14="http://schemas.microsoft.com/office/powerpoint/2010/main" val="103242534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24282-21FC-4B98-9CB0-F7DBEC8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8CFF-9319-4DB5-8119-47747A6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7A7C-81C3-4DD5-A2D3-E27FCBEA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5B7F896-836E-46E9-9C10-70996CA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Ambil opening dan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b5c86eb794e3d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377E-E40C-4EF1-9D74-CA16DB8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bila diperlukan, lalu pilih nama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dengan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E09FE-CF22-42AA-BFD6-D5F9C46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Kontrol identifikasi opening dan masonry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pada denah.</a:t>
            </a:r>
          </a:p>
        </p:txBody>
      </p:sp>
    </p:spTree>
    <p:extLst>
      <p:ext uri="{BB962C8B-B14F-4D97-AF65-F5344CB8AC3E}">
        <p14:creationId xmlns:p14="http://schemas.microsoft.com/office/powerpoint/2010/main" val="1978365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7E9FF-C2C9-40A1-9BC1-F8BBD685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BE762-0E51-49DC-9EF1-27028AE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BE452-E8F1-45DA-9E5B-8F214420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E2B238-04F2-4AA8-83DA-348485C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fbeaac2c7463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7452-18AD-42B8-9CCF-0ED666F2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Konfirmasi identifikasi lalu periksa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dinding yang dihasilkan.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BE6DF-B6B5-40B4-8C52-04299A3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dinding dan hasil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teridentifikasi.</a:t>
            </a:r>
          </a:p>
        </p:txBody>
      </p:sp>
    </p:spTree>
    <p:extLst>
      <p:ext uri="{BB962C8B-B14F-4D97-AF65-F5344CB8AC3E}">
        <p14:creationId xmlns:p14="http://schemas.microsoft.com/office/powerpoint/2010/main" val="113953484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ACC0A-DE72-4280-8787-3EB55FA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B26E0-FFF3-4AC9-B2DE-933C0E8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9F5F-21A9-424A-BEE0-B2073DA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E4B1AB-D98B-4D5E-A86A-514EFE3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Tinjau luas dinding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4123c6314ce0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E698E-230D-4285-B127-4B00FA3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hasil Area untuk kuantitas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 wall.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EB3B-202C-4174-A5C2-9BC80FB1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dinding arsitektur dengan nilai Area.</a:t>
            </a:r>
          </a:p>
        </p:txBody>
      </p:sp>
    </p:spTree>
    <p:extLst>
      <p:ext uri="{BB962C8B-B14F-4D97-AF65-F5344CB8AC3E}">
        <p14:creationId xmlns:p14="http://schemas.microsoft.com/office/powerpoint/2010/main" val="41971858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D30B9-2CE5-4212-834E-DAB2989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C170-67E8-41BB-9156-589A4AD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EFBC-418F-406A-9C0D-5EEB3D9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9DAF9C-569A-4466-96FD-6887663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Dinding Arsitektur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0C549-7D45-42FA-99BE-AAD12DD3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7652-9CA4-4ADD-BB87-0F835B7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99961-C65C-4785-84E4-DD18C802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CD41A-9535-49C7-A9CD-05991DD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9129695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448A9-F623-4E9A-9E3A-786EB4C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948B8-259B-46CC-9C8C-B4A2292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8D559-9FA4-4C3E-9C5A-95AA77ED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B1992E-42B6-46A9-B2EE-CDF3A3D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93AC-654A-4BE5-8E24-28D0634E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Membuat tipe opening dari schedule dan menempatkannya pada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E4D0B-ADFC-4322-BBEB-3120953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AFEE1-03B5-412E-83D1-2FF430B3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4E718-30D0-45A6-9D71-2B92D8AC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Petakan kolom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AA21-076C-4761-B2EE-DFE3622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Hasilkan tipe opening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15199-815A-4921-87D2-FD268F82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Pilih label dan jalankan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EBCBA-34C4-44C6-8E96-3E385037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hasil dan kuantitas</a:t>
            </a:r>
          </a:p>
        </p:txBody>
      </p:sp>
    </p:spTree>
    <p:extLst>
      <p:ext uri="{BB962C8B-B14F-4D97-AF65-F5344CB8AC3E}">
        <p14:creationId xmlns:p14="http://schemas.microsoft.com/office/powerpoint/2010/main" val="17938590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2D500-A054-445A-886E-AD312DC3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D146-65AF-4626-9423-87F429F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6232E-CAA6-48EB-A377-B3BFFAE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D0A5A-1374-42EC-A8FD-5C357FF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ec311eb9410e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6DD9-C29E-4316-AA09-C963A6B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seluruh CAD schedule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yang diperlukan lalu konfirmasi.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2198-9442-4565-8ABB-B4E319F9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Schedule pintu dan jendela dengan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tabel terpilih.</a:t>
            </a:r>
          </a:p>
        </p:txBody>
      </p:sp>
    </p:spTree>
    <p:extLst>
      <p:ext uri="{BB962C8B-B14F-4D97-AF65-F5344CB8AC3E}">
        <p14:creationId xmlns:p14="http://schemas.microsoft.com/office/powerpoint/2010/main" val="416178477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C6AD8-2E9B-43D3-AE9F-761C9BF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05D78-4D35-44A2-B521-7FA05AE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1254-472B-4AE7-AC9E-E9A82A9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98AFA1-9ABB-4BA9-BE31-6711CA0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Petakan kolom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eb165c1d3437d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77947-94FB-4359-A1D2-7DBF734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Cocokkan setiap kolom tabel dengan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field yang tepat sebelum memilih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CC1D-8634-4672-80BA-0D596390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209581308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65136-C3B8-49EA-96B1-BB291FE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9E76A-919F-4360-8103-5FA2F5C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0319-91AF-4454-962F-E85B88D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3DA2A1-A308-4CD2-AEE0-07434A1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Hasilkan tipe opening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bb0a0691f468f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C3E4A-5170-40D9-979E-B311A14C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tipe pintu dan jendela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muncul pada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17051-2357-4CF6-8C00-F22CA75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Dialog pemetaan kolom schedule pintu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dan jendela.</a:t>
            </a:r>
          </a:p>
        </p:txBody>
      </p:sp>
    </p:spTree>
    <p:extLst>
      <p:ext uri="{BB962C8B-B14F-4D97-AF65-F5344CB8AC3E}">
        <p14:creationId xmlns:p14="http://schemas.microsoft.com/office/powerpoint/2010/main" val="13072915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67989-57A8-44CE-873D-C1BF496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103B3-5692-457B-A43B-DD11040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9C6ED-B849-44F4-B92E-6E0AC78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5DC189-2281-41EE-B149-044EF8A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label dan jalankan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2519cd0a1488a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4943B-0844-4054-846B-85047439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Pick Door/Window Label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berdasarkan layer atau colour lalu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hasilkan opening.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1C220-2EC5-496E-A94E-FC73748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List dengan tipe opening hasil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identifikasi.</a:t>
            </a:r>
          </a:p>
        </p:txBody>
      </p:sp>
    </p:spTree>
    <p:extLst>
      <p:ext uri="{BB962C8B-B14F-4D97-AF65-F5344CB8AC3E}">
        <p14:creationId xmlns:p14="http://schemas.microsoft.com/office/powerpoint/2010/main" val="18056548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AC9F1-F81A-4363-8CE3-B670D01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02B4B-AF55-4651-9A59-CBC6DBE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03ED-3217-4FCD-BC8E-F204DC84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22B662-9D4E-4D3E-8192-17EE39A9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hasil dan kuantitas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78b0ad6754be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4384C-8C72-418C-99D5-F8B7E5C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Area of Opening serta panjang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edge yang didokumentasikan.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FC61-0881-47CD-B233-29DD33ED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opening dengan label terpilih dan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hasil Auto Identify.</a:t>
            </a:r>
          </a:p>
        </p:txBody>
      </p:sp>
    </p:spTree>
    <p:extLst>
      <p:ext uri="{BB962C8B-B14F-4D97-AF65-F5344CB8AC3E}">
        <p14:creationId xmlns:p14="http://schemas.microsoft.com/office/powerpoint/2010/main" val="1528458606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79858-1AA6-4582-BD85-04EFB922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38F28-24B9-43D3-9671-5749C8E0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30220-E132-4A22-B2DA-EEAEBAAA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589B1C-75AE-4AAA-AA46-0BF46E45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Mengidentifikasi Pintu dan Jendela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D25AE-D84C-4ABB-8471-D734DDA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4DEB-04E3-4C52-8D56-2AC926BD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537CA-4383-4BFC-9FC1-7ABCCDC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BDB1-A2B6-403A-989E-E91EB2B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62076815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C06663-42DA-41E9-9BA9-48B1377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D8EE-FF1B-4333-81BE-F657D09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64F50-677E-462F-91B2-C900FC3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BD4484-42EC-492B-8271-DB41696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D357-547E-4F34-8C94-7D4C3A0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Mengimpor finish schedule, menerapkan finishing, dan memperbarui hasilnya.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4074-F4CF-481F-B8D3-E16C929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7441-AA84-4CC1-90CF-793A22C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BCDCC-B041-4305-884B-2290558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Tetapkan material texture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3E3A0-692B-42A3-9E3B-77127D8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Terapkan finish dengan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C1C7F-D237-481F-B587-015A09F7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Gunakan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0504-9B3C-45DF-8614-4A7D88C3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model dan kuantitas finishing</a:t>
            </a:r>
          </a:p>
        </p:txBody>
      </p:sp>
    </p:spTree>
    <p:extLst>
      <p:ext uri="{BB962C8B-B14F-4D97-AF65-F5344CB8AC3E}">
        <p14:creationId xmlns:p14="http://schemas.microsoft.com/office/powerpoint/2010/main" val="86603393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AFFB6-BB3B-41D9-B580-F409FA28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77EB1-D0D9-4E67-A06F-81C31717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A4F8-CC3E-4956-B8F7-644AC13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F1DCA5-93C0-41D6-B4E7-D6B4581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0556e82cd4997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4763E-8B84-464B-A2D1-BA8C57F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Buka Draw &gt; Finish Schedule, pilih file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Excel, petakan kolom, lalu pilih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D86AD-097B-45B0-B844-372A273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Excel Finish Schedule dan tabel pemetaan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atribut finish.</a:t>
            </a:r>
          </a:p>
        </p:txBody>
      </p:sp>
    </p:spTree>
    <p:extLst>
      <p:ext uri="{BB962C8B-B14F-4D97-AF65-F5344CB8AC3E}">
        <p14:creationId xmlns:p14="http://schemas.microsoft.com/office/powerpoint/2010/main" val="148537986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99523-CC1B-402A-8AF0-C30E674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C3C9-3D90-405D-B573-2A44F76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D9D4-F4F0-4678-899E-13AFCE0E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178C3-3E31-455D-BC50-AF2B9EE4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Tetapkan material texture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8645ee4534727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E11A0-3C65-4119-87FA-171C32B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floor atau wall finishes dan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hubungkan texture yang diperlukan.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664C3-55B6-4AA7-A397-26D377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 finish dengan pilihan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 texture.</a:t>
            </a:r>
          </a:p>
        </p:txBody>
      </p:sp>
    </p:spTree>
    <p:extLst>
      <p:ext uri="{BB962C8B-B14F-4D97-AF65-F5344CB8AC3E}">
        <p14:creationId xmlns:p14="http://schemas.microsoft.com/office/powerpoint/2010/main" val="202828394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1E8DE-CCA9-4CBD-ABD7-0DFFBD4C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A38D-192C-4E8A-8472-39E5F272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AE8E-EF1D-4D6E-B600-EA634F49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DE00E3E-C5B7-4930-A63D-A078920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Terapkan finish dengan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4f5164b9f4795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C71BB-E3F7-4710-9A21-4FC208A6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room pada architecture plan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agar material diterapkan pada model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E0ED2-60A1-4D0C-A068-D462A0C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Denah ruang untuk penerapan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menggunakan Point.</a:t>
            </a:r>
          </a:p>
        </p:txBody>
      </p:sp>
    </p:spTree>
    <p:extLst>
      <p:ext uri="{BB962C8B-B14F-4D97-AF65-F5344CB8AC3E}">
        <p14:creationId xmlns:p14="http://schemas.microsoft.com/office/powerpoint/2010/main" val="213051078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E1A90-04EA-4FC6-BA49-3AFD95A4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1F6B3-FF12-4FD0-9847-C8DD6E7E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F469-2E6C-453A-98BA-EF04B03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0DAF274-0295-4935-A2C7-E4A52D5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Gunakan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6480861c344c5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3EA1-F9C4-4836-9373-C9CE999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Perbarui finish entity setelah finishing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room berubah.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D43CF-9F5D-4BFD-B800-36B89291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dengan material finish pada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dan dinding.</a:t>
            </a:r>
          </a:p>
        </p:txBody>
      </p:sp>
    </p:spTree>
    <p:extLst>
      <p:ext uri="{BB962C8B-B14F-4D97-AF65-F5344CB8AC3E}">
        <p14:creationId xmlns:p14="http://schemas.microsoft.com/office/powerpoint/2010/main" val="148615519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AA9F9-8862-493A-BB66-36C6175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75D4-A6F8-447C-8BBB-2363B071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6210-651F-412E-AF13-89C20AB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91477D-5440-4569-B47C-FF60A89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model dan kuantitas finishing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456fecb8b4071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35B6-C51B-41BD-8442-BCDAF6D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pengaruh column, exposed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beam, room boundary, dan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FBEFD-3D7C-4D70-A69C-F2225728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dan area model yang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diperbarui.</a:t>
            </a:r>
          </a:p>
        </p:txBody>
      </p:sp>
    </p:spTree>
    <p:extLst>
      <p:ext uri="{BB962C8B-B14F-4D97-AF65-F5344CB8AC3E}">
        <p14:creationId xmlns:p14="http://schemas.microsoft.com/office/powerpoint/2010/main" val="201354028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D2433-C275-464D-827F-C0BA487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D4CE0-F088-4A16-8234-80D7B608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16CB1-80BB-4A7C-9E4E-25CE5B1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C0A676-5CD3-4295-BF4D-7474506B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Menerapkan dan Memperbarui Finishing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C96B5-DF2F-4A20-BE22-A0C534CB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11B86-A41F-4ED5-9AC0-CB8AFCB7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52F17-3E13-4EBE-94FB-4CFC0F6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4F36-17B6-4401-A5E8-FDB591E1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35782140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F630F-D22C-42AD-9898-82830036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7CDB-FE4B-4438-8034-F615C5D2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CC68-85E6-4CA2-AF67-DC660262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92DD5-6273-49B1-BB86-F1468D14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Kuantitas dan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5F144-D969-4DC5-8DBD-CA6EAA19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Ikuti alur kerja yang terdokumentasi untuk bagian 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273D1-383E-44F6-8CE0-E35B7DA3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→ Verify → Report</a:t>
            </a:r>
          </a:p>
        </p:txBody>
      </p:sp>
    </p:spTree>
    <p:extLst>
      <p:ext uri="{BB962C8B-B14F-4D97-AF65-F5344CB8AC3E}">
        <p14:creationId xmlns:p14="http://schemas.microsoft.com/office/powerpoint/2010/main" val="1468334846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0080B-65EA-405D-BE2C-851D4836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54D03-D289-4465-917A-0F063573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02CD4-E788-4D36-B472-F3A44A1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312931-37DC-42BA-BA82-74A3880D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46DA3-BC3D-404A-9CD3-419BB54F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Menghitung cakupan yang tepat dan memvalidasi deduction secara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A1CE7-96FB-480E-A860-3C59B3CC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3EEF7-55E9-4B23-A0A6-CD055E14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Pilih Calculate atau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564A0-BE2F-40F2-BBC1-4C3EF650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Tentukan lantai atau elemen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74D74-62B6-4D60-9F64-FE80072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Jalankan perhitungan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EB49B-06E5-45D4-B0D3-E0C49AA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Buka View Expression pada elemen 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2534-23D2-45BD-8869-F680F00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Periksa dengan 3D Deduction</a:t>
            </a:r>
          </a:p>
        </p:txBody>
      </p:sp>
    </p:spTree>
    <p:extLst>
      <p:ext uri="{BB962C8B-B14F-4D97-AF65-F5344CB8AC3E}">
        <p14:creationId xmlns:p14="http://schemas.microsoft.com/office/powerpoint/2010/main" val="25126913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892A0-AB21-4345-BECE-CA1A422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E079-CECC-4FD3-BAE8-AFA6E14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A619-407E-4B2F-A511-7B8AB83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6DECAB-62F1-41EE-8BFD-4DD4788A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Calculate atau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2dacdc594b3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1C39E-07AB-457D-B258-17CEC3AA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Calculate untuk cakupan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lantai atau opsi selected entity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pemeriksaan terfokus.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36A6-5192-4605-9B4F-922E9B2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8481492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82147-E4BE-46DE-8B61-1CBE714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BC51-1DE7-48A6-86AE-67E25CD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7DEAA-D726-405E-8F5E-764E3505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031CCA-AD73-4A0F-B781-696804A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Tentukan lantai atau elemen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5800671b64bb9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B882D-BB3E-44C8-BC7C-A8DC557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cakupan mencakup semua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perubahan yang perlu diperbarui.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2A5E0-6110-49B1-B8B9-7983A00F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010631433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2769A-B5BF-4693-B6E2-09B4E1A0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CE5B9-A786-42E1-AA5A-A815EE5B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ED4C8-C2BE-4055-BC9C-D6FA0DE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061C7E-6D4F-49F3-992A-DB2D3E1C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Jalankan perhitungan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8a50a50a0487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E851C-7BD4-4481-8549-A169CE8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Tunggu hasil selesai diperbarui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sebelum memulai verifikasi.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E6680-29D1-41C5-A17C-560015E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214650442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58CD8-CC11-4776-B593-F11ED79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1841-0D23-43E7-9890-46AE595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283-CEB9-4CE5-9E27-92E0C27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3CF2867-81C8-4148-868F-4EBCA3D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Expression pada elemen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5d99c63b48ed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4EB9-EE01-454F-A285-FAD21B5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Pilih model yang relevan dan tinjau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terbaru.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36F80-52E2-4F77-BE21-4B966975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99956070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9305E4-E37B-41D2-B34C-B68B868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CE911-1A06-40E3-93E2-4CDD4698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DA095-888E-45FE-A6B4-EC68AAC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E6D63F-1CDE-437B-BA54-A882166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Periksa dengan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0c5efb1b5412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AEC44-A836-49F9-BBCA-E847B1F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deduction fisik sesuai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dengan expression dan measurement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29487-44D6-4254-A67E-CEC473D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dan daftar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elemen.</a:t>
            </a:r>
          </a:p>
        </p:txBody>
      </p:sp>
    </p:spTree>
    <p:extLst>
      <p:ext uri="{BB962C8B-B14F-4D97-AF65-F5344CB8AC3E}">
        <p14:creationId xmlns:p14="http://schemas.microsoft.com/office/powerpoint/2010/main" val="1839696330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6F9AD-4DF6-4423-9EAD-2FEAFFC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0B144-C429-4CDE-BC4D-223A9C02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E5142-01D7-48BC-9A33-ED4AF3E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EAFDB1-7646-4209-AD59-3CA7809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Menghitung dan Memeriksa Kuantitas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0D8AB-AA00-4672-8611-5A4A9CB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F85D-A4D8-4C04-AF5C-008A859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2BB24-DD74-4CD6-8A28-97F0EF5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8B92-1966-4102-8DEC-7D2CC59B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4095670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06389-9AAF-446D-ACDB-7EB2A952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FE441-1395-4762-95C0-3225964D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B92F5-9BBC-49D8-BDDD-B840383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MATERI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075CBD-44EF-461D-9AD5-3066278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6A62E-64AD-49D2-BB3D-5F29EBC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Meninjau kuantitas dan menyusun hierarki laporan yang dapat diverifikasi.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34D4-1B9E-4B77-A76F-B85169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Prosedur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F3D2B-D033-40E6-9997-58FDF21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Buka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BB4AB-34B1-4F96-B7FD-0D3A2FED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Buka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18E63-C1F3-41E5-9965-500E824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Pilih atribut yang diperlukan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D09F-9FBA-413F-93C0-33051B2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Atur hierarki atribut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37BE-648B-4441-B0C2-E73AA23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dan verifikasi laporan</a:t>
            </a:r>
          </a:p>
        </p:txBody>
      </p:sp>
    </p:spTree>
    <p:extLst>
      <p:ext uri="{BB962C8B-B14F-4D97-AF65-F5344CB8AC3E}">
        <p14:creationId xmlns:p14="http://schemas.microsoft.com/office/powerpoint/2010/main" val="162889037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C7339-4BCF-4802-B9C2-969A5B3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95115-2E63-4DD6-9541-EA8D9679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46D06-198A-44FA-84D2-516DD41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1/5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2E26D52-A91C-4D30-8C10-F63FBD1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c1f9eb814e73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72219-EC90-4CFA-8B11-85406CF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Tinjau category, quantity, dan unit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pada hasil yang telah dihitung.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9FFAD-C7A6-4748-BA77-71E43BA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55119600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2A121-9F6C-4AEF-8A2A-1DA780C1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7A61-1A1A-47B2-8CB5-6E28583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D0B1-2061-4041-8FEA-B5BF9058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2/5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FF8401-ACAB-436A-AF25-69CF42D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Buka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9a40f1544e0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819F-2B7E-4B38-8362-BDEE6270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Gunakan pengaturan ini untuk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menentukan atribut dan struktur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laporan TAS.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DFA0B-A268-4DAE-A7CD-A345D9C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965911695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A59E-F999-49F0-878C-068F75AD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9D5DF-17D8-46EA-A243-C1F6C19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57FB-DA08-41E4-9448-7157F0A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3/5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5E6ABF-7C60-4998-A4CB-55DE988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Pilih atribut yang diperlukan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5cb6d9aaa4092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D76E-C2BA-4410-8049-01D80B7C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Sertakan hanya field yang dibutuhkan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oleh penerima laporan.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3B031-C02F-434C-A308-DE75527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1166543577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59B4F-2089-4BDB-AC46-CD2240B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456B9-B70C-41DF-90E8-84A58975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6D238-9E73-4480-8E99-236546C2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4/5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796B0B-7587-4A43-8FB8-04D9D89A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Atur hierarki atribut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34c5db92b4b69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02FB2-B00E-4995-88B6-194E107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Pindahkan atribut ke atas atau bawah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untuk mengendalikan urutan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pengelompokan.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5DCE8-40F2-4B7C-8DE6-41FB6C5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Daftar temuan model dengan elemen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bermasalah yang disorot.</a:t>
            </a:r>
          </a:p>
        </p:txBody>
      </p:sp>
    </p:spTree>
    <p:extLst>
      <p:ext uri="{BB962C8B-B14F-4D97-AF65-F5344CB8AC3E}">
        <p14:creationId xmlns:p14="http://schemas.microsoft.com/office/powerpoint/2010/main" val="66655697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E95CF-C253-40C9-BD4B-F9E81CF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0A00E-FFF5-4DD5-971F-647216C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EBF7B-323D-4959-B8C2-76DCCFB4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5/5 · GAMBAR REFERENSI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6ABFD8-019D-4F3F-88A0-6D1D346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dan verifikasi laporan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fba1fa25a42b1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E2F67-D15D-435B-BC99-09E07D4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Periksa total, unit, dan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sebelum laporan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diterbitkan.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45EE5-B5C5-4DEA-B1EA-6612624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3D dan hasil akhir pemeriksaan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quantity.</a:t>
            </a:r>
          </a:p>
        </p:txBody>
      </p:sp>
    </p:spTree>
    <p:extLst>
      <p:ext uri="{BB962C8B-B14F-4D97-AF65-F5344CB8AC3E}">
        <p14:creationId xmlns:p14="http://schemas.microsoft.com/office/powerpoint/2010/main" val="13653883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230A5-8BF5-41CB-A800-240ADB0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9D47-DA7A-4574-92ED-22D30EC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E88D7-B6D6-4248-9DE9-4EBD682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PEMERIKSAAN PEMBELAJARAN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65C910-3C6D-40EC-899D-C930CD0B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Meninjau dan Mengatur Laporan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BF406-8692-4DDD-B75F-80547542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Pastikan semua pemeriksaan berikut telah diselesaikan.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4D79-9487-45E7-98E0-64FF05C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Tindakan utama telah diselesaikan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3293D-1F23-43CB-86BB-34E81362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atau hasil telah dibandingkan dengan dokumen sumber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B2AA-5552-46E1-A82B-097BF60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Hasil siap untuk langkah berikutnya</a:t>
            </a:r>
          </a:p>
        </p:txBody>
      </p:sp>
    </p:spTree>
    <p:extLst>
      <p:ext uri="{BB962C8B-B14F-4D97-AF65-F5344CB8AC3E}">
        <p14:creationId xmlns:p14="http://schemas.microsoft.com/office/powerpoint/2010/main" val="195373640"/>
      </p:ext>
    </p:extLst>
  </p:cSld>
</p:sld>
</file>

<file path=ppt/slides/slide5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B7B81-D0DD-4750-BD77-65F514EB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69F80-1FAE-4DB0-B34E-1DCB1FE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C414-CE6C-4306-A5D0-CD5C002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TECHNICAL TUTORIAL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BA537C-C44D-4526-B163-5C23C0EB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Cubicost TAS Technical Tutorial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AA3F0-1F4B-4D96-9643-CEFAFFC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02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drawing setup to defensible quantities, a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structured field guide for building reliable TAS models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reports.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5b9109e614cd3"/>
          <a:stretch xmlns:a="http://schemas.openxmlformats.org/drawingml/2006/main"/>
        </p:blipFill>
        <p:spPr>
          <a:xfrm xmlns:a="http://schemas.openxmlformats.org/drawingml/2006/main">
            <a:off x="7518441" y="1809750"/>
            <a:ext cx="3774994" cy="2143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71377"/>
      </p:ext>
    </p:extLst>
  </p:cSld>
</p:sld>
</file>

<file path=ppt/slides/slide5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80F01-5AED-4DE8-952B-9BE6970D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F0FCE-7399-46B3-96D7-B7D2065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667E0-9718-45E5-BDDA-6968B2E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4668918-504E-403D-A87A-FD5369A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EEBB1-E54B-431C-A300-83DC279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practical guide from drawing preparation to quantity reporting, supported by visual examples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you can follow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6211B-AD2F-485A-8E11-B458D70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2334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Prepare the project correctly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C4BED-7721-4246-A4FD-1AEADC5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66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Configure floors, drawings, units and scale before modelling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F98B-14C5-4458-9921-FAC7052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2286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Model elements in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B064C-B494-431B-AD5C-69095B50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664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columns, beams, slabs, openings and finishes in the correct dependency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350E7-4F5E-437A-B6E9-CA860BD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2238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Validate quantity results</a:t>
            </a:r>
          </a:p>
        </p:txBody>
      </p:sp>
    </p:spTree>
    <p:extLst>
      <p:ext uri="{BB962C8B-B14F-4D97-AF65-F5344CB8AC3E}">
        <p14:creationId xmlns:p14="http://schemas.microsoft.com/office/powerpoint/2010/main" val="1031277964"/>
      </p:ext>
    </p:extLst>
  </p:cSld>
</p:sld>
</file>

<file path=ppt/slides/slide5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49A45-7F59-4EEA-8052-4B08D2E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463C-F7D9-4D4E-AFB0-3C07F982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91AE-6E60-4BF5-B569-670560B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LEARNING OUTCOMES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CA9559-329D-4A23-83FD-922C012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9A268-5917-4F20-A9E0-46F3983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deductions, measurement rules, calculations and reports before using the results.</a:t>
            </a:r>
          </a:p>
        </p:txBody>
      </p:sp>
    </p:spTree>
    <p:extLst>
      <p:ext uri="{BB962C8B-B14F-4D97-AF65-F5344CB8AC3E}">
        <p14:creationId xmlns:p14="http://schemas.microsoft.com/office/powerpoint/2010/main" val="15948500"/>
      </p:ext>
    </p:extLst>
  </p:cSld>
</p:sld>
</file>

<file path=ppt/slides/slide5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7D2DE3-9782-4123-BA53-D99377D5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10128-063B-4EE2-A970-BA05D8E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02CF3-FF72-4E67-8F24-A0F39A7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FD252D-54EA-4330-AE61-8C893B0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Project and Drawing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2A307-2BFC-4C94-802E-D9FEDD01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documented workflow for this 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53DD6-F4F8-4B19-A074-0445819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Settings → Measurement Rules → Create Project → Configure → Import → Scale → Align → Create Axis</a:t>
            </a:r>
          </a:p>
        </p:txBody>
      </p:sp>
    </p:spTree>
    <p:extLst>
      <p:ext uri="{BB962C8B-B14F-4D97-AF65-F5344CB8AC3E}">
        <p14:creationId xmlns:p14="http://schemas.microsoft.com/office/powerpoint/2010/main" val="1110460414"/>
      </p:ext>
    </p:extLst>
  </p:cSld>
</p:sld>
</file>

<file path=ppt/slides/slide5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67243-48D5-4596-90CF-D44215F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1395-A3D1-4CCC-ACE9-8A233F5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861EF-55AB-42FD-A0E6-51ED4C4E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E5175D-8DC7-4345-B4FF-3420CF2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31FAC-8DD6-45A1-B8E6-61CB09E5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finish position and height settings without guessing ambiguous options.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EB8A4-27D6-4D83-B3CF-08C99B6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CD47-ACF0-4E50-9158-4540073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Quantity &gt; Measurement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E640-75CE-418C-A387-C802D5F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Wall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6C995-5A6E-48E3-8E92-A7C4FB2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Review finish-position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2F032-53B3-4145-998B-4D7FD77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Review additional-height and Yes/No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45F32-F459-413D-871F-C693DED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outer-finish settings</a:t>
            </a:r>
          </a:p>
        </p:txBody>
      </p:sp>
    </p:spTree>
    <p:extLst>
      <p:ext uri="{BB962C8B-B14F-4D97-AF65-F5344CB8AC3E}">
        <p14:creationId xmlns:p14="http://schemas.microsoft.com/office/powerpoint/2010/main" val="869127905"/>
      </p:ext>
    </p:extLst>
  </p:cSld>
</p:sld>
</file>

<file path=ppt/slides/slide5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5191D-8AA4-474D-A650-F45AA36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78E00-48AD-474F-B7BA-47EE9E4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D148E-AAC5-414E-B7C9-43805D18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03FC77-D319-4AFA-92D6-3DA72C1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Quantity &gt; Measurement Setting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a1d4d4ccd42b2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72AD-8E5B-437F-8CEB-B47C4A4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settings to control how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particular quantities are measured.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10B7A-38C2-4970-A8C3-6AA8D5C1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1812532283"/>
      </p:ext>
    </p:extLst>
  </p:cSld>
</p:sld>
</file>

<file path=ppt/slides/slide5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F85A9-A39A-42E5-BDB4-54760FA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78F91-A81D-48D8-AC50-CACA29CA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2919-DF9B-494F-91E2-68E9D11A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A712EB4-CE66-486F-9BEC-5E7E572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Wall Finish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1b9d411cd4901"/>
          <a:stretch xmlns:a="http://schemas.openxmlformats.org/drawingml/2006/main"/>
        </p:blipFill>
        <p:spPr>
          <a:xfrm xmlns:a="http://schemas.openxmlformats.org/drawingml/2006/main">
            <a:off x="5086350" y="2414216"/>
            <a:ext cx="6419850" cy="24581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2C48E-84CA-4F4C-B2EA-9D5FB17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active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matches the settings under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0449-0897-4916-A85C-909FAED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Element relationships and deduction rules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 the model.</a:t>
            </a:r>
          </a:p>
        </p:txBody>
      </p:sp>
    </p:spTree>
    <p:extLst>
      <p:ext uri="{BB962C8B-B14F-4D97-AF65-F5344CB8AC3E}">
        <p14:creationId xmlns:p14="http://schemas.microsoft.com/office/powerpoint/2010/main" val="730821608"/>
      </p:ext>
    </p:extLst>
  </p:cSld>
</p:sld>
</file>

<file path=ppt/slides/slide5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6CAE64-86EF-4728-A6B0-3A4A46A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7E954-FE53-4BC9-8199-26FFCEC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F027B-1E70-45FC-95A9-0D7A5C1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24A5A08-16AA-4B5F-9DE9-836DF09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finish-position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7547bffdd48d1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427D-A3F6-4913-87AC-6A461A94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visible interface labels and do not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infer unclear numbered options.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75481-96B4-4F39-8781-8951C20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46272727"/>
      </p:ext>
    </p:extLst>
  </p:cSld>
</p:sld>
</file>

<file path=ppt/slides/slide5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DE9FE-C6B5-4880-BEF6-124FA91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9F52-29C0-4722-A8C7-81AFC2F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15C8D-57A5-49A8-9E38-8F1D4CD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88B9A4-B3A6-4051-8D1A-F98F9E8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additional-height and Yes/No options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44c282fb6437b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CD878-C173-4BDA-A69D-508D83A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Compare the choices with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standard and requirements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changing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E2DFC-5175-4C05-A654-888E19B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1427414949"/>
      </p:ext>
    </p:extLst>
  </p:cSld>
</p:sld>
</file>

<file path=ppt/slides/slide5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BFE12-D9B7-4046-88B2-4FB0745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A8501-C788-4233-BB00-E13513E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F652B-74D9-42C7-B736-97B298B6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E31A4B-EE93-4BF1-A0FB-3F99B92B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outer-finish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b3001f0744a55"/>
          <a:stretch xmlns:a="http://schemas.openxmlformats.org/drawingml/2006/main"/>
        </p:blipFill>
        <p:spPr>
          <a:xfrm xmlns:a="http://schemas.openxmlformats.org/drawingml/2006/main">
            <a:off x="5086350" y="2171574"/>
            <a:ext cx="6419850" cy="29434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31E4D-8609-4A29-AFFF-1DBAEE6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outer-finish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measured wall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171AB-BB2D-46F2-9930-36B2717E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Quantity results before and after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deductions are applied.</a:t>
            </a:r>
          </a:p>
        </p:txBody>
      </p:sp>
    </p:spTree>
    <p:extLst>
      <p:ext uri="{BB962C8B-B14F-4D97-AF65-F5344CB8AC3E}">
        <p14:creationId xmlns:p14="http://schemas.microsoft.com/office/powerpoint/2010/main" val="780173487"/>
      </p:ext>
    </p:extLst>
  </p:cSld>
</p:sld>
</file>

<file path=ppt/slides/slide5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7F9D3-BE0F-423C-97C4-4CA624A9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D5991-5B26-4BFB-A8FE-D6CA154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BF7E0-9806-4FC6-88B0-96CAD69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DF75EF-5995-41D4-AADF-947142C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Measurement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7ECD1-C3A1-4CF7-B809-EE8575D9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084E4-0740-4598-AE8C-86F1E509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2F2D-6DB8-4517-837A-5F2191E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95A68-FD39-4FAB-B4E0-C598A0F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96779040"/>
      </p:ext>
    </p:extLst>
  </p:cSld>
</p:sld>
</file>

<file path=ppt/slides/slide5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D9F17-749C-47F5-BED0-9795CB1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FAA18-FBBA-47D1-80EF-54ECA450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4647-8D9A-4992-A2D4-A8E80E0F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AA96C7-0DDC-47A8-9007-73EA71A5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7F24E-FB89-452D-A1C7-AD9014C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Trace deductions and change rules only according to the project standard.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224F-0B79-49FC-BA17-2CB764E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F960D-EE4B-4270-98E4-5F7335BE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the beam and open View Expression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3ACA-1F0E-4E15-B8F3-01BD506D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Measurement Rules for the beam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9886E-1541-43D9-B17D-23529E5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Filter the column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C2117-333B-4299-9D87-A873787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Apply No Effect as the manual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AA9D4-0ACA-47FD-B972-FC420DF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Recalculate and compare</a:t>
            </a:r>
          </a:p>
        </p:txBody>
      </p:sp>
    </p:spTree>
    <p:extLst>
      <p:ext uri="{BB962C8B-B14F-4D97-AF65-F5344CB8AC3E}">
        <p14:creationId xmlns:p14="http://schemas.microsoft.com/office/powerpoint/2010/main" val="1638020935"/>
      </p:ext>
    </p:extLst>
  </p:cSld>
</p:sld>
</file>

<file path=ppt/slides/slide5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68E14-17C1-4E0D-83B3-612026CE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E26DA-8164-4174-A495-5C98B8A1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F650-E388-44F1-AC5C-868D04EB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ADBF8B-6F06-4CD5-8AC5-373C55C1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beam and open View Expression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946cb9d124aca"/>
          <a:stretch xmlns:a="http://schemas.openxmlformats.org/drawingml/2006/main"/>
        </p:blipFill>
        <p:spPr>
          <a:xfrm xmlns:a="http://schemas.openxmlformats.org/drawingml/2006/main">
            <a:off x="5086350" y="1960244"/>
            <a:ext cx="6419850" cy="336613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0284B-2CFD-443A-AFED-9D8D735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concrete-volume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expression and the deduction caused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by the column.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2CE5E-7009-44AA-8266-189C7957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measurement-rules menu and rule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choices.</a:t>
            </a:r>
          </a:p>
        </p:txBody>
      </p:sp>
    </p:spTree>
    <p:extLst>
      <p:ext uri="{BB962C8B-B14F-4D97-AF65-F5344CB8AC3E}">
        <p14:creationId xmlns:p14="http://schemas.microsoft.com/office/powerpoint/2010/main" val="472179757"/>
      </p:ext>
    </p:extLst>
  </p:cSld>
</p:sld>
</file>

<file path=ppt/slides/slide5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8F0EF-FE42-4F24-8585-CE33870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9EB-C9BC-4DD3-BE5C-101BEE1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1989F-F36D-4DF5-BBFF-FDB7FDA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79B014-B0F7-46FE-9342-224BDD8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Measurement Rules for the beam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bb077567c4cb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8F80-F5A8-4F0F-8084-EC67550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beam element and read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complete rule description.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6B309-868E-4B5D-B879-77DE68E3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1101093495"/>
      </p:ext>
    </p:extLst>
  </p:cSld>
</p:sld>
</file>

<file path=ppt/slides/slide5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AF9EF-EDAC-4D7C-AE68-97A95AE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96C31-BCBF-4C84-B0BF-A8DF086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403F6-8AC4-4DC4-BE14-39D5C0C8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53DA44-B49A-41B9-B6D2-537616D2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Filter the column condition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9068aed38420b"/>
          <a:stretch xmlns:a="http://schemas.openxmlformats.org/drawingml/2006/main"/>
        </p:blipFill>
        <p:spPr>
          <a:xfrm xmlns:a="http://schemas.openxmlformats.org/drawingml/2006/main">
            <a:off x="5086350" y="2063575"/>
            <a:ext cx="6419850" cy="31594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D319-61F3-4F01-841B-A7AC144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Filter Relevant Element and retain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only the column condition being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4936-B8FE-482A-9F4D-38B477A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quantity table with element rows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values.</a:t>
            </a:r>
          </a:p>
        </p:txBody>
      </p:sp>
    </p:spTree>
    <p:extLst>
      <p:ext uri="{BB962C8B-B14F-4D97-AF65-F5344CB8AC3E}">
        <p14:creationId xmlns:p14="http://schemas.microsoft.com/office/powerpoint/2010/main" val="798914531"/>
      </p:ext>
    </p:extLst>
  </p:cSld>
</p:sld>
</file>

<file path=ppt/slides/slide5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3B68B7-9E36-4DFE-873A-CF854BFE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3547A-73BE-4960-B066-AF1D02E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1657B-A756-4569-AC8C-1DE5BF9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D9D41F4-82BF-4F4C-9561-33C9C69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No Effect as the manual example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2ac1487f741ff"/>
          <a:stretch xmlns:a="http://schemas.openxmlformats.org/drawingml/2006/main"/>
        </p:blipFill>
        <p:spPr>
          <a:xfrm xmlns:a="http://schemas.openxmlformats.org/drawingml/2006/main">
            <a:off x="5086350" y="1920822"/>
            <a:ext cx="6419850" cy="34449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A02B-39CF-4AB9-BDAF-B99F4D51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This is only the manual beam-column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example; follow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16934-9AA1-4AC0-A8E3-E276D384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quantity-review panel and related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elements.</a:t>
            </a:r>
          </a:p>
        </p:txBody>
      </p:sp>
    </p:spTree>
    <p:extLst>
      <p:ext uri="{BB962C8B-B14F-4D97-AF65-F5344CB8AC3E}">
        <p14:creationId xmlns:p14="http://schemas.microsoft.com/office/powerpoint/2010/main" val="192177866"/>
      </p:ext>
    </p:extLst>
  </p:cSld>
</p:sld>
</file>

<file path=ppt/slides/slide5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1E0A11-2869-4B1B-BE2F-36F7E156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8F267-4FC0-45AA-BE20-5926BC9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E22F-372A-4361-87A7-01FF28E3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FBA4480-35BD-4A17-86F2-D99EE08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Recalculate and compare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f0ebf0ce4405c"/>
          <a:stretch xmlns:a="http://schemas.openxmlformats.org/drawingml/2006/main"/>
        </p:blipFill>
        <p:spPr>
          <a:xfrm xmlns:a="http://schemas.openxmlformats.org/drawingml/2006/main">
            <a:off x="5086350" y="1824113"/>
            <a:ext cx="6419850" cy="36383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2A74-7F4F-4D1A-B625-A7017FF9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expression and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and after changing the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D018E-0A80-4E91-949D-5B378FD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deduction-settings dialog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calculation options.</a:t>
            </a:r>
          </a:p>
        </p:txBody>
      </p:sp>
    </p:spTree>
    <p:extLst>
      <p:ext uri="{BB962C8B-B14F-4D97-AF65-F5344CB8AC3E}">
        <p14:creationId xmlns:p14="http://schemas.microsoft.com/office/powerpoint/2010/main" val="1543348989"/>
      </p:ext>
    </p:extLst>
  </p:cSld>
</p:sld>
</file>

<file path=ppt/slides/slide5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0B209-6B5F-49AC-B112-329B24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4112B-44DA-499D-A72D-0BDC806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C2721-C797-4CE4-8746-D9C43610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ED46329-A731-4BF2-B8F4-6AC3AAF4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and Change Measurement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E5BB0-39F8-4529-80D4-1B09DD6A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AC027-BA2E-437A-AAA0-21E0D374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21512-E9C0-43D0-AFCD-0A5CB94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E63B-B31F-45B6-AEF6-970F153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7699183"/>
      </p:ext>
    </p:extLst>
  </p:cSld>
</p:sld>
</file>

<file path=ppt/slides/slide5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43655-632C-48D8-862E-EF212E3D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22762-027E-4C8C-8B22-BE985970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1C76E-0AF8-411B-B7B9-5CB9758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CDE06-22D9-42D9-9D41-1B0978B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53C39-09F2-45C4-94ED-C752D22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 project with the applicable measurement rules and ground elevation.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83360-068A-47C7-B7F5-6FA4859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39DA7-47EB-4C58-80D6-A5715DF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New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C54B8-E879-451D-9ABD-F30F06B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Enter the project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C217-AF3C-4CD5-9329-ADEF15C7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Measurement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127A-C2BE-4A98-B0E4-0DFF402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Existing Ground Level</a:t>
            </a:r>
          </a:p>
        </p:txBody>
      </p:sp>
    </p:spTree>
    <p:extLst>
      <p:ext uri="{BB962C8B-B14F-4D97-AF65-F5344CB8AC3E}">
        <p14:creationId xmlns:p14="http://schemas.microsoft.com/office/powerpoint/2010/main" val="643940138"/>
      </p:ext>
    </p:extLst>
  </p:cSld>
</p:sld>
</file>

<file path=ppt/slides/slide5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7AA5F-053D-4838-8DA6-7C01DC7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7415E-7857-4ACC-B58D-2E6F2B35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8574-67C8-45CF-809A-E62F7EEE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BB116DB-0CCD-4A06-AA31-C95FDB3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New Project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e2f4030de45e7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5EB3A-B64F-4BC2-8323-42CB307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a new TAS project from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application welcome page.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31E50-A7EF-430B-9EB5-0D1DB22D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6480644"/>
      </p:ext>
    </p:extLst>
  </p:cSld>
</p:sld>
</file>

<file path=ppt/slides/slide5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47775-626D-49B4-A0A7-EEE407E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6E2CE-9563-4A48-80F2-03B3E09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C3510-CEB5-439F-8E91-15975D0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0EABDDA-A0EA-4541-9A2A-66CA39B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the project title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a1c5b0ec54b50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780A-AE93-45EC-909B-B9A3644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title that helps distinguish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and its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0719F-0102-4D17-8340-FA33EB8E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29332903"/>
      </p:ext>
    </p:extLst>
  </p:cSld>
</p:sld>
</file>

<file path=ppt/slides/slide5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9FCD5-080E-4DB0-BB4F-E6EE53A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F7B8B-B06C-41A7-B90F-AC04402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36590-FCB2-4BEE-A636-D30A525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43126B3-40A9-423B-8E82-0768AD2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Measurement Rules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e696fd5fd458d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A9E50-9208-43FD-8F53-BB5CD0A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measurement rules applicable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this project rather than settings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from another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D215-D1C7-43CD-BF42-6639AC1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534118619"/>
      </p:ext>
    </p:extLst>
  </p:cSld>
</p:sld>
</file>

<file path=ppt/slides/slide5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FF370-AB2D-428A-9985-CD871550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49980-AB7B-4413-95B8-A37708B8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4B60-8E99-4B2D-9A83-B16A009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4/4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FD1496-6B8E-48E3-ACDF-7AC3293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Existing Ground Level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31afd81204113"/>
          <a:stretch xmlns:a="http://schemas.openxmlformats.org/drawingml/2006/main"/>
        </p:blipFill>
        <p:spPr>
          <a:xfrm xmlns:a="http://schemas.openxmlformats.org/drawingml/2006/main">
            <a:off x="5229358" y="1809750"/>
            <a:ext cx="613383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6ECDE-3CA5-4375-8618-9451567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Existing ground elevation affects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excavation quantities, so use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project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545D6-A484-4351-9A52-B9F9515E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New Project dialog with Project Title,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Rules, and Ground Elevation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callouts.</a:t>
            </a:r>
          </a:p>
        </p:txBody>
      </p:sp>
    </p:spTree>
    <p:extLst>
      <p:ext uri="{BB962C8B-B14F-4D97-AF65-F5344CB8AC3E}">
        <p14:creationId xmlns:p14="http://schemas.microsoft.com/office/powerpoint/2010/main" val="219837400"/>
      </p:ext>
    </p:extLst>
  </p:cSld>
</p:sld>
</file>

<file path=ppt/slides/slide5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3915E-C3B0-4B6B-94D4-3D805AD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E3EB4-D6BB-49FE-9375-D87DCD50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D20A7-64BD-4BDC-BBD5-ED23F43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80B3C8-921B-416A-94EA-E55AC01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 TAS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47B52-B84B-44F7-AB6C-22BC2C0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F6EC5-9ED0-4ACE-A96F-CD18E69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72E86-7AA1-40F5-8DA2-788D9BE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E63B-2C0B-4EF5-8BD5-3B71EE7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2730465"/>
      </p:ext>
    </p:extLst>
  </p:cSld>
</p:sld>
</file>

<file path=ppt/slides/slide5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EF087-C7E7-4254-870B-F99F2DD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615C-7CE6-4CFB-80CE-57A677A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A8D6-7AB6-4629-BE44-B8AEB4B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367580-1DB9-4EE5-B3F9-92F4D5DA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B421-62AD-4156-A1D1-26FEF10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Recognise the TAS workspace and distinguish Public from Private Attributes.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3813-05C2-4011-9B86-A838C8B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64C1F-6A5C-4949-8C87-58C98CD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Identify the Function Tab and Ribbon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3C0D7-D074-4E91-A8E5-4C3AEB0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Locate Element Navigation and Main 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81687-B002-43FB-80C6-466B56C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Check the Dynamic Control Bar and Status 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9EF7-D698-4779-B2F2-7C0BA3F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Public Attributes without a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A8F62-D368-4A7A-A6EC-22D15AE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Select entities for Private Attributes</a:t>
            </a:r>
          </a:p>
        </p:txBody>
      </p:sp>
    </p:spTree>
    <p:extLst>
      <p:ext uri="{BB962C8B-B14F-4D97-AF65-F5344CB8AC3E}">
        <p14:creationId xmlns:p14="http://schemas.microsoft.com/office/powerpoint/2010/main" val="1391319547"/>
      </p:ext>
    </p:extLst>
  </p:cSld>
</p:sld>
</file>

<file path=ppt/slides/slide5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2D905-F085-4A37-A824-112318C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2723C-3CC9-4A86-AEB1-CEE09D3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5EF39-7050-42C0-BF45-36E10FBF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B0F246-9963-47A5-A5EF-87218CF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the Function Tab and Ribbon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da444a8840eb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E75BB-8059-4B25-919B-079F9519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They group the main functions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commands available for the active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6906-6341-402E-B1CD-FC8BF58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8979180"/>
      </p:ext>
    </p:extLst>
  </p:cSld>
</p:sld>
</file>

<file path=ppt/slides/slide5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C4D55-A9E0-49BE-81CB-4543FE3F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CAAEA-5616-4D8B-BD5A-BCB44D6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7498-4D61-4446-97D0-015F838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8AA3A34-A1FB-4753-B974-2BFEDD2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Locate Element Navigation and Main Operation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d9bc25ef84dae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6A2B-A7EB-4BCE-A40C-72D6310F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these areas to choose element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 and perform modelling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87D8F-21AF-493F-A940-2A94C1A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117056036"/>
      </p:ext>
    </p:extLst>
  </p:cSld>
</p:sld>
</file>

<file path=ppt/slides/slide5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C4773-0E4F-4F11-BFCE-0075C4AF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8656-7C04-4F73-A908-7BD676E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75B15-A5AF-4E0E-8C15-3CDFD42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424532-64D6-4DFF-AB7C-E59E118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Dynamic Control Bar and Status Bar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635f826b042c5"/>
          <a:stretch xmlns:a="http://schemas.openxmlformats.org/drawingml/2006/main"/>
        </p:blipFill>
        <p:spPr>
          <a:xfrm xmlns:a="http://schemas.openxmlformats.org/drawingml/2006/main">
            <a:off x="5114228" y="1809750"/>
            <a:ext cx="636409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8B3D3-AC64-4487-9191-CFBDC9B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Dynamic controls change with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while the status bar shows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operating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5E98A-998D-4CBE-9C7D-203CF0F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workspace labelled Function Tab,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Ribbon, Element Navigation, Main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Operation, and Status Bar.</a:t>
            </a:r>
          </a:p>
        </p:txBody>
      </p:sp>
    </p:spTree>
    <p:extLst>
      <p:ext uri="{BB962C8B-B14F-4D97-AF65-F5344CB8AC3E}">
        <p14:creationId xmlns:p14="http://schemas.microsoft.com/office/powerpoint/2010/main" val="764671193"/>
      </p:ext>
    </p:extLst>
  </p:cSld>
</p:sld>
</file>

<file path=ppt/slides/slide5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18001-817C-4661-9615-02AFCD4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A9AB3-8FA8-4A00-94F7-36102D6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8524E-A2CC-4193-A2BF-7B146D40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778D9D-C054-408D-9F58-528ED4C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Public Attributes without a selection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5b71a997c4452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ACEE5-1AA1-4AB6-A221-4F3ED14A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Changes apply to entities sharing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same element name when no entity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5BB33-7F2B-42B3-AD08-2F30605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1950460605"/>
      </p:ext>
    </p:extLst>
  </p:cSld>
</p:sld>
</file>

<file path=ppt/slides/slide5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A91F3-2C43-4669-AF7D-56EC6D7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FDEC4-362F-4A4D-8AFA-B2A7A9C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BA97C-803B-4B7D-98F8-8863CAD1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BDF86F1-6AB2-43E7-A666-019B293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entities for Private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eae1c4c4145c8"/>
          <a:stretch xmlns:a="http://schemas.openxmlformats.org/drawingml/2006/main"/>
        </p:blipFill>
        <p:spPr>
          <a:xfrm xmlns:a="http://schemas.openxmlformats.org/drawingml/2006/main">
            <a:off x="5086350" y="2006135"/>
            <a:ext cx="6419850" cy="32743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7895B-8252-4EEC-9676-A1B0DB1B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Private Attributes affect only selected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entities; changes are invalid without 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BFFD-E5C2-4C78-9129-F74E574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Public Attribute and Private Attribute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comparison in the Attribute Editor.</a:t>
            </a:r>
          </a:p>
        </p:txBody>
      </p:sp>
    </p:spTree>
    <p:extLst>
      <p:ext uri="{BB962C8B-B14F-4D97-AF65-F5344CB8AC3E}">
        <p14:creationId xmlns:p14="http://schemas.microsoft.com/office/powerpoint/2010/main" val="660223996"/>
      </p:ext>
    </p:extLst>
  </p:cSld>
</p:sld>
</file>

<file path=ppt/slides/slide5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8B0D6-462F-490B-849D-B01031A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0C58D-D1B9-4717-8C53-00C8E32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507D-5B43-488B-9130-CF83F06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984BE74-C18E-48A9-AD70-15BD16F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Understand the TAS Interface and Attributes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F0D5-59FA-4D08-A140-2F1B4BEB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E67A-5553-4776-B261-6551FD37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E5A36-052F-4C6C-B405-DE3D9E6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CD53-14BE-4EC2-A1AC-546C0996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878413176"/>
      </p:ext>
    </p:extLst>
  </p:cSld>
</p:sld>
</file>

<file path=ppt/slides/slide59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574B8-DE33-4628-86EF-41C38C37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927EF-6368-4259-B0B4-8D5952DE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6C8B0-0DCB-4E64-962D-48ED3854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92308C-696D-49F2-8FCA-CB8EB1A8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9F386-0ACF-4CE6-8DC4-D8A0B01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consistent floor structure and concrete grades.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38B3-2A19-4FA4-9589-57FD57A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5DFC-FC39-4256-80EC-64EB018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Floor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19B1-FEE4-4665-8E7D-00594601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Insert upper and lower floors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BCAB-EF5C-4D3F-8E5E-B4B1AA8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Enter floor heights and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B0225-CFDF-46DF-A127-7F1E6D1E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Enter Concrete Grades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18177-1988-493B-901D-F09C3BF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Use Copy to Other Floor</a:t>
            </a:r>
          </a:p>
        </p:txBody>
      </p:sp>
    </p:spTree>
    <p:extLst>
      <p:ext uri="{BB962C8B-B14F-4D97-AF65-F5344CB8AC3E}">
        <p14:creationId xmlns:p14="http://schemas.microsoft.com/office/powerpoint/2010/main" val="1823316456"/>
      </p:ext>
    </p:extLst>
  </p:cSld>
</p:sld>
</file>

<file path=ppt/slides/slide59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B4AB0-7250-43A2-A179-696F54F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43AE8-8A03-46BA-9B3C-08C0E46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4A28-76A1-4B6A-9102-0BE04E2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49BB86C-74D4-444A-8CC0-063970D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Floor Settings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ef0f5f40e4992"/>
          <a:stretch xmlns:a="http://schemas.openxmlformats.org/drawingml/2006/main"/>
        </p:blipFill>
        <p:spPr>
          <a:xfrm xmlns:a="http://schemas.openxmlformats.org/drawingml/2006/main">
            <a:off x="5086350" y="2093538"/>
            <a:ext cx="6419850" cy="3099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1FA49-8567-40CD-95AA-FBEDF51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floor table to configure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superstructure and substructure.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DA97-AF2C-44FB-B04B-4209633A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Project Setting flow from Floor Setting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Grade Setting.</a:t>
            </a:r>
          </a:p>
        </p:txBody>
      </p:sp>
    </p:spTree>
    <p:extLst>
      <p:ext uri="{BB962C8B-B14F-4D97-AF65-F5344CB8AC3E}">
        <p14:creationId xmlns:p14="http://schemas.microsoft.com/office/powerpoint/2010/main" val="1341950220"/>
      </p:ext>
    </p:extLst>
  </p:cSld>
</p:sld>
</file>

<file path=ppt/slides/slide59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5187A-8F0E-4EA5-BB7C-5BAF6A4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5BBE5-D36A-41D0-B531-BD7397B1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B749-1D3C-4496-A9C0-4194589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7E9A84-900D-4260-8152-C7BE7EF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Insert upper and lower floors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1bdaa4eae4222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ED66-67FC-4B7A-B6D6-47A5396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Start the superstructure from 1st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and the substructure from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Foundation Floor.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BAE9A-1720-4B86-B292-6E2DFF3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473482366"/>
      </p:ext>
    </p:extLst>
  </p:cSld>
</p:sld>
</file>

<file path=ppt/slides/slide59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6C7C5-F8E7-4533-BDE3-E6285B9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7BA45-03DF-46BF-9606-F1C370E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A47D9-84B0-4EA3-AE88-9B432EEB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3DA43E5-4584-4DCD-8372-D2EEA80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floor heights and elevation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3c4d3e73f4ad0"/>
          <a:stretch xmlns:a="http://schemas.openxmlformats.org/drawingml/2006/main"/>
        </p:blipFill>
        <p:spPr>
          <a:xfrm xmlns:a="http://schemas.openxmlformats.org/drawingml/2006/main">
            <a:off x="5086350" y="1820903"/>
            <a:ext cx="6419850" cy="36448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4F394-8A6D-4C8D-B5F7-FF8911E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 Floor Height for every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Bottom Elevation for 1st Floor only,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shown in the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5C35-ACB8-4EB8-A92F-FDBDAEC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Floor Settings table with Insert Floor,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 Height, and Bottom Elevation.</a:t>
            </a:r>
          </a:p>
        </p:txBody>
      </p:sp>
    </p:spTree>
    <p:extLst>
      <p:ext uri="{BB962C8B-B14F-4D97-AF65-F5344CB8AC3E}">
        <p14:creationId xmlns:p14="http://schemas.microsoft.com/office/powerpoint/2010/main" val="323397504"/>
      </p:ext>
    </p:extLst>
  </p:cSld>
</p:sld>
</file>

<file path=ppt/slides/slide59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BE50B-1894-4C39-AA68-0B7E19C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85A9D-E3F4-4EAD-878C-D15353CB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8B5BD-B99F-4F73-8AE6-57458528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D9C1697-9F5F-482C-B2DF-BCDC1E44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Enter Concrete Grades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b1e4bf8d646f8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07A47-1E2E-44C9-966A-F00B502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Assign concrete grades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 elements from the project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79E7-3E13-49CC-87B5-A206277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1218848655"/>
      </p:ext>
    </p:extLst>
  </p:cSld>
</p:sld>
</file>

<file path=ppt/slides/slide59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19B86-442B-4A5B-BAD3-5F5249B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C373-156C-4A02-973D-BEC1C73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11135-2220-4DC6-BA5D-E4F459D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D382D4F-12AA-4192-9786-701F3F3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Copy to Other Floor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c697c42e44e3"/>
          <a:stretch xmlns:a="http://schemas.openxmlformats.org/drawingml/2006/main"/>
        </p:blipFill>
        <p:spPr>
          <a:xfrm xmlns:a="http://schemas.openxmlformats.org/drawingml/2006/main">
            <a:off x="5086350" y="1863144"/>
            <a:ext cx="6419850" cy="35603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9A64D-D5D0-4671-BCB7-DFDFA7D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Copy grades only when destination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floors use the same grades.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D33F-335F-4E51-B9E5-C754BCE8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Grade Settings table with Concrete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Grade and Copy to Other Floor.</a:t>
            </a:r>
          </a:p>
        </p:txBody>
      </p:sp>
    </p:spTree>
    <p:extLst>
      <p:ext uri="{BB962C8B-B14F-4D97-AF65-F5344CB8AC3E}">
        <p14:creationId xmlns:p14="http://schemas.microsoft.com/office/powerpoint/2010/main" val="571020019"/>
      </p:ext>
    </p:extLst>
  </p:cSld>
</p:sld>
</file>

<file path=ppt/slides/slide59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7F3E0-C4B2-4539-A5AE-6A159B4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794B-5963-4C20-855A-968FB35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6CFF2-BC8F-41A3-9D38-048D002F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320080-D019-41A0-BABD-623D502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Configure Floors and Concrete Grades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CF331-0D91-4019-8774-1FD2AAE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BDFCA-AF78-4F36-B54A-071733CE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F522F-6651-468D-816E-1342729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6F0EA-5627-435C-84BE-341C4868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81594737"/>
      </p:ext>
    </p:extLst>
  </p:cSld>
</p:sld>
</file>

<file path=ppt/slides/slide59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7CB29-54CE-4B1B-A4F4-4FBEFBE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A9325-48A3-4040-A855-5ED2A8C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F78AB-06B0-4479-A949-C4ECA6A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8081875-3E4F-47B3-901D-3A2BE88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36CF2-E062-4B79-B0F3-2106B71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Prepare separated, clearly identified source drawings.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B1960-740A-49D3-A220-6000930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1673-5D78-4503-B293-51913B4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workflow for the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4C86-11D6-4A65-BC47-66A95DC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Identify &gt;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FB58B-28C7-47EC-90F5-1D605BA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Open Drawing Manager and select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34651-D333-42F3-BECB-BBFE7C6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Block-select the required area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BA6D-4CE9-4EE8-97F5-0449772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Name the split drawing</a:t>
            </a:r>
          </a:p>
        </p:txBody>
      </p:sp>
    </p:spTree>
    <p:extLst>
      <p:ext uri="{BB962C8B-B14F-4D97-AF65-F5344CB8AC3E}">
        <p14:creationId xmlns:p14="http://schemas.microsoft.com/office/powerpoint/2010/main" val="1043690652"/>
      </p:ext>
    </p:extLst>
  </p:cSld>
</p:sld>
</file>

<file path=ppt/slides/slide60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1D996-FC86-43E3-94AE-E68DE80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AF870-16BE-4DB4-BE6B-9A29AAF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DA03-ECEA-44EF-99E8-D07A9015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E981966-BA57-413E-99D7-1FF8253C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workflow for the format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62987f3d4a08"/>
          <a:stretch xmlns:a="http://schemas.openxmlformats.org/drawingml/2006/main"/>
        </p:blipFill>
        <p:spPr>
          <a:xfrm xmlns:a="http://schemas.openxmlformats.org/drawingml/2006/main">
            <a:off x="5206383" y="1809750"/>
            <a:ext cx="61797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76C59-0709-4FB1-8874-886059BA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and split DWG files; vector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scanned PDFs may also require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D1B7F-AE5F-46DA-B4E3-0C3D5A6B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workflow for importing, splitting,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scaling DWG and PDF drawings.</a:t>
            </a:r>
          </a:p>
        </p:txBody>
      </p:sp>
    </p:spTree>
    <p:extLst>
      <p:ext uri="{BB962C8B-B14F-4D97-AF65-F5344CB8AC3E}">
        <p14:creationId xmlns:p14="http://schemas.microsoft.com/office/powerpoint/2010/main" val="1638494490"/>
      </p:ext>
    </p:extLst>
  </p:cSld>
</p:sld>
</file>

<file path=ppt/slides/slide60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55BF5-7042-406F-98B3-2EE296B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D1341-CE3D-43DB-A3DE-939158EE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05B35-178B-4F63-9673-5C6AB51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4896F72-A931-4A8D-A319-A2E2ED9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Add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4fd19a2f641ba"/>
          <a:stretch xmlns:a="http://schemas.openxmlformats.org/drawingml/2006/main"/>
        </p:blipFill>
        <p:spPr>
          <a:xfrm xmlns:a="http://schemas.openxmlformats.org/drawingml/2006/main">
            <a:off x="5086350" y="2042442"/>
            <a:ext cx="6419850" cy="32017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2DCF-D0B1-4449-8557-3460B21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Add to select one or more source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4752C-A241-4F5B-A57A-609126F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Manager and the dialog for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selecting multiple DWG files.</a:t>
            </a:r>
          </a:p>
        </p:txBody>
      </p:sp>
    </p:spTree>
    <p:extLst>
      <p:ext uri="{BB962C8B-B14F-4D97-AF65-F5344CB8AC3E}">
        <p14:creationId xmlns:p14="http://schemas.microsoft.com/office/powerpoint/2010/main" val="938859984"/>
      </p:ext>
    </p:extLst>
  </p:cSld>
</p:sld>
</file>

<file path=ppt/slides/slide60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79851-FE50-4722-A71D-82E68857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5103-C453-4835-95C1-236A95B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DF320-5A67-4DDF-B796-08D62DD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1E4E195-9740-4118-A94C-FE307B3E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Drawing Manager and select Split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b2d6cb0b644bd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60D92-1B4B-42CD-8274-BC8FB83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Separate combined sheets so each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can be managed independently.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E42C7-77A3-4C83-A0C3-11364C1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152717861"/>
      </p:ext>
    </p:extLst>
  </p:cSld>
</p:sld>
</file>

<file path=ppt/slides/slide60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E1354-1B2E-4B4D-8B12-FE2ABC2F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24FF3-85CC-41B3-93A0-A0D64B8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EF1E-F368-4450-81AB-9890DA9E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956E300-5041-4E06-8767-4398FC9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Block-select the required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03d628da4200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C9F5-A2A9-4E72-A491-8C74853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complete plan boundary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BA3C0-51AE-4EFE-9D97-98F925F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072605080"/>
      </p:ext>
    </p:extLst>
  </p:cSld>
</p:sld>
</file>

<file path=ppt/slides/slide60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990D37-F43D-4857-8CD7-4D3CF63E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05A27-BDFA-481A-A2EE-0D9C9BA4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0427-D67A-4B7B-9631-80150849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A099F92-3261-4DD0-950E-09A6087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Name the split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3ee83f6f44c41"/>
          <a:stretch xmlns:a="http://schemas.openxmlformats.org/drawingml/2006/main"/>
        </p:blipFill>
        <p:spPr>
          <a:xfrm xmlns:a="http://schemas.openxmlformats.org/drawingml/2006/main">
            <a:off x="5086350" y="1965933"/>
            <a:ext cx="6419850" cy="33547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A733-74AC-4952-B910-1FAD9B6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name identifying the floor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drawing type.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380E-4376-4B63-B8A9-95024E4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Split Drawing, a yellow selection boundary,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the drawing-name dialog.</a:t>
            </a:r>
          </a:p>
        </p:txBody>
      </p:sp>
    </p:spTree>
    <p:extLst>
      <p:ext uri="{BB962C8B-B14F-4D97-AF65-F5344CB8AC3E}">
        <p14:creationId xmlns:p14="http://schemas.microsoft.com/office/powerpoint/2010/main" val="1408039248"/>
      </p:ext>
    </p:extLst>
  </p:cSld>
</p:sld>
</file>

<file path=ppt/slides/slide60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DB69F-D191-4FAC-96DE-C0F8CBE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6B7B-D403-4225-88E7-72742E7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42AFB-DBAD-4368-9141-EF84F3E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80A8B6-AD79-43E3-A022-0DE60E9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and Split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E6943-BBC9-4C4F-8D1A-87F0B913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C553-A2CD-4ED0-9EB3-7947D790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99FB6-CE96-4F16-817D-0032950C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F642-0D79-438D-AD9B-E8FDD878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629634585"/>
      </p:ext>
    </p:extLst>
  </p:cSld>
</p:sld>
</file>

<file path=ppt/slides/slide60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DA996-B143-4AAE-B41C-D2A78121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6C75B-61CF-483B-A805-FC7FF68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4C10B-D8F5-42D8-B180-41C253F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6396D7-2E33-4F47-81DB-B0C28626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048EF-9CF2-4103-8A79-0F58266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Calibrate a drawing and align it with the axis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68D22-A646-4B9E-86F5-A6607F1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8038-10D1-4C37-9E84-5F599EA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&gt; Scale 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70FFD-21E8-400F-B202-3920DB0B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Set start, end and actual length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5C3B2-E68B-4293-A08C-9D8CBB48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Verify with another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BA62-800D-4626-A218-CE34D2A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Relocate and choose a reference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C144-5480-49AF-A757-AB1A983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Align to the axis-grid point</a:t>
            </a:r>
          </a:p>
        </p:txBody>
      </p:sp>
    </p:spTree>
    <p:extLst>
      <p:ext uri="{BB962C8B-B14F-4D97-AF65-F5344CB8AC3E}">
        <p14:creationId xmlns:p14="http://schemas.microsoft.com/office/powerpoint/2010/main" val="1804032689"/>
      </p:ext>
    </p:extLst>
  </p:cSld>
</p:sld>
</file>

<file path=ppt/slides/slide60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AAF9A-A910-4868-B381-F1630C4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C413-B64A-449B-B271-648BCE1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541BC-0D6D-4F97-902E-4AD8FC1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16BEDC-C818-4412-B676-BB888288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&gt; Scale Drawing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6f87e89743f4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5DA2C-733D-4B90-970B-3E5C5B3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drawing to calibrate before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specifying two reference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3371-8892-42CD-8130-C3AC6E2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726938839"/>
      </p:ext>
    </p:extLst>
  </p:cSld>
</p:sld>
</file>

<file path=ppt/slides/slide60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13730-872C-4A7B-8966-A699244A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CE792-BEBE-4424-AA9F-C03EA25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BAB9C-7223-4A59-B82A-9CE7406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A417187-0A75-46F4-A7A6-1FABAD02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Set start, end and actual length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b2d2af3834dcc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F20DD-C6F3-4AA5-9521-3B4E8F2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reliable written dimension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entering the actual length.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F3A5-C679-41F0-80F3-4EA9A08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835524472"/>
      </p:ext>
    </p:extLst>
  </p:cSld>
</p:sld>
</file>

<file path=ppt/slides/slide60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E1967-531F-4C37-A1E2-FEFA0160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7AAC1-2946-4B7F-AB03-147E499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7F83D-842D-41D9-BA21-B159837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15AF6D-C2B7-437C-9FA3-6B73B22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Verify with another dimension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54b99b85f4272"/>
          <a:stretch xmlns:a="http://schemas.openxmlformats.org/drawingml/2006/main"/>
        </p:blipFill>
        <p:spPr>
          <a:xfrm xmlns:a="http://schemas.openxmlformats.org/drawingml/2006/main">
            <a:off x="5086350" y="2126447"/>
            <a:ext cx="6419850" cy="3033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B3FED-B519-473A-8780-0F26AFC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 a distance not used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calibration and confirm that it agrees.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856CB-D7BE-4A98-881B-25D1BB5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Scale Drawing, two reference points,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Input Actual Length dialog.</a:t>
            </a:r>
          </a:p>
        </p:txBody>
      </p:sp>
    </p:spTree>
    <p:extLst>
      <p:ext uri="{BB962C8B-B14F-4D97-AF65-F5344CB8AC3E}">
        <p14:creationId xmlns:p14="http://schemas.microsoft.com/office/powerpoint/2010/main" val="1946786629"/>
      </p:ext>
    </p:extLst>
  </p:cSld>
</p:sld>
</file>

<file path=ppt/slides/slide6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EA833-6428-47E3-8031-B502134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BC7DA-B4BA-4FF3-99E7-93282D6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B71A9-809D-4E9D-8CA0-A692BBED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807B5A-70B8-4F48-A0E1-64BECD1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Relocate and choose a reference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a2b521b54464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70E7-EC60-4268-89E8-C54B9E4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clear drawing point, such as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A/1.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3FFD-6029-4035-BDFB-A94697C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2055307645"/>
      </p:ext>
    </p:extLst>
  </p:cSld>
</p:sld>
</file>

<file path=ppt/slides/slide6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C63BC-DA6A-4D37-9CD7-7652710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2663-35A3-4C3C-B92A-B4DE3550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2FA13-BAA8-42AA-8EBC-1D60371D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BE9C80-D574-4A16-AABD-3F841DB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Align to the axis-grid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4a439e4fe4258"/>
          <a:stretch xmlns:a="http://schemas.openxmlformats.org/drawingml/2006/main"/>
        </p:blipFill>
        <p:spPr>
          <a:xfrm xmlns:a="http://schemas.openxmlformats.org/drawingml/2006/main">
            <a:off x="5086350" y="1929157"/>
            <a:ext cx="6419850" cy="342831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06ED0-0D38-4C61-A9CA-5C07C3D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the same grid point and use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intersection snap when selection 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inaccurate.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DCB05-3976-4479-8EC7-83CB804D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Relocate with drawing and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reference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70402837"/>
      </p:ext>
    </p:extLst>
  </p:cSld>
</p:sld>
</file>

<file path=ppt/slides/slide6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A5098-9EB9-454E-8E49-73BEDFC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B86D-53EF-4267-977B-F6A2226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7D65A-3B76-49B4-959D-85F3A326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2417FF-BB5F-4EB8-9347-95466758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Scale and Relocate Drawings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57FAD-FC5D-4BDE-B0D5-738873E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46837-E673-4759-893D-2E41FFCE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51D0-29E7-4CC6-8200-C991EF0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04EBF-9BA6-42F6-98E0-20A6D2F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94378842"/>
      </p:ext>
    </p:extLst>
  </p:cSld>
</p:sld>
</file>

<file path=ppt/slides/slide6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DD0B8F-2E26-46EE-B87A-E5A9EF2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D75F-587C-43E8-9E2E-B2A4093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1BD58-0EB6-4009-B9E7-385E71C7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CFACB0-7F84-4481-ABB5-ADB17EC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9C251-E8D0-425E-B4F6-0F20DE6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axis grids automatically or manually from the drawing.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7CF50-0405-4F30-8B1D-3A18704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A3834-A7A8-4E2E-8AE5-45EBC83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the axis-grid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93D05-FA91-4B99-9D62-6322EFF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09E92-814A-4316-9D45-8CBBDA3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labels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9A250-6DB7-4C8C-8705-00D6F664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4D394-39FC-47EE-A072-415477D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Create an orthogonal grid manually</a:t>
            </a:r>
          </a:p>
        </p:txBody>
      </p:sp>
    </p:spTree>
    <p:extLst>
      <p:ext uri="{BB962C8B-B14F-4D97-AF65-F5344CB8AC3E}">
        <p14:creationId xmlns:p14="http://schemas.microsoft.com/office/powerpoint/2010/main" val="140282302"/>
      </p:ext>
    </p:extLst>
  </p:cSld>
</p:sld>
</file>

<file path=ppt/slides/slide6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630B2-CB8D-45AA-BECC-AF815C7E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E1AF0-1495-4E7E-920C-3E34FA6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F887-6C92-407B-BBC0-DDD5D1D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AE7812-48CC-41EF-82C9-58ABB08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the axis-grid type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6e51f45b49a0"/>
          <a:stretch xmlns:a="http://schemas.openxmlformats.org/drawingml/2006/main"/>
        </p:blipFill>
        <p:spPr>
          <a:xfrm xmlns:a="http://schemas.openxmlformats.org/drawingml/2006/main">
            <a:off x="5086350" y="2080289"/>
            <a:ext cx="6419850" cy="31260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D3DC8-3265-4A3E-B694-B256F50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TAS supports orthogonal, diagonal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arc axis grids.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7BD6B-3395-413D-AF62-B204D518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Orthogonal, arc, and diagonal axis-grid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427896965"/>
      </p:ext>
    </p:extLst>
  </p:cSld>
</p:sld>
</file>

<file path=ppt/slides/slide6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41117-EBD5-480C-8A6E-128B79F4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18DB-0058-4F17-A5DD-C4B9E45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37ADC-FA3E-4AA7-878B-EE2E4F9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5D6E48-B1DC-41A0-9210-20B6C53A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bc0307cc4462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8C77C-D5E8-429C-9673-AE36889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 automatic identification,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axis lines by layer or colour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FD33B-EB92-4921-9D90-11E2B11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lines.</a:t>
            </a:r>
          </a:p>
        </p:txBody>
      </p:sp>
    </p:spTree>
    <p:extLst>
      <p:ext uri="{BB962C8B-B14F-4D97-AF65-F5344CB8AC3E}">
        <p14:creationId xmlns:p14="http://schemas.microsoft.com/office/powerpoint/2010/main" val="1392711301"/>
      </p:ext>
    </p:extLst>
  </p:cSld>
</p:sld>
</file>

<file path=ppt/slides/slide61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05D51-0D9C-4557-A03C-001025C4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1B1B7-2F63-4AA0-98CC-E70BC241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5A83E-6446-432D-9962-F2D7128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578FADA-E5D1-438F-AD82-4B1EB5A6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0ae9ec111443b"/>
          <a:stretch xmlns:a="http://schemas.openxmlformats.org/drawingml/2006/main"/>
        </p:blipFill>
        <p:spPr>
          <a:xfrm xmlns:a="http://schemas.openxmlformats.org/drawingml/2006/main">
            <a:off x="5278765" y="1809750"/>
            <a:ext cx="6035019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80C0-E259-409B-AC26-AAE7471F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axis labels using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appropriate layer 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2C4D-8161-431F-A078-487729E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with layer or colour selection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selected axis labels.</a:t>
            </a:r>
          </a:p>
        </p:txBody>
      </p:sp>
    </p:spTree>
    <p:extLst>
      <p:ext uri="{BB962C8B-B14F-4D97-AF65-F5344CB8AC3E}">
        <p14:creationId xmlns:p14="http://schemas.microsoft.com/office/powerpoint/2010/main" val="2110312301"/>
      </p:ext>
    </p:extLst>
  </p:cSld>
</p:sld>
</file>

<file path=ppt/slides/slide6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C82E7-8068-442B-B37F-8F8E4B28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24AE0-814B-47D1-AAD6-4B27EFA7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CD6B0-9E6F-43AF-A288-66BD549A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E8AFBC-970E-44D5-AED4-5C3F03C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e7c92cb104346"/>
          <a:stretch xmlns:a="http://schemas.openxmlformats.org/drawingml/2006/main"/>
        </p:blipFill>
        <p:spPr>
          <a:xfrm xmlns:a="http://schemas.openxmlformats.org/drawingml/2006/main">
            <a:off x="5086350" y="1823252"/>
            <a:ext cx="6419850" cy="364012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A1745-ED5E-4D3E-96FB-206BC15E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axes against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source 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A330-BC1E-4E29-A91F-D408BA05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above an axis-grid plan.</a:t>
            </a:r>
          </a:p>
        </p:txBody>
      </p:sp>
    </p:spTree>
    <p:extLst>
      <p:ext uri="{BB962C8B-B14F-4D97-AF65-F5344CB8AC3E}">
        <p14:creationId xmlns:p14="http://schemas.microsoft.com/office/powerpoint/2010/main" val="298694781"/>
      </p:ext>
    </p:extLst>
  </p:cSld>
</p:sld>
</file>

<file path=ppt/slides/slide61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858C94-D1B0-4A7B-891A-83C28DA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23945-A75D-40FC-9885-FE3BF8AF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0D23-B23A-400B-9073-AB03666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65E754-3815-4812-B94A-7315488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an orthogonal grid manually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3fe2fe7cb42a7"/>
          <a:stretch xmlns:a="http://schemas.openxmlformats.org/drawingml/2006/main"/>
        </p:blipFill>
        <p:spPr>
          <a:xfrm xmlns:a="http://schemas.openxmlformats.org/drawingml/2006/main">
            <a:off x="5102867" y="1809750"/>
            <a:ext cx="6386816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BCDAA-515D-4EA3-BDA9-013BCA0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Draw &gt; New Orthogonal Axis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Grid, enter numbering and distance,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position it, then select 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092C4-A9F4-4E89-8864-1655C42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New Orthogonal Axis Grid with direction,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numbering, and distance fields.</a:t>
            </a:r>
          </a:p>
        </p:txBody>
      </p:sp>
    </p:spTree>
    <p:extLst>
      <p:ext uri="{BB962C8B-B14F-4D97-AF65-F5344CB8AC3E}">
        <p14:creationId xmlns:p14="http://schemas.microsoft.com/office/powerpoint/2010/main" val="1140828511"/>
      </p:ext>
    </p:extLst>
  </p:cSld>
</p:sld>
</file>

<file path=ppt/slides/slide61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3CE62-57E2-4EEE-8BEE-F5EE5A8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4881E-3D0A-42BE-A2DD-AAFAE6B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BEA9B-3B67-4260-A1C2-761B094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1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A2CFD62-F482-4D02-9F6F-C8BAD28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Create Axis Grids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8DF0-EEDC-4E03-9AAE-E503C2A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FB0BC-B838-4199-8EA0-9C9F32F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5C076-EFAE-4E05-8816-299895D3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45D98-D46D-4362-A0F1-733852E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60783011"/>
      </p:ext>
    </p:extLst>
  </p:cSld>
</p:sld>
</file>

<file path=ppt/slides/slide62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EBF924-5846-4D2F-A14E-7B6C216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91B67-AFC0-407F-8CCB-E6D9FAF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6AC1-3AC6-4955-8177-8D882D1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C673C63-A05B-4C98-8E82-BDFBEF4A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Building Element Modelling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635D0-50A9-49DD-8408-5BD6F75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10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Automatic identification by layer or colour is intended primarily for CAD and vector PDFs</a:t>
            </a:r>
          </a:p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containing line and text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A7120-DD86-4CD5-B537-EFCA2512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134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Pile Cap → Column → Beam → Slab → Wall → Opening → Finishing</a:t>
            </a:r>
          </a:p>
        </p:txBody>
      </p:sp>
    </p:spTree>
    <p:extLst>
      <p:ext uri="{BB962C8B-B14F-4D97-AF65-F5344CB8AC3E}">
        <p14:creationId xmlns:p14="http://schemas.microsoft.com/office/powerpoint/2010/main" val="1529857333"/>
      </p:ext>
    </p:extLst>
  </p:cSld>
</p:sld>
</file>

<file path=ppt/slides/slide62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350FF-D061-418A-8EA5-FD043646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97E4-BD4C-471D-90D4-CF78AC9F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F8EB1-F1E8-4142-9700-462C105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76C508-7E0C-45B3-A7B3-5DF92EF9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E070-1C9D-42BE-A72F-575F552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pile caps from recognisable lines and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6F619-920E-413C-B17E-83C45EF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743B-D84C-4586-8784-F0F158D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A530A-B414-4691-99E8-EB54CF90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Pick the pile-cap 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CCA4E-53ED-422C-8646-B926102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the pile-cap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679BB-FA35-43CB-BDA5-901B564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 and inspect the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15FE6-97A2-44E6-A670-4D48AE5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pile-cap quantities</a:t>
            </a:r>
          </a:p>
        </p:txBody>
      </p:sp>
    </p:spTree>
    <p:extLst>
      <p:ext uri="{BB962C8B-B14F-4D97-AF65-F5344CB8AC3E}">
        <p14:creationId xmlns:p14="http://schemas.microsoft.com/office/powerpoint/2010/main" val="912468701"/>
      </p:ext>
    </p:extLst>
  </p:cSld>
</p:sld>
</file>

<file path=ppt/slides/slide62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F02D7-0D69-430B-A7B6-9ACF01E5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11F7F-E66C-43CD-85B1-E24DE20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38EEF-4B5B-4002-A3D8-475F103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4C606A-5F58-479C-B32C-F56AEDD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6b1acf414d31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67F74-D31D-4DA3-A9B0-90A9E69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by layer or colour on CAD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244D-CCBA-4370-AE05-84841C8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125428692"/>
      </p:ext>
    </p:extLst>
  </p:cSld>
</p:sld>
</file>

<file path=ppt/slides/slide62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39B10-BDFB-4FD4-B424-0AFB01C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247B4-BAF0-46E4-A785-92AF9A4E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A33AB-C62B-4BD3-BD3C-4758FB7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B10BEF-8612-4AA0-95DA-C844658C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Pick the pile-cap frame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9032e6514445f"/>
          <a:stretch xmlns:a="http://schemas.openxmlformats.org/drawingml/2006/main"/>
        </p:blipFill>
        <p:spPr>
          <a:xfrm xmlns:a="http://schemas.openxmlformats.org/drawingml/2006/main">
            <a:off x="5086350" y="2004828"/>
            <a:ext cx="6419850" cy="32769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063F-11F4-4CB8-B729-94FEB00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the complete pile-cap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and confirm the selection.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F9003-03D3-4609-AFB8-BCBA64F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PC2 pile-cap frame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on the plan.</a:t>
            </a:r>
          </a:p>
        </p:txBody>
      </p:sp>
    </p:spTree>
    <p:extLst>
      <p:ext uri="{BB962C8B-B14F-4D97-AF65-F5344CB8AC3E}">
        <p14:creationId xmlns:p14="http://schemas.microsoft.com/office/powerpoint/2010/main" val="682970163"/>
      </p:ext>
    </p:extLst>
  </p:cSld>
</p:sld>
</file>

<file path=ppt/slides/slide62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AC9E0-D816-4764-985D-4B45A9D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D2C4A-F3C6-4784-849E-3AE96217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F8616-E072-4EB5-B2E9-01595311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FAE4851-9BBD-4F1B-B8FB-83C390C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the pile-cap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6ab8a0014a45"/>
          <a:stretch xmlns:a="http://schemas.openxmlformats.org/drawingml/2006/main"/>
        </p:blipFill>
        <p:spPr>
          <a:xfrm xmlns:a="http://schemas.openxmlformats.org/drawingml/2006/main">
            <a:off x="5086350" y="1814805"/>
            <a:ext cx="6419850" cy="36570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8D07-CDEA-48D1-99B2-F2A1880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to select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corresponding element 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BCB4-A289-4B9F-BDA4-6A643F0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PC2 text on the pile-cap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278500478"/>
      </p:ext>
    </p:extLst>
  </p:cSld>
</p:sld>
</file>

<file path=ppt/slides/slide62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CF9FF-678F-4616-8843-9E1208C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3CB8-45F3-43A0-A0D3-DDE1F01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9EFDE-97A3-48FE-B337-5805A83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051FB5-EBE3-4EED-A620-3ED6146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 and inspect the result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d7441e34040c7"/>
          <a:stretch xmlns:a="http://schemas.openxmlformats.org/drawingml/2006/main"/>
        </p:blipFill>
        <p:spPr>
          <a:xfrm xmlns:a="http://schemas.openxmlformats.org/drawingml/2006/main">
            <a:off x="5086350" y="2118285"/>
            <a:ext cx="6419850" cy="30500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C6743-5935-4688-9378-098B3C2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position and size of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pile caps.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C5B36-891C-4F3E-A461-9E7A7D8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pile-cap outlines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resulting 3D model.</a:t>
            </a:r>
          </a:p>
        </p:txBody>
      </p:sp>
    </p:spTree>
    <p:extLst>
      <p:ext uri="{BB962C8B-B14F-4D97-AF65-F5344CB8AC3E}">
        <p14:creationId xmlns:p14="http://schemas.microsoft.com/office/powerpoint/2010/main" val="1205776639"/>
      </p:ext>
    </p:extLst>
  </p:cSld>
</p:sld>
</file>

<file path=ppt/slides/slide62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8FE0B-12AA-400D-B407-8ACA842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3E6FF-F0A6-4BC7-A5E7-F7F4A5C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B760-8EB3-4834-AA52-A0DEE22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30C2B1-F719-4B4B-A512-FF44969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pile-cap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891edff824865"/>
          <a:stretch xmlns:a="http://schemas.openxmlformats.org/drawingml/2006/main"/>
        </p:blipFill>
        <p:spPr>
          <a:xfrm xmlns:a="http://schemas.openxmlformats.org/drawingml/2006/main">
            <a:off x="5086350" y="2421185"/>
            <a:ext cx="6419850" cy="24442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62FBF-288F-407A-A03B-29A76E9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 for concrete and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of Formwork for 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03A0C-8FFF-40AB-960C-085A07FF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pile-cap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1277906230"/>
      </p:ext>
    </p:extLst>
  </p:cSld>
</p:sld>
</file>

<file path=ppt/slides/slide62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B2F17-048E-48AA-9B00-C8FEA7A4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70D59-ADD2-4D34-AACC-85422B5C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461D6-BB97-4DFD-8D52-9455128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7A980C-F921-4482-ABFC-506A0AE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Pile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C9D5-5DD3-4921-9942-69FA84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BF6B-1B11-4B52-87CB-FC03473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C6F05-A193-434B-8CC0-30647E9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B7D03-F6E5-4A88-99EF-D53C4F62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7741073"/>
      </p:ext>
    </p:extLst>
  </p:cSld>
</p:sld>
</file>

<file path=ppt/slides/slide62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8F831-CA3B-46B3-B71D-7119D37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7DBFC-933A-48CF-937E-54D3C91D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68F45-FC37-448B-95F7-B111BF9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C3CC71-5FD1-4390-A058-6AB7A06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48878-E977-4889-A19C-A2EC65A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columns and check their three-dimensional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B945-B3DF-447A-A5B6-3860B53F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04CF7-2448-4734-9FC4-B79F5EE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relevant column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CB482-3887-4AD5-A24E-4E4D1B3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outlines with Pick Sideline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6428-D71F-4253-8CF9-3E790032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BF3B5-3C6A-46B2-819A-CDDED07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Auto-Identify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61D9E-2056-4A20-B76F-621EF53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Inspect columns in 3D</a:t>
            </a:r>
          </a:p>
        </p:txBody>
      </p:sp>
    </p:spTree>
    <p:extLst>
      <p:ext uri="{BB962C8B-B14F-4D97-AF65-F5344CB8AC3E}">
        <p14:creationId xmlns:p14="http://schemas.microsoft.com/office/powerpoint/2010/main" val="649737171"/>
      </p:ext>
    </p:extLst>
  </p:cSld>
</p:sld>
</file>

<file path=ppt/slides/slide62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7EB57-3116-49FA-8943-8120CBB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66E3-88EF-4BCF-800A-1C620543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5ED2A-0C7C-4E06-A54D-C3C8B36E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99B4AA7-29B5-4B31-B737-F65CC538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relevant column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3727328b14cdc"/>
          <a:stretch xmlns:a="http://schemas.openxmlformats.org/drawingml/2006/main"/>
        </p:blipFill>
        <p:spPr>
          <a:xfrm xmlns:a="http://schemas.openxmlformats.org/drawingml/2006/main">
            <a:off x="5086350" y="2096342"/>
            <a:ext cx="6419850" cy="30939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58DFB-C09B-4912-A2C1-CC911ED6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round,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slanted, composite and steel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6E8C-9121-4619-AD4D-2088AAFA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Composite, round, steel, and slanted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examples.</a:t>
            </a:r>
          </a:p>
        </p:txBody>
      </p:sp>
    </p:spTree>
    <p:extLst>
      <p:ext uri="{BB962C8B-B14F-4D97-AF65-F5344CB8AC3E}">
        <p14:creationId xmlns:p14="http://schemas.microsoft.com/office/powerpoint/2010/main" val="1703567999"/>
      </p:ext>
    </p:extLst>
  </p:cSld>
</p:sld>
</file>

<file path=ppt/slides/slide63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911CE-5605-441B-96A9-B431F3F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8A11-78E4-4265-8875-0EFADCA3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956A5-DABD-4D62-B90C-53E591C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80E79D0-0276-4238-B6FD-A005B09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outlines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50f030ab46aa"/>
          <a:stretch xmlns:a="http://schemas.openxmlformats.org/drawingml/2006/main"/>
        </p:blipFill>
        <p:spPr>
          <a:xfrm xmlns:a="http://schemas.openxmlformats.org/drawingml/2006/main">
            <a:off x="5086350" y="2020535"/>
            <a:ext cx="6419850" cy="32455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95078-0157-45F1-8CCA-A4935E2E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a layer or colour containing only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boundary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D00EC-B704-4443-8533-33CFF3C4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the K2 column outline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988426995"/>
      </p:ext>
    </p:extLst>
  </p:cSld>
</p:sld>
</file>

<file path=ppt/slides/slide63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DA4D4-5D32-42A7-9391-2BE226E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725A8-BE5A-4730-8D37-07E4B327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6FB7A-AB49-4116-9305-F8CD0C6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587B8D-CEF3-42E0-83D7-0BFFB8C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f02671f54ba6"/>
          <a:stretch xmlns:a="http://schemas.openxmlformats.org/drawingml/2006/main"/>
        </p:blipFill>
        <p:spPr>
          <a:xfrm xmlns:a="http://schemas.openxmlformats.org/drawingml/2006/main">
            <a:off x="5086350" y="2012900"/>
            <a:ext cx="6419850" cy="32608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A7E42-32E7-4DC0-AC61-D050B48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column labels corresponding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to the selected outlines.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BB813-6FF2-466E-8ECA-CF7A703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K2 text on the column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728275567"/>
      </p:ext>
    </p:extLst>
  </p:cSld>
</p:sld>
</file>

<file path=ppt/slides/slide63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FE4D3-7DBF-416D-932C-27FEFDEF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CB32-3E85-4926-BA0C-6677963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85E5C-8462-4851-AEC7-54DBACCF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053C13-5CF2-4D66-B979-6B6490AE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69ce8e7b94e9b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D711-7846-40F4-B987-56D4EEEB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elements after selecting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 and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0B88D-7A8A-47F7-93A8-029AFDF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574953215"/>
      </p:ext>
    </p:extLst>
  </p:cSld>
</p:sld>
</file>

<file path=ppt/slides/slide63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9CB9C-E890-45B4-8EFF-8D70F82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74A4B-5491-48D2-9E2D-ED65E114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8FB4C-6EC6-4E1A-85E6-F9EE3B36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1DF71F-0D72-4AA2-8CCA-8BA33D6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Inspect columns in 3D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951e84e743ba"/>
          <a:stretch xmlns:a="http://schemas.openxmlformats.org/drawingml/2006/main"/>
        </p:blipFill>
        <p:spPr>
          <a:xfrm xmlns:a="http://schemas.openxmlformats.org/drawingml/2006/main">
            <a:off x="5086350" y="2064263"/>
            <a:ext cx="6419850" cy="3158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1F6E9-45B2-4F30-9C46-2C6BA64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position, size and floor in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623F-D2BE-46DA-A135-F3E674E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 with outlines and purple 3D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 results.</a:t>
            </a:r>
          </a:p>
        </p:txBody>
      </p:sp>
    </p:spTree>
    <p:extLst>
      <p:ext uri="{BB962C8B-B14F-4D97-AF65-F5344CB8AC3E}">
        <p14:creationId xmlns:p14="http://schemas.microsoft.com/office/powerpoint/2010/main" val="709250781"/>
      </p:ext>
    </p:extLst>
  </p:cSld>
</p:sld>
</file>

<file path=ppt/slides/slide63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0D848-2537-4E73-948A-96B23B14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9C14C-76B8-4F2A-9A91-070B35C6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09F8E-E34E-44A5-BAD7-E00EC31B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21C0C8-8322-45EB-843A-E730D71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Columns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E21F-9B47-486C-8CCC-1ECC163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1845-F84B-4EA6-96DD-AA2F3D1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87B75-588E-4F3B-8795-77331CA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1CEE6-9CD7-4013-8D14-0ACB1D3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59690498"/>
      </p:ext>
    </p:extLst>
  </p:cSld>
</p:sld>
</file>

<file path=ppt/slides/slide63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2F66A-CF32-4C92-87A3-28C5725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2895F-2420-421E-9B45-4B03D23D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B8908-31DC-4B00-9BD2-D9D7C5D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AF8CD6-3E52-4074-B64F-EFC891F9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248B-2329-4DB2-AE22-96DB57A1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beams, correct errors and review their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D2DCA-1BB3-4B82-B202-413D9646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F023D-DBF9-4120-AEF0-8FD56C0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beam lines with Pick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B33E8-03FF-4EB5-B6D3-8E264FC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labels with Pick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D87A-C971-4C6F-8955-AF94810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Auto-Identify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E93A-13E0-46CF-81D6-DD67A96C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Perform the Identification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C925F-74EE-4021-A2EF-8C1F53C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beam quantities</a:t>
            </a:r>
          </a:p>
        </p:txBody>
      </p:sp>
    </p:spTree>
    <p:extLst>
      <p:ext uri="{BB962C8B-B14F-4D97-AF65-F5344CB8AC3E}">
        <p14:creationId xmlns:p14="http://schemas.microsoft.com/office/powerpoint/2010/main" val="1736640391"/>
      </p:ext>
    </p:extLst>
  </p:cSld>
</p:sld>
</file>

<file path=ppt/slides/slide63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95430-C6D4-4FA9-A269-15815D00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3858F-E29F-401C-9BC6-1CD066C1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6F5B-8448-4B40-B4CF-347FDB4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8C70EA-B01F-4D73-A8DC-297BA9A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beam lines with Pick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6545a5ca74a75"/>
          <a:stretch xmlns:a="http://schemas.openxmlformats.org/drawingml/2006/main"/>
        </p:blipFill>
        <p:spPr>
          <a:xfrm xmlns:a="http://schemas.openxmlformats.org/drawingml/2006/main">
            <a:off x="5086350" y="2060016"/>
            <a:ext cx="6419850" cy="31665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6BF5D-6B97-472F-A933-5E3757E3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layer or colour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78F7C-2D8E-4142-A73A-0A529C1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Sideline and beam boundary lines 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plan.</a:t>
            </a:r>
          </a:p>
        </p:txBody>
      </p:sp>
    </p:spTree>
    <p:extLst>
      <p:ext uri="{BB962C8B-B14F-4D97-AF65-F5344CB8AC3E}">
        <p14:creationId xmlns:p14="http://schemas.microsoft.com/office/powerpoint/2010/main" val="633405335"/>
      </p:ext>
    </p:extLst>
  </p:cSld>
</p:sld>
</file>

<file path=ppt/slides/slide63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ED164-C80D-4CC9-890F-86D219F0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1A1A-3019-46CF-9860-A79C3B07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AAA67-A73D-45E9-8625-50DC9E5F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04C746-B0FE-44C7-BF71-950CAB6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916b942ab4851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9FCC-2724-44A2-B547-8F553A0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beam names associated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5AA46-6927-42F8-B27B-E152937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178191505"/>
      </p:ext>
    </p:extLst>
  </p:cSld>
</p:sld>
</file>

<file path=ppt/slides/slide63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EECAE-7587-458E-84BD-6290958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B043A-FBB9-4126-B007-14F0DD16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FE2DB-08C1-4C35-8389-7D37536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13C9ED2-5714-416D-BB8D-A5EF908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Auto-Identify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bdc987f644ea6"/>
          <a:stretch xmlns:a="http://schemas.openxmlformats.org/drawingml/2006/main"/>
        </p:blipFill>
        <p:spPr>
          <a:xfrm xmlns:a="http://schemas.openxmlformats.org/drawingml/2006/main">
            <a:off x="5086350" y="1987879"/>
            <a:ext cx="6419850" cy="33108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C662-D7D0-4A39-A64A-67403D21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the beam model after 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label data is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F9600-79CD-47F3-8CAF-C409DEE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Label, the 1B2 300x700 label,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Auto-Identify.</a:t>
            </a:r>
          </a:p>
        </p:txBody>
      </p:sp>
    </p:spTree>
    <p:extLst>
      <p:ext uri="{BB962C8B-B14F-4D97-AF65-F5344CB8AC3E}">
        <p14:creationId xmlns:p14="http://schemas.microsoft.com/office/powerpoint/2010/main" val="279323775"/>
      </p:ext>
    </p:extLst>
  </p:cSld>
</p:sld>
</file>

<file path=ppt/slides/slide63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E5BAF-8664-4E8B-B139-5363D7C8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FE008-5D38-42D8-BCD5-82A360B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D70ED-3032-4AB1-BDA7-1AEDD48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ADEC35-7306-467B-A6D3-774A64E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Perform the Identification Check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f3236b36a4696"/>
          <a:stretch xmlns:a="http://schemas.openxmlformats.org/drawingml/2006/main"/>
        </p:blipFill>
        <p:spPr>
          <a:xfrm xmlns:a="http://schemas.openxmlformats.org/drawingml/2006/main">
            <a:off x="5086350" y="2108916"/>
            <a:ext cx="6419850" cy="306879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34947-BF76-4079-9749-FC611FB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and modify incorrect elements,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then confirm the updated 3D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83A6B-0C0B-4EF2-B2FE-4FF415C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Identification Check, its error list,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 Editor, and a 3D beam model.</a:t>
            </a:r>
          </a:p>
        </p:txBody>
      </p:sp>
    </p:spTree>
    <p:extLst>
      <p:ext uri="{BB962C8B-B14F-4D97-AF65-F5344CB8AC3E}">
        <p14:creationId xmlns:p14="http://schemas.microsoft.com/office/powerpoint/2010/main" val="1590237577"/>
      </p:ext>
    </p:extLst>
  </p:cSld>
</p:sld>
</file>

<file path=ppt/slides/slide64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BAD08-EEF5-43D7-A0A1-6969397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45B9-70DD-47D5-B046-B9165D7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6EAB7-EEBB-4753-ACB6-CBD3CC08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6A1B90-16B7-4685-9EAE-1D2B9018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beam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4e7ced3749c9"/>
          <a:stretch xmlns:a="http://schemas.openxmlformats.org/drawingml/2006/main"/>
        </p:blipFill>
        <p:spPr>
          <a:xfrm xmlns:a="http://schemas.openxmlformats.org/drawingml/2006/main">
            <a:off x="5086350" y="2418649"/>
            <a:ext cx="6419850" cy="24493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4BF02-4E44-41A2-8EFB-1E550BAD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concrete Volume and Area of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A8E57-6B5C-41B2-AA43-A0F5395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beam table with Volume and Area of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Formwork.</a:t>
            </a:r>
          </a:p>
        </p:txBody>
      </p:sp>
    </p:spTree>
    <p:extLst>
      <p:ext uri="{BB962C8B-B14F-4D97-AF65-F5344CB8AC3E}">
        <p14:creationId xmlns:p14="http://schemas.microsoft.com/office/powerpoint/2010/main" val="767307975"/>
      </p:ext>
    </p:extLst>
  </p:cSld>
</p:sld>
</file>

<file path=ppt/slides/slide64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5A1FD-CD74-4140-AD9B-9AAE614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4BB2-7B76-4DB0-B20E-48AC8619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095E8-A11B-41E8-B57C-49A1892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DA1C072-DDE5-46B6-9E32-40F5050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and Check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4AA3-C7D2-4CDB-8347-19611C1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1CBA-3B50-4284-991C-55C736F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5D651-A97F-4C24-8F14-A84AFC3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65537-A744-475E-82C6-81A705C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136258913"/>
      </p:ext>
    </p:extLst>
  </p:cSld>
</p:sld>
</file>

<file path=ppt/slides/slide64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CB1351-F74A-4091-8200-45752E9C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1AAD4-E552-4950-B6A3-86181F2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F80BC-033B-42FF-A074-004EF0DA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75E547D-9142-4725-9FCF-98D9B57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45297-4A81-4B6F-9447-F36EA96C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slabs and openings with correct thickness and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19B2-1F4C-458C-B481-B1517F3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09300-2164-46D1-A50E-9A5D3DB9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Recognise slab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9AEA-97F1-472D-BE4A-6BA3A99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Capture slab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A286-D940-4FA0-9C15-1236ED6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Slab Opening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1111F-3557-4A49-8B9C-A9C43FF1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Identify Slab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99C22-1821-4CBD-ACD0-7FA36BF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23530974"/>
      </p:ext>
    </p:extLst>
  </p:cSld>
</p:sld>
</file>

<file path=ppt/slides/slide64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AB6F1-6369-4C75-AFDC-6530E5AA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A80E-56E9-4718-AC6E-E83C5889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94742-0F58-4F80-8AD7-6E69BA70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A6233F-7B42-45AB-A505-D8D04134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Recognise slab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34575f31b42dc"/>
          <a:stretch xmlns:a="http://schemas.openxmlformats.org/drawingml/2006/main"/>
        </p:blipFill>
        <p:spPr>
          <a:xfrm xmlns:a="http://schemas.openxmlformats.org/drawingml/2006/main">
            <a:off x="5086350" y="2083803"/>
            <a:ext cx="6419850" cy="31190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ED18F-28BE-4CD2-A049-DD0432DE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Manual examples include in-situ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slabs, bondek slabs and spiral ramps.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4C04B-163D-4BBF-A179-C23EC89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In-situ slab, spiral ramp, and bondek slab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examples.</a:t>
            </a:r>
          </a:p>
        </p:txBody>
      </p:sp>
    </p:spTree>
    <p:extLst>
      <p:ext uri="{BB962C8B-B14F-4D97-AF65-F5344CB8AC3E}">
        <p14:creationId xmlns:p14="http://schemas.microsoft.com/office/powerpoint/2010/main" val="32427142"/>
      </p:ext>
    </p:extLst>
  </p:cSld>
</p:sld>
</file>

<file path=ppt/slides/slide64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8D0AC-98DD-49D8-843E-8371C49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6131-9436-4A54-B8BB-7667F44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46231-58C0-47DC-9EE0-4618995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DE6077A-E437-4EBF-9D6B-E0EEA8D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slab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7c07270f3481c"/>
          <a:stretch xmlns:a="http://schemas.openxmlformats.org/drawingml/2006/main"/>
        </p:blipFill>
        <p:spPr>
          <a:xfrm xmlns:a="http://schemas.openxmlformats.org/drawingml/2006/main">
            <a:off x="5086350" y="2044241"/>
            <a:ext cx="6419850" cy="319814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A611-AE1C-4654-B1AB-3DF6E8A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Label with selection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2BB40-56E3-400B-AF1B-89582802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Label and the S1 slab label on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plan.</a:t>
            </a:r>
          </a:p>
        </p:txBody>
      </p:sp>
    </p:spTree>
    <p:extLst>
      <p:ext uri="{BB962C8B-B14F-4D97-AF65-F5344CB8AC3E}">
        <p14:creationId xmlns:p14="http://schemas.microsoft.com/office/powerpoint/2010/main" val="1600107966"/>
      </p:ext>
    </p:extLst>
  </p:cSld>
</p:sld>
</file>

<file path=ppt/slides/slide64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27EC5-1EA8-462A-A851-6D21D7F1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768AC-F29C-4C1B-9C71-32D667FF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574A3-AD4F-40DE-B572-86062291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EA44C5B-2A5E-4E48-9031-18AB1065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Slab Opening 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724a6328b42a3"/>
          <a:stretch xmlns:a="http://schemas.openxmlformats.org/drawingml/2006/main"/>
        </p:blipFill>
        <p:spPr>
          <a:xfrm xmlns:a="http://schemas.openxmlformats.org/drawingml/2006/main">
            <a:off x="5086350" y="2081281"/>
            <a:ext cx="6419850" cy="312406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95E06-9EEF-4E8B-889A-556BA2C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opening boundaries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2CD77-8186-426C-B82F-1200493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Slab Opening Line and an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boundary on the plan.</a:t>
            </a:r>
          </a:p>
        </p:txBody>
      </p:sp>
    </p:spTree>
    <p:extLst>
      <p:ext uri="{BB962C8B-B14F-4D97-AF65-F5344CB8AC3E}">
        <p14:creationId xmlns:p14="http://schemas.microsoft.com/office/powerpoint/2010/main" val="316450456"/>
      </p:ext>
    </p:extLst>
  </p:cSld>
</p:sld>
</file>

<file path=ppt/slides/slide64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BFA4E-B355-463C-8BE8-441417F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A08B7-7696-4544-9B51-F5FB56B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06B67-A351-4C1B-8C62-0C4297C3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EEBADCE-43F8-4C2D-8C0A-398ED755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Identify Slab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79ed612394484"/>
          <a:stretch xmlns:a="http://schemas.openxmlformats.org/drawingml/2006/main"/>
        </p:blipFill>
        <p:spPr>
          <a:xfrm xmlns:a="http://schemas.openxmlformats.org/drawingml/2006/main">
            <a:off x="5086350" y="2070806"/>
            <a:ext cx="6419850" cy="31450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473B7-D666-4FD1-9076-3CCFAACF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Slab Identification Option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thickness when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494DB-F21E-4A58-80BD-BD94E2B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Identify Slab, identification options, the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thickness table, and a 3D model.</a:t>
            </a:r>
          </a:p>
        </p:txBody>
      </p:sp>
    </p:spTree>
    <p:extLst>
      <p:ext uri="{BB962C8B-B14F-4D97-AF65-F5344CB8AC3E}">
        <p14:creationId xmlns:p14="http://schemas.microsoft.com/office/powerpoint/2010/main" val="948248041"/>
      </p:ext>
    </p:extLst>
  </p:cSld>
</p:sld>
</file>

<file path=ppt/slides/slide64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66237-0D96-445F-9E57-BB7282F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E807-0723-4C1D-B1FE-CC0BD04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85DC7-F407-4151-B158-52DAFEDB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14C523-CA7F-443A-8FE4-992041B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c03de99bb4ccc"/>
          <a:stretch xmlns:a="http://schemas.openxmlformats.org/drawingml/2006/main"/>
        </p:blipFill>
        <p:spPr>
          <a:xfrm xmlns:a="http://schemas.openxmlformats.org/drawingml/2006/main">
            <a:off x="5086350" y="2098674"/>
            <a:ext cx="6419850" cy="308927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18B77-2699-46F7-829F-567BD0D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Volume, Area of Formwork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side-formwork length at edges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0D323-7491-4C86-A430-B761A6CF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slab table with Volume, soffit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formwork, and edge and break lengths.</a:t>
            </a:r>
          </a:p>
        </p:txBody>
      </p:sp>
    </p:spTree>
    <p:extLst>
      <p:ext uri="{BB962C8B-B14F-4D97-AF65-F5344CB8AC3E}">
        <p14:creationId xmlns:p14="http://schemas.microsoft.com/office/powerpoint/2010/main" val="734847234"/>
      </p:ext>
    </p:extLst>
  </p:cSld>
</p:sld>
</file>

<file path=ppt/slides/slide64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1C3AB0-74AD-411B-888B-DBEA735F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B8B61-D539-4DAD-BC19-E922E38A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2A31-7809-4F8B-8BC4-722F8F66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C2B9EA-87A7-4A5B-9417-8A65645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Slabs and Slab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ACE8-F206-4B78-B0F0-36B12CD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A8A06-5407-4997-BDF8-94D2552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5C8F0-C90C-4C76-A46F-CB28DF4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6EB7-CC93-4A68-B926-A0B7330E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55889654"/>
      </p:ext>
    </p:extLst>
  </p:cSld>
</p:sld>
</file>

<file path=ppt/slides/slide64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22A7A-1795-4AA6-9729-F53F3737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16BD0-0B8D-4473-882C-5D8D08D8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23719-15A0-42F6-B614-21EC11F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6AB9C9-DA55-4087-BC21-7E89066D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EE710-0C97-4770-AFA3-28C2387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concrete walls and review structural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E3258-FDC6-4F0E-8CBF-AE12735E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12BEB-EE94-46CB-ACBB-65C957A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Select Pick Concrete Wall Sideline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41CE4-889A-4AA6-A0E9-A85B303F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structural-wall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2D65-772E-4F42-AFD3-130E57E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names with Pick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53FB-E43C-4284-865D-32063E5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9107-2463-4B9A-9FEF-9BBF024C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structural-wall quantities</a:t>
            </a:r>
          </a:p>
        </p:txBody>
      </p:sp>
    </p:spTree>
    <p:extLst>
      <p:ext uri="{BB962C8B-B14F-4D97-AF65-F5344CB8AC3E}">
        <p14:creationId xmlns:p14="http://schemas.microsoft.com/office/powerpoint/2010/main" val="2082773629"/>
      </p:ext>
    </p:extLst>
  </p:cSld>
</p:sld>
</file>

<file path=ppt/slides/slide65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813A4-421D-432F-A5DD-5C750F2C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EA7A-0DE4-4B7F-86EE-D3FCB332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75790-F783-40FE-B591-49EB72F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322157-0D52-46CF-BBA8-FDF4842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Pick Concrete Wall Sideline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3183fd7804ecf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EA4EF-474C-4F68-9893-8F84880E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layer or colour selection on CAD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vector PDFs containing line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A267-9DA8-4D57-8E94-80AFBC4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430966554"/>
      </p:ext>
    </p:extLst>
  </p:cSld>
</p:sld>
</file>

<file path=ppt/slides/slide65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F568C-8221-45B7-898D-DFADDC8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D4D74-D307-41E2-B526-9FADFCC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1F28-7DFF-49DA-B769-9FE9BA9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12C816-E8A3-4BD0-9896-43C7231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structural-wall 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73084b3a145cd"/>
          <a:stretch xmlns:a="http://schemas.openxmlformats.org/drawingml/2006/main"/>
        </p:blipFill>
        <p:spPr>
          <a:xfrm xmlns:a="http://schemas.openxmlformats.org/drawingml/2006/main">
            <a:off x="5234713" y="1809750"/>
            <a:ext cx="6123124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8BE51-441B-47E7-AE58-E47EC98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Capture complete concrete-wall lines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98BE1-E28D-48EB-BD1B-8BEA54DE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Concrete Wall Sideline and selected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structural-wall lines.</a:t>
            </a:r>
          </a:p>
        </p:txBody>
      </p:sp>
    </p:spTree>
    <p:extLst>
      <p:ext uri="{BB962C8B-B14F-4D97-AF65-F5344CB8AC3E}">
        <p14:creationId xmlns:p14="http://schemas.microsoft.com/office/powerpoint/2010/main" val="741804178"/>
      </p:ext>
    </p:extLst>
  </p:cSld>
</p:sld>
</file>

<file path=ppt/slides/slide65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C2FB9-3067-41A8-8D18-F767F900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DD179-B40E-4594-8EEF-01BC2D2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C3C9C-40BE-48D8-8FBC-047D1BE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8F96CC-8D91-46C0-834B-5C1CE9D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names with Pick Label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5901127f249b5"/>
          <a:stretch xmlns:a="http://schemas.openxmlformats.org/drawingml/2006/main"/>
        </p:blipFill>
        <p:spPr>
          <a:xfrm xmlns:a="http://schemas.openxmlformats.org/drawingml/2006/main">
            <a:off x="5105990" y="1809750"/>
            <a:ext cx="638057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3A69-A40F-4665-BC65-AC67D89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Associate concrete-wall labels with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selected 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9163B-F374-4627-9936-D843E6F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Pick Wall Label and the RC WALL 1 text.</a:t>
            </a:r>
          </a:p>
        </p:txBody>
      </p:sp>
    </p:spTree>
    <p:extLst>
      <p:ext uri="{BB962C8B-B14F-4D97-AF65-F5344CB8AC3E}">
        <p14:creationId xmlns:p14="http://schemas.microsoft.com/office/powerpoint/2010/main" val="1404079051"/>
      </p:ext>
    </p:extLst>
  </p:cSld>
</p:sld>
</file>

<file path=ppt/slides/slide65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9249E-5A53-4740-9362-AE5E34F0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7F879-215C-4B17-98DE-95653CA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937B-0C1B-4B9D-8B18-19F45F31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FC3EBE-0E3E-4D40-874F-7E149FE4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7a9ff014644ce"/>
          <a:stretch xmlns:a="http://schemas.openxmlformats.org/drawingml/2006/main"/>
        </p:blipFill>
        <p:spPr>
          <a:xfrm xmlns:a="http://schemas.openxmlformats.org/drawingml/2006/main">
            <a:off x="5086350" y="1976233"/>
            <a:ext cx="6419850" cy="33341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9F06B-F686-47AB-AAAA-F82E5945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the information prompt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the 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A43D4-5EA1-49A3-B7C3-EF9D605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Auto-Identify, its confirmation dialog,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resulting 3D walls.</a:t>
            </a:r>
          </a:p>
        </p:txBody>
      </p:sp>
    </p:spTree>
    <p:extLst>
      <p:ext uri="{BB962C8B-B14F-4D97-AF65-F5344CB8AC3E}">
        <p14:creationId xmlns:p14="http://schemas.microsoft.com/office/powerpoint/2010/main" val="1596446272"/>
      </p:ext>
    </p:extLst>
  </p:cSld>
</p:sld>
</file>

<file path=ppt/slides/slide65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8D072-BC8B-48A3-A3DB-EC64117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49F1-0785-4042-BB19-3F246C5D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671C1-B114-4D8A-BE31-9C5EAC5E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020722-1924-43F4-9C93-DCD27EB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structural-wall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d6bbe334f4068"/>
          <a:stretch xmlns:a="http://schemas.openxmlformats.org/drawingml/2006/main"/>
        </p:blipFill>
        <p:spPr>
          <a:xfrm xmlns:a="http://schemas.openxmlformats.org/drawingml/2006/main">
            <a:off x="5086350" y="2275770"/>
            <a:ext cx="6419850" cy="273508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6D79-5BC3-4335-BD93-D0A6A4A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Volume, Area of Formwork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length at edges or opening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breaks where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CA56-427E-47BA-9590-C36B1B1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structural-wall table with concrete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formwork results.</a:t>
            </a:r>
          </a:p>
        </p:txBody>
      </p:sp>
    </p:spTree>
    <p:extLst>
      <p:ext uri="{BB962C8B-B14F-4D97-AF65-F5344CB8AC3E}">
        <p14:creationId xmlns:p14="http://schemas.microsoft.com/office/powerpoint/2010/main" val="186564878"/>
      </p:ext>
    </p:extLst>
  </p:cSld>
</p:sld>
</file>

<file path=ppt/slides/slide65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C2CD8-B090-4AF7-8482-125B8F5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7E81A-61E8-4ACC-893D-203E6802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E902-CDE1-41B6-BEAB-EA0E621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CB4ED7-2CEA-48D8-9682-0F742BE7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Structural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A88FC-A9E7-41D9-93CE-53D1137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E0DC1-4937-4645-BB0F-15217C2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A7622-2EFF-4176-BE33-CF85A3D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D0F88-CF66-49F0-BC15-4FEE0F8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712546147"/>
      </p:ext>
    </p:extLst>
  </p:cSld>
</p:sld>
</file>

<file path=ppt/slides/slide65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EEC7B-4847-4870-8E9C-68058CFE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A1116-1091-4B2E-A767-980F13F3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799B-BF50-4814-A296-89C8FCF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EE70CE-6A78-4BB6-B363-510BF74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19338-7921-459D-92D9-E98B58D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 masonry walls and review their area.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DB0E5-BC23-4E00-A822-0B776D89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D79C5-A842-411A-95B1-AC16B14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Distinguish architectural and structural walls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C6260-B2E7-44A8-9885-2492250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Select masonry-wall sidelines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9AEF5-FC6A-49E3-8AA1-B70E81C4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Capture openings and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E4771-5B03-4FBD-BC06-74F90B5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A06C7-A669-422C-A65C-562BA89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Review wall area</a:t>
            </a:r>
          </a:p>
        </p:txBody>
      </p:sp>
    </p:spTree>
    <p:extLst>
      <p:ext uri="{BB962C8B-B14F-4D97-AF65-F5344CB8AC3E}">
        <p14:creationId xmlns:p14="http://schemas.microsoft.com/office/powerpoint/2010/main" val="901521797"/>
      </p:ext>
    </p:extLst>
  </p:cSld>
</p:sld>
</file>

<file path=ppt/slides/slide65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FFEBF-0C58-42F0-98CC-CB3BCD3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31611-6884-4951-84A9-5B7F0175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0296E-55F0-4A1F-8924-2653248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6B9709F-0308-4F7D-9650-A2E567D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Distinguish architectural and structural walls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e5d59d3f14cb8"/>
          <a:stretch xmlns:a="http://schemas.openxmlformats.org/drawingml/2006/main"/>
        </p:blipFill>
        <p:spPr>
          <a:xfrm xmlns:a="http://schemas.openxmlformats.org/drawingml/2006/main">
            <a:off x="5086350" y="2135034"/>
            <a:ext cx="6419850" cy="301655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934DD-B7BB-477E-B003-93ED1E2D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Masonry walls are reported by area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rather than concrete volume.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5C97D-6CB7-48A9-B214-CEDD76D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Brick, lightweight-panel, block, and glass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wall examples.</a:t>
            </a:r>
          </a:p>
        </p:txBody>
      </p:sp>
    </p:spTree>
    <p:extLst>
      <p:ext uri="{BB962C8B-B14F-4D97-AF65-F5344CB8AC3E}">
        <p14:creationId xmlns:p14="http://schemas.microsoft.com/office/powerpoint/2010/main" val="1434373801"/>
      </p:ext>
    </p:extLst>
  </p:cSld>
</p:sld>
</file>

<file path=ppt/slides/slide65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2C641-C8AC-4A9C-9D70-02E6D5C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51A34-9175-4438-9935-7E0D116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3C50-E16C-4E80-9C88-A841A02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40C16B4-556D-4B2D-9E78-04389C8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masonry-wall sidelines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b6c1f5c5c43cf"/>
          <a:stretch xmlns:a="http://schemas.openxmlformats.org/drawingml/2006/main"/>
        </p:blipFill>
        <p:spPr>
          <a:xfrm xmlns:a="http://schemas.openxmlformats.org/drawingml/2006/main">
            <a:off x="5086350" y="2111451"/>
            <a:ext cx="6419850" cy="30637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951A7-0B63-4317-A7EA-6D5F72D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appropriate sideline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command and select lines by layer 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92C4-9ABF-4247-9D8E-0C78528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masonry-wall plan with highlighted wall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lines.</a:t>
            </a:r>
          </a:p>
        </p:txBody>
      </p:sp>
    </p:spTree>
    <p:extLst>
      <p:ext uri="{BB962C8B-B14F-4D97-AF65-F5344CB8AC3E}">
        <p14:creationId xmlns:p14="http://schemas.microsoft.com/office/powerpoint/2010/main" val="729748375"/>
      </p:ext>
    </p:extLst>
  </p:cSld>
</p:sld>
</file>

<file path=ppt/slides/slide65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1A5A1-0060-4899-906B-EDC1C8C0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7DD3A-503C-4B82-A5A0-D757093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A034-AE91-4D5C-B646-3953B9A6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8B813F-8589-4581-BD20-F8496C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Capture openings and labels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d3c28e2084dca"/>
          <a:stretch xmlns:a="http://schemas.openxmlformats.org/drawingml/2006/main"/>
        </p:blipFill>
        <p:spPr>
          <a:xfrm xmlns:a="http://schemas.openxmlformats.org/drawingml/2006/main">
            <a:off x="5086350" y="2124186"/>
            <a:ext cx="6419850" cy="30382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ECFEF-3421-4BD4-99A9-3CD8F55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Sideline when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required, then capture wall names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with Pick Label.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D72BD-355C-40CE-9ECB-F7DACCEF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 and masonry-wall identification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controls on a plan.</a:t>
            </a:r>
          </a:p>
        </p:txBody>
      </p:sp>
    </p:spTree>
    <p:extLst>
      <p:ext uri="{BB962C8B-B14F-4D97-AF65-F5344CB8AC3E}">
        <p14:creationId xmlns:p14="http://schemas.microsoft.com/office/powerpoint/2010/main" val="131292659"/>
      </p:ext>
    </p:extLst>
  </p:cSld>
</p:sld>
</file>

<file path=ppt/slides/slide66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6AB69-3576-49D7-B6DA-2D1E1CE6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3DBDB-C208-4725-8643-5DCD683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5AEB4-F1C2-4E2F-BDA1-7EC562B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7985BB-555C-48EE-889A-BDE406B2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186e6b48f46d2"/>
          <a:stretch xmlns:a="http://schemas.openxmlformats.org/drawingml/2006/main"/>
        </p:blipFill>
        <p:spPr>
          <a:xfrm xmlns:a="http://schemas.openxmlformats.org/drawingml/2006/main">
            <a:off x="5086350" y="2013734"/>
            <a:ext cx="6419850" cy="32591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9CC0E-2823-422D-B507-F8A33A6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identification and inspect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generated walls.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41508-B250-4357-B63C-F873986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wall Attribute Editor and identified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result.</a:t>
            </a:r>
          </a:p>
        </p:txBody>
      </p:sp>
    </p:spTree>
    <p:extLst>
      <p:ext uri="{BB962C8B-B14F-4D97-AF65-F5344CB8AC3E}">
        <p14:creationId xmlns:p14="http://schemas.microsoft.com/office/powerpoint/2010/main" val="246885444"/>
      </p:ext>
    </p:extLst>
  </p:cSld>
</p:sld>
</file>

<file path=ppt/slides/slide66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85E4E-790F-4FB9-AF6D-EE0103C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B20B9-E9EB-426F-9CA9-7AAC9F3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1D3AA-E396-4E58-9CEB-2E1F0293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CCCFB7D-1870-4766-A852-6585B80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wall area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cf6e0bbef4344"/>
          <a:stretch xmlns:a="http://schemas.openxmlformats.org/drawingml/2006/main"/>
        </p:blipFill>
        <p:spPr>
          <a:xfrm xmlns:a="http://schemas.openxmlformats.org/drawingml/2006/main">
            <a:off x="5086350" y="2313758"/>
            <a:ext cx="6419850" cy="26591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E105F-1A40-4B60-B65D-61F15B76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the Area result for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architectural-wall quantities.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F121-D004-43B8-88B4-8E73883D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architectural-wall table with Area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values.</a:t>
            </a:r>
          </a:p>
        </p:txBody>
      </p:sp>
    </p:spTree>
    <p:extLst>
      <p:ext uri="{BB962C8B-B14F-4D97-AF65-F5344CB8AC3E}">
        <p14:creationId xmlns:p14="http://schemas.microsoft.com/office/powerpoint/2010/main" val="1466096315"/>
      </p:ext>
    </p:extLst>
  </p:cSld>
</p:sld>
</file>

<file path=ppt/slides/slide66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03D07-4450-4C57-961E-B9B608B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CC793-2C3F-47C8-87AA-EE23802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7E7D-BB18-49CB-A39E-829ABAA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982BE3-1F0C-4BB1-B0E8-829710B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Architectural Walls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6573-F821-4BEB-B438-83420207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4398-41E3-4C68-A255-7A2E36A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DEEAC-4F71-4CF3-A65B-A38D83E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474C1-E215-4CCC-A5A5-6777C10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993276253"/>
      </p:ext>
    </p:extLst>
  </p:cSld>
</p:sld>
</file>

<file path=ppt/slides/slide66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1F0C9-E6A6-4017-AB9C-611E5C1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4D804-E0D1-4D80-AEFB-B283D1A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DE52-2D22-426E-8A59-1CC39E6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4FC72E-035B-4E78-8DF3-113680E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0C70-4A90-44B8-B427-2AE9E44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Create opening types from a schedule and place them in the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4239-0E3C-4FD5-A6FB-295CB00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2DCB-0C94-41C0-829D-DA959CB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Identify Door and Windows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D976F-5965-417B-8299-8D3ED1A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Map schedule 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8D44-9E77-49C2-85A9-D6326B20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Generate opening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8121-EC71-4A0F-B27C-AA2EA42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Select labels and run Auto 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1A821-599B-45C3-8796-92BA468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results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25731012"/>
      </p:ext>
    </p:extLst>
  </p:cSld>
</p:sld>
</file>

<file path=ppt/slides/slide66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EBA12-9A27-4BA7-B287-87215A6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B37AB-12BB-4109-A1C0-4BE382E6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66B4E-EEF6-4065-8655-5315C5C6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3051AC5-06FC-4953-8CB8-7FDD816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Identify Door and Windows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70c95aaee43a6"/>
          <a:stretch xmlns:a="http://schemas.openxmlformats.org/drawingml/2006/main"/>
        </p:blipFill>
        <p:spPr>
          <a:xfrm xmlns:a="http://schemas.openxmlformats.org/drawingml/2006/main">
            <a:off x="5086350" y="1868982"/>
            <a:ext cx="6419850" cy="35486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1BEDF-8EAB-412B-82D1-E51003E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Block-select the complete required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CAD schedule and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5DBC5-08D0-4618-9646-A389CDB4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door and window schedule with its table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 selected.</a:t>
            </a:r>
          </a:p>
        </p:txBody>
      </p:sp>
    </p:spTree>
    <p:extLst>
      <p:ext uri="{BB962C8B-B14F-4D97-AF65-F5344CB8AC3E}">
        <p14:creationId xmlns:p14="http://schemas.microsoft.com/office/powerpoint/2010/main" val="2058158237"/>
      </p:ext>
    </p:extLst>
  </p:cSld>
</p:sld>
</file>

<file path=ppt/slides/slide66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6AE79-29CC-4247-878C-0CE7B69F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70DE4-131B-419B-BBD5-14E949C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58011-D248-49CD-BEB2-FF98B38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FB943D-193C-4E78-8EFE-75F1C703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Map schedule columns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644eda27e4ab0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163C-234D-44E0-A7D1-E8593B2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Match each table column to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correct field before selecting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DDCC6-E234-4BCF-8964-2D2E4F0F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352403801"/>
      </p:ext>
    </p:extLst>
  </p:cSld>
</p:sld>
</file>

<file path=ppt/slides/slide66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552E6-2FB6-4F08-B9D8-1EAC2096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DCD7-BF5D-439B-BBB2-B5FB12E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3403-023C-4630-9915-31C62841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565F49-7F8D-4443-A464-9E69B86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Generate opening types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77e70861a44a4"/>
          <a:stretch xmlns:a="http://schemas.openxmlformats.org/drawingml/2006/main"/>
        </p:blipFill>
        <p:spPr>
          <a:xfrm xmlns:a="http://schemas.openxmlformats.org/drawingml/2006/main">
            <a:off x="5086350" y="1956283"/>
            <a:ext cx="6419850" cy="337405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DC519-E456-405D-9D9A-3E3938C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door and window types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appear in the element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B9B7-D821-4609-9DCB-9F5D24BB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door and window schedule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column-mapping dialog.</a:t>
            </a:r>
          </a:p>
        </p:txBody>
      </p:sp>
    </p:spTree>
    <p:extLst>
      <p:ext uri="{BB962C8B-B14F-4D97-AF65-F5344CB8AC3E}">
        <p14:creationId xmlns:p14="http://schemas.microsoft.com/office/powerpoint/2010/main" val="1890273085"/>
      </p:ext>
    </p:extLst>
  </p:cSld>
</p:sld>
</file>

<file path=ppt/slides/slide66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D9DFBA-EDE1-4BC2-B96C-F87A0D37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CBEC4-512B-4459-84A7-FE3AD17D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40118-E84C-4446-8848-C4DFABB9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CF38FD-4DD6-4274-AC23-786B18F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labels and run Auto Identify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0bb713fd04d2e"/>
          <a:stretch xmlns:a="http://schemas.openxmlformats.org/drawingml/2006/main"/>
        </p:blipFill>
        <p:spPr>
          <a:xfrm xmlns:a="http://schemas.openxmlformats.org/drawingml/2006/main">
            <a:off x="5086350" y="2077536"/>
            <a:ext cx="6419850" cy="313155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BDC6E-9FD0-4BE9-9FD6-B2A09D2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Pick Door/Window Label by layer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or colour, then generate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AF21-9DB4-4961-8098-7E712F3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Element List with identified opening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types.</a:t>
            </a:r>
          </a:p>
        </p:txBody>
      </p:sp>
    </p:spTree>
    <p:extLst>
      <p:ext uri="{BB962C8B-B14F-4D97-AF65-F5344CB8AC3E}">
        <p14:creationId xmlns:p14="http://schemas.microsoft.com/office/powerpoint/2010/main" val="2109092143"/>
      </p:ext>
    </p:extLst>
  </p:cSld>
</p:sld>
</file>

<file path=ppt/slides/slide66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A6C7C-CAAC-4656-9650-9111935F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D10F9-7AA8-46BC-9E01-8B85A32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714EF-011F-44A1-9459-4E178DAD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765A2A-C22C-4019-89F7-4B1DFC9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results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a315b009c4e27"/>
          <a:stretch xmlns:a="http://schemas.openxmlformats.org/drawingml/2006/main"/>
        </p:blipFill>
        <p:spPr>
          <a:xfrm xmlns:a="http://schemas.openxmlformats.org/drawingml/2006/main">
            <a:off x="5086350" y="2431778"/>
            <a:ext cx="6419850" cy="242306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C58D3-54FA-4069-8F88-0A2364F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Area of Opening and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documented edge-length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2B54B-372C-493A-BBEA-01818ACD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opening plan with selected labels and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Auto Identify results.</a:t>
            </a:r>
          </a:p>
        </p:txBody>
      </p:sp>
    </p:spTree>
    <p:extLst>
      <p:ext uri="{BB962C8B-B14F-4D97-AF65-F5344CB8AC3E}">
        <p14:creationId xmlns:p14="http://schemas.microsoft.com/office/powerpoint/2010/main" val="2010719732"/>
      </p:ext>
    </p:extLst>
  </p:cSld>
</p:sld>
</file>

<file path=ppt/slides/slide66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78DCF-3E59-456A-A29C-D969533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80EE3-C7EF-4D95-8AC4-172DA4D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24B3-50A1-48C1-9B6D-7207F4A4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A6ED385-9125-4094-B8E6-5B0FEAA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Identify Door and Window Openings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0E9F1-DAE0-49CC-916E-D26EA53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C919-2F1E-4133-BA75-79BE720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A1FBE-BE37-4639-993C-B63FAC0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06A6-BB7B-42C1-9897-AC6F5A6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554737238"/>
      </p:ext>
    </p:extLst>
  </p:cSld>
</p:sld>
</file>

<file path=ppt/slides/slide67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2ACFB-74CF-4539-B744-2C587253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E0DA9-7735-4FC1-ABD4-DD59F273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A858C-FF32-4369-95F1-858E866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919772E-8544-497C-B0F8-B9282928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5487-7A95-4C17-9502-0EFCE2A3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Import a finish schedule, apply finishes and regenerate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A90A4-875D-4A6C-ADEC-FCE2E690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CBC7-DD32-427B-90E8-3C47B8F4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Import the Finish Schedule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B4177-6E8B-44A5-AAAE-93ABB04E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Assign material textures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1AD6-419B-4C87-BB95-D307953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Apply finishes with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F43B5-A8DB-455C-AFBD-1C793BE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Use Regenerate Finish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C240F-018B-4D68-B011-49F7AEFD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the finish model and quantities</a:t>
            </a:r>
          </a:p>
        </p:txBody>
      </p:sp>
    </p:spTree>
    <p:extLst>
      <p:ext uri="{BB962C8B-B14F-4D97-AF65-F5344CB8AC3E}">
        <p14:creationId xmlns:p14="http://schemas.microsoft.com/office/powerpoint/2010/main" val="1116219943"/>
      </p:ext>
    </p:extLst>
  </p:cSld>
</p:sld>
</file>

<file path=ppt/slides/slide67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8D515F-9FBD-4A08-B876-6A3072C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D494C-3079-4B00-B25E-B36A4B84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95D7-FF18-494E-99C6-2043A31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FC0F7B-BE56-40A3-A16B-4292BD4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Import the Finish Schedule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a954da9bc4161"/>
          <a:stretch xmlns:a="http://schemas.openxmlformats.org/drawingml/2006/main"/>
        </p:blipFill>
        <p:spPr>
          <a:xfrm xmlns:a="http://schemas.openxmlformats.org/drawingml/2006/main">
            <a:off x="5086350" y="2010606"/>
            <a:ext cx="6419850" cy="32654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9655F-1062-4FE5-B126-FC3172D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Open Draw &gt; Finish Schedule, select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Excel file, map columns, then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choose Identify.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26CA3-A9FF-4E71-B7F1-30937B40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 Excel Finish Schedule and its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finish-attribute mapping table.</a:t>
            </a:r>
          </a:p>
        </p:txBody>
      </p:sp>
    </p:spTree>
    <p:extLst>
      <p:ext uri="{BB962C8B-B14F-4D97-AF65-F5344CB8AC3E}">
        <p14:creationId xmlns:p14="http://schemas.microsoft.com/office/powerpoint/2010/main" val="1827413278"/>
      </p:ext>
    </p:extLst>
  </p:cSld>
</p:sld>
</file>

<file path=ppt/slides/slide67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E0A12-4A08-44B8-B4EC-96AA9399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A1E53-FCA9-4C0E-AC2B-D68C0A3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AFF8-232F-4BCE-BC6B-CFB4933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2A32415-14DC-4AD9-BE76-EFCE7A69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Assign material textures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aa5b11c84fdb"/>
          <a:stretch xmlns:a="http://schemas.openxmlformats.org/drawingml/2006/main"/>
        </p:blipFill>
        <p:spPr>
          <a:xfrm xmlns:a="http://schemas.openxmlformats.org/drawingml/2006/main">
            <a:off x="5331833" y="1809750"/>
            <a:ext cx="592888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DB28D-6891-47F9-A228-E3E70E3C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floor or wall finishes and attach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required textures.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7415-F3D3-4BB9-ACD9-C4E457E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finish Attribute Editor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material-texture options.</a:t>
            </a:r>
          </a:p>
        </p:txBody>
      </p:sp>
    </p:spTree>
    <p:extLst>
      <p:ext uri="{BB962C8B-B14F-4D97-AF65-F5344CB8AC3E}">
        <p14:creationId xmlns:p14="http://schemas.microsoft.com/office/powerpoint/2010/main" val="897910327"/>
      </p:ext>
    </p:extLst>
  </p:cSld>
</p:sld>
</file>

<file path=ppt/slides/slide67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64F34-0E3B-4096-822A-7E74234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EC959-849D-4E15-9DAD-053390F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B71E0-ABB8-4BC1-AE9B-AF7F31E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B463CE-D33E-49CB-8867-130AE17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finishes with Point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4029accd4543"/>
          <a:stretch xmlns:a="http://schemas.openxmlformats.org/drawingml/2006/main"/>
        </p:blipFill>
        <p:spPr>
          <a:xfrm xmlns:a="http://schemas.openxmlformats.org/drawingml/2006/main">
            <a:off x="5086350" y="2108338"/>
            <a:ext cx="6419850" cy="306994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1F5D-BF8C-4D2E-9A63-4090E31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room on the architectural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plan to apply materials to the 3D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AA9F0-8061-4259-9172-FD12746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room plan for applying finishes with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Point.</a:t>
            </a:r>
          </a:p>
        </p:txBody>
      </p:sp>
    </p:spTree>
    <p:extLst>
      <p:ext uri="{BB962C8B-B14F-4D97-AF65-F5344CB8AC3E}">
        <p14:creationId xmlns:p14="http://schemas.microsoft.com/office/powerpoint/2010/main" val="574107126"/>
      </p:ext>
    </p:extLst>
  </p:cSld>
</p:sld>
</file>

<file path=ppt/slides/slide67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FA8E3-9105-401C-99A0-86B431E4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C13C5-04CE-47F6-859B-D55B4B2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D5BF9-E12B-4100-A7AB-326B274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AFF8A3-781D-494A-9CB4-0B8F0B93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Use Regenerate Finish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d421ed074532"/>
          <a:stretch xmlns:a="http://schemas.openxmlformats.org/drawingml/2006/main"/>
        </p:blipFill>
        <p:spPr>
          <a:xfrm xmlns:a="http://schemas.openxmlformats.org/drawingml/2006/main">
            <a:off x="5550547" y="1809750"/>
            <a:ext cx="5491455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08649-2B99-4124-8EEF-B7050F1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Refresh finish entities after room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finishes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4D4AD-78DF-47F8-A5EF-03CBE94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 3D model with floor and wall finish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materials.</a:t>
            </a:r>
          </a:p>
        </p:txBody>
      </p:sp>
    </p:spTree>
    <p:extLst>
      <p:ext uri="{BB962C8B-B14F-4D97-AF65-F5344CB8AC3E}">
        <p14:creationId xmlns:p14="http://schemas.microsoft.com/office/powerpoint/2010/main" val="199187512"/>
      </p:ext>
    </p:extLst>
  </p:cSld>
</p:sld>
</file>

<file path=ppt/slides/slide67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51BDA-C0D0-4D4E-A7BF-7E20DE4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EC88B-E3D8-4806-97AA-11DB1FC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8DA1A-97F9-4F4E-B75D-141F4E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E90989A-34B7-48CB-A8B6-CB51937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the finish model and quantities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befea29d648dc"/>
          <a:stretch xmlns:a="http://schemas.openxmlformats.org/drawingml/2006/main"/>
        </p:blipFill>
        <p:spPr>
          <a:xfrm xmlns:a="http://schemas.openxmlformats.org/drawingml/2006/main">
            <a:off x="5086350" y="2144802"/>
            <a:ext cx="6419850" cy="29970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56477-702F-436D-81DB-B8A5885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effects of columns,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exposed beams, room boundaries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and openings on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72249-DEC2-4F7A-B946-8C22DBF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Regenerate Finish and the updated model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area.</a:t>
            </a:r>
          </a:p>
        </p:txBody>
      </p:sp>
    </p:spTree>
    <p:extLst>
      <p:ext uri="{BB962C8B-B14F-4D97-AF65-F5344CB8AC3E}">
        <p14:creationId xmlns:p14="http://schemas.microsoft.com/office/powerpoint/2010/main" val="896452408"/>
      </p:ext>
    </p:extLst>
  </p:cSld>
</p:sld>
</file>

<file path=ppt/slides/slide67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B16C1-5F6E-4FF2-A10B-FA9E055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A7319-A9B3-4E60-AB97-4865F40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FCA1-060C-4014-ACFD-7659D33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2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14AF79-82F5-4B00-A302-02C27E1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Apply and Regenerate Finishes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4140D-89A3-4789-A9C2-E03AA6FC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E7F4C-2D5F-4FFB-A98A-6BE3D7B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A7C0C-6C84-4E37-B9E0-6BEB0B7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A4087-73E5-40F0-B0D8-7A819D5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2047244168"/>
      </p:ext>
    </p:extLst>
  </p:cSld>
</p:sld>
</file>

<file path=ppt/slides/slide67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B9D83-3793-44C7-8065-A712B366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20F9F-9840-409A-BC79-224C0383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DE027-7422-4424-8D02-0477AF1F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921301-155D-4E67-80F4-9C8A5F8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Quantity and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5399C-3874-457C-A2FF-89CB3A46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Follow the documented workflow for this 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D9205-6DB5-42F7-A4A4-C68FA82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9142"/>
            <a:ext cx="108204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→ Verify → Report</a:t>
            </a:r>
          </a:p>
        </p:txBody>
      </p:sp>
    </p:spTree>
    <p:extLst>
      <p:ext uri="{BB962C8B-B14F-4D97-AF65-F5344CB8AC3E}">
        <p14:creationId xmlns:p14="http://schemas.microsoft.com/office/powerpoint/2010/main" val="33279645"/>
      </p:ext>
    </p:extLst>
  </p:cSld>
</p:sld>
</file>

<file path=ppt/slides/slide67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B8E39-E5BE-4D66-8A6E-546DCECE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A85C1-A2CA-4953-86E8-AF197B5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AF2E9-1684-4E42-81AB-BD6B164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DC2FA4-E312-4604-BBDB-871BADD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8FA6-7750-4E6E-A3BB-7A43489D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Calculate the intended scope and validate deductions visually.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1558-39D9-4EDE-B6CC-C00E4CA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3F4FA-BE2C-4E26-8A02-8694660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Choose Calculate or Calculate Selected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CDAED-E3A8-42F7-8E92-6D6B7B13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Choose floors or 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7496F-8C96-4F97-816D-E96B456A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Run the calculation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715D8-7697-4D06-B433-DED4354D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Open View Expression on the 3D 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868EF-3524-4B7A-8121-F8F4E52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Check with 3D Deduction</a:t>
            </a:r>
          </a:p>
        </p:txBody>
      </p:sp>
    </p:spTree>
    <p:extLst>
      <p:ext uri="{BB962C8B-B14F-4D97-AF65-F5344CB8AC3E}">
        <p14:creationId xmlns:p14="http://schemas.microsoft.com/office/powerpoint/2010/main" val="347581918"/>
      </p:ext>
    </p:extLst>
  </p:cSld>
</p:sld>
</file>

<file path=ppt/slides/slide67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7C193-8770-4713-8658-EB0F89BF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2DEB-3EDE-4205-A9AD-0D1C19D0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24E7-E386-4FDE-A5DE-375F2CF1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11AF775-8A65-4517-8D03-54FEEA9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Calculate or Calculate Selected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74f658f442bf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2FFB1-D31D-4001-A408-C75D783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Calculate for a floor scope or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selected-entity option for a focused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1DB81-EEDE-4079-BA42-76BAE2B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953977537"/>
      </p:ext>
    </p:extLst>
  </p:cSld>
</p:sld>
</file>

<file path=ppt/slides/slide68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E771C-2CE3-40B9-B7BF-50B1A83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D6509-6006-483D-83CA-F93AFE96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1178A-0667-480D-91E0-2E0658B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BBD36A-63E2-4A22-9B6D-9CD635D0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Choose floors or entities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dda5220c4305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94210-5021-4F2B-88E0-9ED756C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Ensure the scope includes every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change requiring an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A8FFD-7635-47BF-B692-63637BF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605925257"/>
      </p:ext>
    </p:extLst>
  </p:cSld>
</p:sld>
</file>

<file path=ppt/slides/slide68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B88C1-D345-48CB-B2AC-94834456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C827C-80D4-410E-935A-EC9A934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921A-FD16-49D8-9821-A22AB6F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7722760-A697-4324-94FB-41AFEF6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Run the calculation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ed1764fb41a4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8F78-A00C-4775-A434-6B4779E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Wait for results to finish updating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before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58920-ADCF-4A5D-AFE8-2E496C5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34775204"/>
      </p:ext>
    </p:extLst>
  </p:cSld>
</p:sld>
</file>

<file path=ppt/slides/slide68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47D4C-8D79-4789-AAC6-3C8E4A8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673F8-72F0-4C21-88E0-66E5A74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1AE7E-9D27-49C3-AEAC-1352310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45067B-D885-4405-BB11-0E3D8E0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Expression on the 3D entity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56201dc554303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D83B-2520-4353-82E7-4FAF6B3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Select the relevant model entity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the current expression.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3E6B-F0CA-425B-A76F-798C19F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825257364"/>
      </p:ext>
    </p:extLst>
  </p:cSld>
</p:sld>
</file>

<file path=ppt/slides/slide68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8BF46-72CA-4D67-90D6-98F38D10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43C2F-6D7C-4F98-B018-951C3539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5636B-22C2-43AC-8BC2-9FD17BC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194E2E-54F9-4216-AC27-3378E90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Check with 3D Deduction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34b653aa64017"/>
          <a:stretch xmlns:a="http://schemas.openxmlformats.org/drawingml/2006/main"/>
        </p:blipFill>
        <p:spPr>
          <a:xfrm xmlns:a="http://schemas.openxmlformats.org/drawingml/2006/main">
            <a:off x="5086350" y="2104179"/>
            <a:ext cx="6419850" cy="307826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F67E6-9786-4C1F-AE04-44B606E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Confirm that the physical deduction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agrees with the expression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measurement rule.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45787-1C9A-4C35-8DE3-5053F4E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0" cy="344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Model Check and its element-check list.</a:t>
            </a:r>
          </a:p>
        </p:txBody>
      </p:sp>
    </p:spTree>
    <p:extLst>
      <p:ext uri="{BB962C8B-B14F-4D97-AF65-F5344CB8AC3E}">
        <p14:creationId xmlns:p14="http://schemas.microsoft.com/office/powerpoint/2010/main" val="1372254077"/>
      </p:ext>
    </p:extLst>
  </p:cSld>
</p:sld>
</file>

<file path=ppt/slides/slide68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25FEE-6757-48A6-8252-47111CC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53BFB-949F-4F79-9901-DD470301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B3AB1-C4C8-4356-8A9B-BCF6A1C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2EF232-CDFB-4EE4-8455-8640102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Calculate and Verify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95FF0-D1C2-4A2C-8996-9BBE6237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56FBA-EFCD-4D3D-AF63-328DE52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07E2-7498-454A-9B55-877C4D5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E574-3B28-43E4-B766-9D57D19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1362075863"/>
      </p:ext>
    </p:extLst>
  </p:cSld>
</p:sld>
</file>

<file path=ppt/slides/slide68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98259-B27C-4C8A-8058-DF1757C7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E4530-E140-4DAC-9233-3D33CEB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D7504-A6C6-4BC0-A051-E023BEB9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LEARNING MATERIAL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D823895-769A-4E1E-944F-71675A7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8DC7A-DAD1-4CA1-9DF0-8E67131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quantities and create a verifiable report hierarchy.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A98A5-17EF-46AA-9A6F-EF73CC8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AD2DE-75AD-48CC-BE64-E14A31BB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970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1. Open View Quantity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D5CB0-95E8-42B1-B34F-09CE39E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29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2. Open Set Classification and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5FAF7-100A-440D-ADDA-8AC1AE2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088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3. Select the required attributes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B6F9F-F9B1-4352-8B38-A4E5B36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6478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4. Arrange the attribute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FA591-E444-42AA-83F6-F5411C0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207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5. Regenerate and verify the report</a:t>
            </a:r>
          </a:p>
        </p:txBody>
      </p:sp>
    </p:spTree>
    <p:extLst>
      <p:ext uri="{BB962C8B-B14F-4D97-AF65-F5344CB8AC3E}">
        <p14:creationId xmlns:p14="http://schemas.microsoft.com/office/powerpoint/2010/main" val="806314593"/>
      </p:ext>
    </p:extLst>
  </p:cSld>
</p:sld>
</file>

<file path=ppt/slides/slide68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F4294-3516-438C-8BA2-A0A374B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23826-A4E3-4867-AF55-BB11388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3B8EA-87D9-4D6F-81A9-2F00483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1/5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7C5CBF-A273-440E-BA35-899CF11C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View Quantity by Category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f20d63d64ec8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D31C-D8F8-4E87-AAC6-06ED8C6F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Review categories, quantities and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units in the calculated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903EC-9CE4-4D83-8064-7D2E9E4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55307026"/>
      </p:ext>
    </p:extLst>
  </p:cSld>
</p:sld>
</file>

<file path=ppt/slides/slide68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54ECC-484D-4B61-A30F-156BD91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5BD12-8C32-4EF2-981F-E61E07A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7DEAA-E39C-4D24-9FC6-83E6550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2/5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1D1BE2C-C4D0-4478-9CDF-2C8E40D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Open Set Classification and Quantity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f135996094237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CDB9-BBA7-4D1F-A46A-2531F01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Use this setting to define TAS report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attributes and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36E7D-F8E4-450E-BE7D-11BA8F75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522401795"/>
      </p:ext>
    </p:extLst>
  </p:cSld>
</p:sld>
</file>

<file path=ppt/slides/slide68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7A85F-4303-4A04-B1A5-75FBD36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D2F1-C58A-4656-BAC6-EA8B256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A61AF-A579-4437-8072-3F24921B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3/5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6AA51-8700-4537-B9F7-3DC4BA6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Select the required attributes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7ac568da0483e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E605-48AC-4D56-81E8-B9EA3BAC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Include only the fields needed by the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report recipient.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68599-E4CF-411E-9195-AAF1034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043848471"/>
      </p:ext>
    </p:extLst>
  </p:cSld>
</p:sld>
</file>

<file path=ppt/slides/slide68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F3533-4DEA-4C9E-AE65-40B3FD86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FB192-181F-4AA2-9BBC-6E4A3D7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F7170-46AD-4D80-91CA-499C4CE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4/5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823353-2865-46A4-A767-EAB562D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Arrange the attribute hierarchy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be5c4d65b46cb"/>
          <a:stretch xmlns:a="http://schemas.openxmlformats.org/drawingml/2006/main"/>
        </p:blipFill>
        <p:spPr>
          <a:xfrm xmlns:a="http://schemas.openxmlformats.org/drawingml/2006/main">
            <a:off x="5086350" y="2019507"/>
            <a:ext cx="6419850" cy="32476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A4B00-5AC7-4EE6-8F05-EB861C73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Move attributes up or down to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control grouping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01030-0625-4ECA-9E3C-2428AA59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model-findings list with a highlighted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problem element.</a:t>
            </a:r>
          </a:p>
        </p:txBody>
      </p:sp>
    </p:spTree>
    <p:extLst>
      <p:ext uri="{BB962C8B-B14F-4D97-AF65-F5344CB8AC3E}">
        <p14:creationId xmlns:p14="http://schemas.microsoft.com/office/powerpoint/2010/main" val="1764378906"/>
      </p:ext>
    </p:extLst>
  </p:cSld>
</p:sld>
</file>

<file path=ppt/slides/slide69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40D4C-9BE0-46F1-8E82-C7BB333F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EB777-34C4-4093-9C74-E4C1307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0670B-0985-4A9D-B93D-7ED8FBCE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STEP 5/5 · REFERENCE IMAGE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CFE6D06-3847-4F75-B86C-B09BBE6D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Regenerate and verify the report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05384f0df49df"/>
          <a:stretch xmlns:a="http://schemas.openxmlformats.org/drawingml/2006/main"/>
        </p:blipFill>
        <p:spPr>
          <a:xfrm xmlns:a="http://schemas.openxmlformats.org/drawingml/2006/main">
            <a:off x="5086350" y="2085049"/>
            <a:ext cx="6419850" cy="31165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7FFBF-F02A-4B05-B56B-0B19B08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Check totals, units and category</a:t>
            </a:r>
          </a:p>
          <a:p xmlns:a="http://schemas.openxmlformats.org/drawingml/2006/main">
            <a:pPr algn="l">
              <a:defRPr sz="1875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structure before issuing the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E3CDF-EB7B-4227-8233-BE285E6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The 3D model and final quantity-check</a:t>
            </a:r>
          </a:p>
          <a:p xmlns:a="http://schemas.openxmlformats.org/drawingml/2006/main">
            <a:pPr algn="l">
              <a:defRPr sz="16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results.</a:t>
            </a:r>
          </a:p>
        </p:txBody>
      </p:sp>
    </p:spTree>
    <p:extLst>
      <p:ext uri="{BB962C8B-B14F-4D97-AF65-F5344CB8AC3E}">
        <p14:creationId xmlns:p14="http://schemas.microsoft.com/office/powerpoint/2010/main" val="1343573261"/>
      </p:ext>
    </p:extLst>
  </p:cSld>
</p:sld>
</file>

<file path=ppt/slides/slide69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3F6CA-574D-47E5-B704-AF09E35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F19D-2B11-4F1F-9B08-0D9993F8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CUBICOST LEARNING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3842-0E59-4288-8110-948F0834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7C3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7C39"/>
                </a:solidFill>
                <a:latin typeface="Segoe UI"/>
                <a:ea typeface="Segoe UI"/>
                <a:cs typeface="Segoe UI"/>
              </a:rPr>
              <a:t>TAS · SECTION 3 · LEARNING CHECKLIST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6FDD9EB-FE81-4864-9B9A-03CC984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4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2B4D"/>
                </a:solidFill>
                <a:latin typeface="Segoe UI"/>
                <a:ea typeface="Segoe UI"/>
                <a:cs typeface="Segoe UI"/>
              </a:rPr>
              <a:t>Review and Configure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D4920-AC51-4A2C-80B0-68C0D24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Make sure all the following checks have been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0A9A-69DD-41ED-BECC-12525C0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5342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main actions are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A1F24-81D9-442F-A1ED-FCD4617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0934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Data or results were checked against the source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F0B7-7C9B-4F1D-9FE7-D4033252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6526"/>
            <a:ext cx="1082040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8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D6B82"/>
                </a:solidFill>
                <a:latin typeface="Segoe UI"/>
                <a:ea typeface="Segoe UI"/>
                <a:cs typeface="Segoe UI"/>
              </a:rPr>
              <a:t>□ The result is ready for the next step</a:t>
            </a:r>
          </a:p>
        </p:txBody>
      </p:sp>
    </p:spTree>
    <p:extLst>
      <p:ext uri="{BB962C8B-B14F-4D97-AF65-F5344CB8AC3E}">
        <p14:creationId xmlns:p14="http://schemas.microsoft.com/office/powerpoint/2010/main" val="395739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2026-10-13T09:51:46.6740000Z</dcterms:created>
  <dcterms:modified xsi:type="dcterms:W3CDTF">2026-10-13T09:51:46.6740000Z</dcterms:modified>
</coreProperties>
</file>